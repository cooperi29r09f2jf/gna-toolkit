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031" r:id="rId1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2" Type="http://schemas.openxmlformats.org/officeDocument/2006/relationships/slide" Target="slides/slide8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5.emf"/><Relationship Id="rId4" Type="http://schemas.openxmlformats.org/officeDocument/2006/relationships/tags" Target="../tags/tag54.xml"/><Relationship Id="rId9" Type="http://schemas.openxmlformats.org/officeDocument/2006/relationships/oleObject" Target="../embeddings/oleObject1.bin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NA wave" descr="Decorative wave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" Type="http://schemas.openxmlformats.org/officeDocument/2006/relationships/slideLayout" Target="../slideLayouts/slideLayout3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8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0.xml"/><Relationship Id="rId4" Type="http://schemas.openxmlformats.org/officeDocument/2006/relationships/image" Target="../media/image17.emf"/><Relationship Id="rIdGna1" Type="http://schemas.openxmlformats.org/officeDocument/2006/relationships/tags" Target="../tags/gnatag1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4800" dirty="0"/>
              <a:t>[Section]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defRPr sz="1400" b="0" i="0" u="none" strike="noStrike" cap="none">
                <a:solidFill>
                  <a:schemeClr val="accent1"/>
                </a:solidFill>
                <a:latin typeface="+mn-lt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accent1"/>
                </a:solidFill>
              </a:rPr>
              <a:t>01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81005995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