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9" r:id="rId92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[Meeting name], [date]: summary</a:t>
            </a:r>
          </a:p>
        </p:txBody>
      </p:sp>
      <p:sp>
        <p:nvSpPr>
          <p:cNvPr id="3" name="Summary 1 header"/>
          <p:cNvSpPr txBox="1"/>
          <p:nvPr/>
        </p:nvSpPr>
        <p:spPr>
          <a:xfrm>
            <a:off x="557784" y="1463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Decisions made</a:t>
            </a:r>
          </a:p>
        </p:txBody>
      </p:sp>
      <p:sp>
        <p:nvSpPr>
          <p:cNvPr id="4" name="Summary 1 items"/>
          <p:cNvSpPr txBox="1"/>
          <p:nvPr/>
        </p:nvSpPr>
        <p:spPr>
          <a:xfrm>
            <a:off x="3566160" y="1481328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[Decision, and who made it]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[Decision, and who made it]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[Decision, and who made it]</a:t>
            </a:r>
          </a:p>
        </p:txBody>
      </p:sp>
      <p:cxnSp>
        <p:nvCxnSpPr>
          <p:cNvPr id="5" name="Summary rule 1"/>
          <p:cNvCxnSpPr/>
          <p:nvPr/>
        </p:nvCxnSpPr>
        <p:spPr>
          <a:xfrm>
            <a:off x="557784" y="2697480"/>
            <a:ext cx="11082527" cy="27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mmary 2 header"/>
          <p:cNvSpPr txBox="1"/>
          <p:nvPr/>
        </p:nvSpPr>
        <p:spPr>
          <a:xfrm>
            <a:off x="557784" y="2926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Open questions</a:t>
            </a:r>
          </a:p>
        </p:txBody>
      </p:sp>
      <p:sp>
        <p:nvSpPr>
          <p:cNvPr id="7" name="Summary 2 items"/>
          <p:cNvSpPr txBox="1"/>
          <p:nvPr/>
        </p:nvSpPr>
        <p:spPr>
          <a:xfrm>
            <a:off x="3566160" y="2944368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[Question, and who will answer it by when]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[Question, and who will answer it by when]</a:t>
            </a:r>
          </a:p>
        </p:txBody>
      </p:sp>
      <p:cxnSp>
        <p:nvCxnSpPr>
          <p:cNvPr id="8" name="Summary rule 2"/>
          <p:cNvCxnSpPr/>
          <p:nvPr/>
        </p:nvCxnSpPr>
        <p:spPr>
          <a:xfrm>
            <a:off x="557784" y="4160520"/>
            <a:ext cx="11082527" cy="27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mmary 3 header"/>
          <p:cNvSpPr txBox="1"/>
          <p:nvPr/>
        </p:nvSpPr>
        <p:spPr>
          <a:xfrm>
            <a:off x="557784" y="4389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Next steps</a:t>
            </a:r>
          </a:p>
        </p:txBody>
      </p:sp>
      <p:sp>
        <p:nvSpPr>
          <p:cNvPr id="10" name="Summary 3 items"/>
          <p:cNvSpPr txBox="1"/>
          <p:nvPr/>
        </p:nvSpPr>
        <p:spPr>
          <a:xfrm>
            <a:off x="3566160" y="4407408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[Action]  ·  [Owner]  ·  [Due date]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[Action]  ·  [Owner]  ·  [Due date]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[Action]  ·  [Owner]  ·  [Due date]</a:t>
            </a:r>
          </a:p>
        </p:txBody>
      </p:sp>
      <p:sp>
        <p:nvSpPr>
          <p:cNvPr id="11" name="Attendees"/>
          <p:cNvSpPr txBox="1"/>
          <p:nvPr/>
        </p:nvSpPr>
        <p:spPr>
          <a:xfrm>
            <a:off x="557784" y="5806440"/>
            <a:ext cx="11082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</a:rPr>
              <a:t>Attendees: </a:t>
            </a:r>
            <a:r>
              <a:rPr sz="1000" b="0" i="0">
                <a:solidFill>
                  <a:srgbClr val="8C8C8C"/>
                </a:solidFill>
              </a:rPr>
              <a:t>[Names]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8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