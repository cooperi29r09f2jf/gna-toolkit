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84" r:id="rId4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42" Type="http://schemas.openxmlformats.org/officeDocument/2006/relationships/slide" Target="slides/slide38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5">
            <a:extLst>
              <a:ext uri="{FF2B5EF4-FFF2-40B4-BE49-F238E27FC236}">
                <a16:creationId xmlns:a16="http://schemas.microsoft.com/office/drawing/2014/main" id="{ADAED511-2B4B-9AE1-42CB-C535D373F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908272"/>
              </p:ext>
            </p:extLst>
          </p:nvPr>
        </p:nvGraphicFramePr>
        <p:xfrm>
          <a:off x="2163350" y="2022794"/>
          <a:ext cx="9473916" cy="4323565"/>
        </p:xfrm>
        <a:graphic>
          <a:graphicData uri="http://schemas.openxmlformats.org/drawingml/2006/table">
            <a:tbl>
              <a:tblPr firstRow="1" bandRow="1"/>
              <a:tblGrid>
                <a:gridCol w="1578986">
                  <a:extLst>
                    <a:ext uri="{9D8B030D-6E8A-4147-A177-3AD203B41FA5}">
                      <a16:colId xmlns:a16="http://schemas.microsoft.com/office/drawing/2014/main" val="4184743016"/>
                    </a:ext>
                  </a:extLst>
                </a:gridCol>
                <a:gridCol w="1578986">
                  <a:extLst>
                    <a:ext uri="{9D8B030D-6E8A-4147-A177-3AD203B41FA5}">
                      <a16:colId xmlns:a16="http://schemas.microsoft.com/office/drawing/2014/main" val="292258402"/>
                    </a:ext>
                  </a:extLst>
                </a:gridCol>
                <a:gridCol w="1578986">
                  <a:extLst>
                    <a:ext uri="{9D8B030D-6E8A-4147-A177-3AD203B41FA5}">
                      <a16:colId xmlns:a16="http://schemas.microsoft.com/office/drawing/2014/main" val="2430741166"/>
                    </a:ext>
                  </a:extLst>
                </a:gridCol>
                <a:gridCol w="1578986">
                  <a:extLst>
                    <a:ext uri="{9D8B030D-6E8A-4147-A177-3AD203B41FA5}">
                      <a16:colId xmlns:a16="http://schemas.microsoft.com/office/drawing/2014/main" val="3350368091"/>
                    </a:ext>
                  </a:extLst>
                </a:gridCol>
                <a:gridCol w="1578986">
                  <a:extLst>
                    <a:ext uri="{9D8B030D-6E8A-4147-A177-3AD203B41FA5}">
                      <a16:colId xmlns:a16="http://schemas.microsoft.com/office/drawing/2014/main" val="1061057861"/>
                    </a:ext>
                  </a:extLst>
                </a:gridCol>
                <a:gridCol w="1578986">
                  <a:extLst>
                    <a:ext uri="{9D8B030D-6E8A-4147-A177-3AD203B41FA5}">
                      <a16:colId xmlns:a16="http://schemas.microsoft.com/office/drawing/2014/main" val="1787559948"/>
                    </a:ext>
                  </a:extLst>
                </a:gridCol>
              </a:tblGrid>
              <a:tr h="6139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73927"/>
                  </a:ext>
                </a:extLst>
              </a:tr>
              <a:tr h="5876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754108"/>
                  </a:ext>
                </a:extLst>
              </a:tr>
              <a:tr h="6372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415829"/>
                  </a:ext>
                </a:extLst>
              </a:tr>
              <a:tr h="6180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407453"/>
                  </a:ext>
                </a:extLst>
              </a:tr>
              <a:tr h="6305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818406"/>
                  </a:ext>
                </a:extLst>
              </a:tr>
              <a:tr h="6180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040739"/>
                  </a:ext>
                </a:extLst>
              </a:tr>
              <a:tr h="6180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x [currency]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algn="ctr" rtl="0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504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~xx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797443"/>
                  </a:ext>
                </a:extLst>
              </a:tr>
            </a:tbl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[Competitor overview / Insert action title]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43B357-27F9-4B58-0DA4-088D2563692A}"/>
              </a:ext>
            </a:extLst>
          </p:cNvPr>
          <p:cNvCxnSpPr>
            <a:cxnSpLocks/>
          </p:cNvCxnSpPr>
          <p:nvPr/>
        </p:nvCxnSpPr>
        <p:spPr>
          <a:xfrm>
            <a:off x="554736" y="2617920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F0BE28-37F0-814E-F861-8D2E4E738B86}"/>
              </a:ext>
            </a:extLst>
          </p:cNvPr>
          <p:cNvCxnSpPr>
            <a:cxnSpLocks/>
          </p:cNvCxnSpPr>
          <p:nvPr/>
        </p:nvCxnSpPr>
        <p:spPr>
          <a:xfrm>
            <a:off x="554736" y="324458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79369B-7E5D-1837-E2E9-84FD476D0DC2}"/>
              </a:ext>
            </a:extLst>
          </p:cNvPr>
          <p:cNvCxnSpPr>
            <a:cxnSpLocks/>
          </p:cNvCxnSpPr>
          <p:nvPr/>
        </p:nvCxnSpPr>
        <p:spPr>
          <a:xfrm>
            <a:off x="554736" y="3871251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73CAF5E-0CDE-2CE8-3CC9-8D3F54005FD6}"/>
              </a:ext>
            </a:extLst>
          </p:cNvPr>
          <p:cNvCxnSpPr>
            <a:cxnSpLocks/>
          </p:cNvCxnSpPr>
          <p:nvPr/>
        </p:nvCxnSpPr>
        <p:spPr>
          <a:xfrm>
            <a:off x="554736" y="5124583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75795D-A647-3AFB-5FF8-38344EC681E3}"/>
              </a:ext>
            </a:extLst>
          </p:cNvPr>
          <p:cNvCxnSpPr>
            <a:cxnSpLocks/>
          </p:cNvCxnSpPr>
          <p:nvPr/>
        </p:nvCxnSpPr>
        <p:spPr>
          <a:xfrm>
            <a:off x="554736" y="5751249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DC651FA-93A7-2B10-14AE-1B2E8B922C96}"/>
              </a:ext>
            </a:extLst>
          </p:cNvPr>
          <p:cNvCxnSpPr>
            <a:cxnSpLocks/>
          </p:cNvCxnSpPr>
          <p:nvPr/>
        </p:nvCxnSpPr>
        <p:spPr>
          <a:xfrm>
            <a:off x="554736" y="4497917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70CE59-AB6E-4D36-4AF2-5602D0477DD4}"/>
              </a:ext>
            </a:extLst>
          </p:cNvPr>
          <p:cNvSpPr txBox="1"/>
          <p:nvPr/>
        </p:nvSpPr>
        <p:spPr>
          <a:xfrm>
            <a:off x="554736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Competitor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E9A04-AF5F-A5F8-9FE4-5D91EB7B530D}"/>
              </a:ext>
            </a:extLst>
          </p:cNvPr>
          <p:cNvCxnSpPr>
            <a:cxnSpLocks/>
          </p:cNvCxnSpPr>
          <p:nvPr/>
        </p:nvCxnSpPr>
        <p:spPr>
          <a:xfrm>
            <a:off x="554736" y="1892386"/>
            <a:ext cx="143010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419FF53-691B-5975-2458-95DB79922E13}"/>
              </a:ext>
            </a:extLst>
          </p:cNvPr>
          <p:cNvSpPr txBox="1"/>
          <p:nvPr/>
        </p:nvSpPr>
        <p:spPr>
          <a:xfrm>
            <a:off x="2164080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Revenue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4C78CF-B86F-45E2-74A0-DFE645AA2F8D}"/>
              </a:ext>
            </a:extLst>
          </p:cNvPr>
          <p:cNvSpPr txBox="1"/>
          <p:nvPr/>
        </p:nvSpPr>
        <p:spPr>
          <a:xfrm>
            <a:off x="10210800" y="1625528"/>
            <a:ext cx="1426464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+mn-lt"/>
              </a:rPr>
              <a:t>CAGR 20xx-20xx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DC93A1-3EEE-5234-1A19-D9B88D3ADD56}"/>
              </a:ext>
            </a:extLst>
          </p:cNvPr>
          <p:cNvCxnSpPr>
            <a:cxnSpLocks/>
          </p:cNvCxnSpPr>
          <p:nvPr/>
        </p:nvCxnSpPr>
        <p:spPr>
          <a:xfrm>
            <a:off x="10210800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E5E035-140A-E46F-511C-D86DA5EA6A0B}"/>
              </a:ext>
            </a:extLst>
          </p:cNvPr>
          <p:cNvSpPr txBox="1"/>
          <p:nvPr/>
        </p:nvSpPr>
        <p:spPr>
          <a:xfrm>
            <a:off x="3773424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EBIT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F326D-6B96-0864-516F-DB4AC6A498BD}"/>
              </a:ext>
            </a:extLst>
          </p:cNvPr>
          <p:cNvSpPr txBox="1"/>
          <p:nvPr/>
        </p:nvSpPr>
        <p:spPr>
          <a:xfrm>
            <a:off x="5382768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Profit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FBE180-8995-C505-72AA-0FEA94EDED08}"/>
              </a:ext>
            </a:extLst>
          </p:cNvPr>
          <p:cNvSpPr txBox="1"/>
          <p:nvPr/>
        </p:nvSpPr>
        <p:spPr>
          <a:xfrm>
            <a:off x="6992112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Market share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C0707-ED7A-9D91-7949-E08C9CD3E530}"/>
              </a:ext>
            </a:extLst>
          </p:cNvPr>
          <p:cNvSpPr txBox="1"/>
          <p:nvPr/>
        </p:nvSpPr>
        <p:spPr>
          <a:xfrm>
            <a:off x="8601456" y="1625528"/>
            <a:ext cx="1430101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NPS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F207A1-4FF3-C292-FDEE-CC1800A72630}"/>
              </a:ext>
            </a:extLst>
          </p:cNvPr>
          <p:cNvCxnSpPr>
            <a:cxnSpLocks/>
          </p:cNvCxnSpPr>
          <p:nvPr/>
        </p:nvCxnSpPr>
        <p:spPr>
          <a:xfrm>
            <a:off x="8602185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7D76F8-7B1F-5A3C-7AEF-B4B1647ACFA0}"/>
              </a:ext>
            </a:extLst>
          </p:cNvPr>
          <p:cNvCxnSpPr>
            <a:cxnSpLocks/>
          </p:cNvCxnSpPr>
          <p:nvPr/>
        </p:nvCxnSpPr>
        <p:spPr>
          <a:xfrm>
            <a:off x="6993568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E0555E-D257-BCF7-DA28-3ABC8E5C65C7}"/>
              </a:ext>
            </a:extLst>
          </p:cNvPr>
          <p:cNvCxnSpPr>
            <a:cxnSpLocks/>
          </p:cNvCxnSpPr>
          <p:nvPr/>
        </p:nvCxnSpPr>
        <p:spPr>
          <a:xfrm>
            <a:off x="5384951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334BC5-98A4-6128-E6B5-BE015662BB61}"/>
              </a:ext>
            </a:extLst>
          </p:cNvPr>
          <p:cNvCxnSpPr>
            <a:cxnSpLocks/>
          </p:cNvCxnSpPr>
          <p:nvPr/>
        </p:nvCxnSpPr>
        <p:spPr>
          <a:xfrm>
            <a:off x="3776334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93685C-8CA5-460D-29DC-793407B67590}"/>
              </a:ext>
            </a:extLst>
          </p:cNvPr>
          <p:cNvCxnSpPr>
            <a:cxnSpLocks/>
          </p:cNvCxnSpPr>
          <p:nvPr/>
        </p:nvCxnSpPr>
        <p:spPr>
          <a:xfrm>
            <a:off x="2167717" y="1892386"/>
            <a:ext cx="14264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2BFFE94D-C887-714A-1AB3-AB5DD1F05DD1}"/>
              </a:ext>
            </a:extLst>
          </p:cNvPr>
          <p:cNvSpPr/>
          <p:nvPr/>
        </p:nvSpPr>
        <p:spPr>
          <a:xfrm>
            <a:off x="554736" y="2022796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EF7DA55-8BBC-A78E-DA3F-945894E30FC0}"/>
              </a:ext>
            </a:extLst>
          </p:cNvPr>
          <p:cNvSpPr/>
          <p:nvPr/>
        </p:nvSpPr>
        <p:spPr>
          <a:xfrm>
            <a:off x="554736" y="2649461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515E16E-78D6-C1E6-9C80-EA6DF52EAB19}"/>
              </a:ext>
            </a:extLst>
          </p:cNvPr>
          <p:cNvSpPr/>
          <p:nvPr/>
        </p:nvSpPr>
        <p:spPr>
          <a:xfrm>
            <a:off x="554736" y="3276126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292F262-D611-3878-6D9B-B895F1170FAF}"/>
              </a:ext>
            </a:extLst>
          </p:cNvPr>
          <p:cNvSpPr/>
          <p:nvPr/>
        </p:nvSpPr>
        <p:spPr>
          <a:xfrm>
            <a:off x="554736" y="3902792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A36797C-4EBC-B3F4-894A-EAF7B000EFE5}"/>
              </a:ext>
            </a:extLst>
          </p:cNvPr>
          <p:cNvSpPr/>
          <p:nvPr/>
        </p:nvSpPr>
        <p:spPr>
          <a:xfrm>
            <a:off x="554736" y="4529458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C5AA9B1-BE80-39B6-66B8-50F7A9186863}"/>
              </a:ext>
            </a:extLst>
          </p:cNvPr>
          <p:cNvSpPr/>
          <p:nvPr/>
        </p:nvSpPr>
        <p:spPr>
          <a:xfrm>
            <a:off x="554736" y="5156124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E05E241-7992-018A-5D9C-6FE728E7057F}"/>
              </a:ext>
            </a:extLst>
          </p:cNvPr>
          <p:cNvSpPr/>
          <p:nvPr/>
        </p:nvSpPr>
        <p:spPr>
          <a:xfrm>
            <a:off x="554736" y="5782786"/>
            <a:ext cx="1430101" cy="56358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[Competitor logo]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9312811D-FB32-97A9-B0DB-10535768134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3492375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