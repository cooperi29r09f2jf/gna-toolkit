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4" r:id="rId7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72" Type="http://schemas.openxmlformats.org/officeDocument/2006/relationships/slide" Target="slides/slide68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3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Our team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B88BA-4D4B-5602-60EE-F3E9EAC992C3}"/>
              </a:ext>
            </a:extLst>
          </p:cNvPr>
          <p:cNvSpPr/>
          <p:nvPr/>
        </p:nvSpPr>
        <p:spPr>
          <a:xfrm>
            <a:off x="8394701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4458F-853A-434B-8C91-9748619F8ADD}"/>
              </a:ext>
            </a:extLst>
          </p:cNvPr>
          <p:cNvSpPr/>
          <p:nvPr/>
        </p:nvSpPr>
        <p:spPr>
          <a:xfrm>
            <a:off x="554735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BB388-3BA5-D417-D124-74C3EFC948E9}"/>
              </a:ext>
            </a:extLst>
          </p:cNvPr>
          <p:cNvSpPr/>
          <p:nvPr/>
        </p:nvSpPr>
        <p:spPr>
          <a:xfrm>
            <a:off x="4474718" y="4731026"/>
            <a:ext cx="3240088" cy="15402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role / title]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700" marR="508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short bio about team member highlighting experience or client that are relevant for project]</a:t>
            </a:r>
            <a:endParaRPr kumimoji="0" lang="en-GB" sz="12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67821-D39D-17AA-B229-EDACCB09E101}"/>
              </a:ext>
            </a:extLst>
          </p:cNvPr>
          <p:cNvSpPr/>
          <p:nvPr/>
        </p:nvSpPr>
        <p:spPr>
          <a:xfrm>
            <a:off x="1024039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E82DA-083B-A542-CC7E-31DF5460ED11}"/>
              </a:ext>
            </a:extLst>
          </p:cNvPr>
          <p:cNvSpPr/>
          <p:nvPr/>
        </p:nvSpPr>
        <p:spPr>
          <a:xfrm>
            <a:off x="4944022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8568A-A1F4-0934-7D0E-60ED64FDC2AC}"/>
              </a:ext>
            </a:extLst>
          </p:cNvPr>
          <p:cNvSpPr/>
          <p:nvPr/>
        </p:nvSpPr>
        <p:spPr>
          <a:xfrm>
            <a:off x="8864005" y="1551185"/>
            <a:ext cx="2301481" cy="2936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[Add photo]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87325C1-AAB2-FD48-FB29-801EF2E4849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31411858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