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0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963" r:id="rId35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35" Type="http://schemas.openxmlformats.org/officeDocument/2006/relationships/slide" Target="slides/slide31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31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32559915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31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0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0.bin"/><Relationship Id="rIdGna1" Type="http://schemas.openxmlformats.org/officeDocument/2006/relationships/tags" Target="../tags/gnatag1.xml"/></Relationships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[Five category Harvey Ball slide / Insert action title]</a:t>
            </a:r>
            <a:endParaRPr lang="en-DK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A2F4139-95C4-095D-CE45-C64B91E63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3EC5ED5-CC2A-F4D0-0666-770FB652AE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3" name="Table 3">
            <a:extLst>
              <a:ext uri="{FF2B5EF4-FFF2-40B4-BE49-F238E27FC236}">
                <a16:creationId xmlns:a16="http://schemas.microsoft.com/office/drawing/2014/main" id="{ECE94EB7-B72A-1276-8E57-DE8EF6362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553316"/>
              </p:ext>
            </p:extLst>
          </p:nvPr>
        </p:nvGraphicFramePr>
        <p:xfrm>
          <a:off x="561975" y="1694079"/>
          <a:ext cx="11082529" cy="3756479"/>
        </p:xfrm>
        <a:graphic>
          <a:graphicData uri="http://schemas.openxmlformats.org/drawingml/2006/table">
            <a:tbl>
              <a:tblPr firstRow="1" firstCol="1">
                <a:tableStyleId>{5A111915-BE36-4E01-A7E5-04B1672EAD32}</a:tableStyleId>
              </a:tblPr>
              <a:tblGrid>
                <a:gridCol w="3029524">
                  <a:extLst>
                    <a:ext uri="{9D8B030D-6E8A-4147-A177-3AD203B41FA5}">
                      <a16:colId xmlns:a16="http://schemas.microsoft.com/office/drawing/2014/main" val="3217080445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2441850317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3207167776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3825669539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2643082913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374085253"/>
                    </a:ext>
                  </a:extLst>
                </a:gridCol>
              </a:tblGrid>
              <a:tr h="362666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+mn-lt"/>
                          <a:ea typeface="Roboto" panose="02000000000000000000" pitchFamily="2" charset="0"/>
                        </a:rPr>
                        <a:t> </a:t>
                      </a:r>
                    </a:p>
                  </a:txBody>
                  <a:tcPr marL="73152" marR="73152" marT="73152" marB="73152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+mn-lt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[Insert dimension]</a:t>
                      </a:r>
                    </a:p>
                  </a:txBody>
                  <a:tcPr marL="73152" marR="73152" marT="73152" marB="73152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+mn-lt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[Insert dimension]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[Insert dimension]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[Insert dimension]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[Insert dimension]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812651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indent="0" algn="l" defTabSz="1087636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/>
                        <a:buNone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[Insert area/category/product etc.]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0456879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[Insert area/category/product etc.]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7556444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[Insert area/category/product etc.]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9232025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[Insert area/category/product etc.]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440313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[Insert area/category/product etc.]</a:t>
                      </a: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tx1"/>
                        </a:solidFill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9828481"/>
                  </a:ext>
                </a:extLst>
              </a:tr>
            </a:tbl>
          </a:graphicData>
        </a:graphic>
      </p:graphicFrame>
      <p:sp>
        <p:nvSpPr>
          <p:cNvPr id="213" name="Text Placeholder 6">
            <a:extLst>
              <a:ext uri="{FF2B5EF4-FFF2-40B4-BE49-F238E27FC236}">
                <a16:creationId xmlns:a16="http://schemas.microsoft.com/office/drawing/2014/main" id="{C8B1CD20-1B65-AA31-F195-BC8EE85805FA}"/>
              </a:ext>
            </a:extLst>
          </p:cNvPr>
          <p:cNvSpPr txBox="1">
            <a:spLocks/>
          </p:cNvSpPr>
          <p:nvPr/>
        </p:nvSpPr>
        <p:spPr>
          <a:xfrm>
            <a:off x="561973" y="5639923"/>
            <a:ext cx="11082528" cy="684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144000" tIns="72000" rIns="108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-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-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[Insert main takeaway]</a:t>
            </a:r>
          </a:p>
        </p:txBody>
      </p:sp>
      <p:sp>
        <p:nvSpPr>
          <p:cNvPr id="229" name="Pie 14">
            <a:extLst>
              <a:ext uri="{FF2B5EF4-FFF2-40B4-BE49-F238E27FC236}">
                <a16:creationId xmlns:a16="http://schemas.microsoft.com/office/drawing/2014/main" id="{0EF193DB-2D46-2D71-7594-CDCBA6E0B036}"/>
              </a:ext>
            </a:extLst>
          </p:cNvPr>
          <p:cNvSpPr/>
          <p:nvPr/>
        </p:nvSpPr>
        <p:spPr>
          <a:xfrm>
            <a:off x="4224721" y="4246228"/>
            <a:ext cx="365760" cy="365760"/>
          </a:xfrm>
          <a:prstGeom prst="pie">
            <a:avLst>
              <a:gd name="adj1" fmla="val 16216965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2" name="Oval 7">
            <a:extLst>
              <a:ext uri="{FF2B5EF4-FFF2-40B4-BE49-F238E27FC236}">
                <a16:creationId xmlns:a16="http://schemas.microsoft.com/office/drawing/2014/main" id="{3A7BE966-F3A1-5871-B3F6-CBCD13B1B9F3}"/>
              </a:ext>
            </a:extLst>
          </p:cNvPr>
          <p:cNvSpPr/>
          <p:nvPr/>
        </p:nvSpPr>
        <p:spPr>
          <a:xfrm>
            <a:off x="4224721" y="2203432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3" name="Pie 8">
            <a:extLst>
              <a:ext uri="{FF2B5EF4-FFF2-40B4-BE49-F238E27FC236}">
                <a16:creationId xmlns:a16="http://schemas.microsoft.com/office/drawing/2014/main" id="{2D0E184D-EEBA-7D42-8E16-22540D68EB5B}"/>
              </a:ext>
            </a:extLst>
          </p:cNvPr>
          <p:cNvSpPr/>
          <p:nvPr/>
        </p:nvSpPr>
        <p:spPr>
          <a:xfrm>
            <a:off x="4224721" y="2203432"/>
            <a:ext cx="365760" cy="365760"/>
          </a:xfrm>
          <a:prstGeom prst="pi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4" name="Oval 9">
            <a:extLst>
              <a:ext uri="{FF2B5EF4-FFF2-40B4-BE49-F238E27FC236}">
                <a16:creationId xmlns:a16="http://schemas.microsoft.com/office/drawing/2014/main" id="{4FF8F00E-C7A1-995E-08ED-7407A26B1379}"/>
              </a:ext>
            </a:extLst>
          </p:cNvPr>
          <p:cNvSpPr/>
          <p:nvPr/>
        </p:nvSpPr>
        <p:spPr>
          <a:xfrm>
            <a:off x="4224721" y="2884364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" name="Pie 10">
            <a:extLst>
              <a:ext uri="{FF2B5EF4-FFF2-40B4-BE49-F238E27FC236}">
                <a16:creationId xmlns:a16="http://schemas.microsoft.com/office/drawing/2014/main" id="{60F03CC8-4F45-7B70-E20C-932492FFB855}"/>
              </a:ext>
            </a:extLst>
          </p:cNvPr>
          <p:cNvSpPr/>
          <p:nvPr/>
        </p:nvSpPr>
        <p:spPr>
          <a:xfrm>
            <a:off x="4224721" y="2884364"/>
            <a:ext cx="365760" cy="365760"/>
          </a:xfrm>
          <a:prstGeom prst="pie">
            <a:avLst>
              <a:gd name="adj1" fmla="val 5373011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6" name="Oval 11">
            <a:extLst>
              <a:ext uri="{FF2B5EF4-FFF2-40B4-BE49-F238E27FC236}">
                <a16:creationId xmlns:a16="http://schemas.microsoft.com/office/drawing/2014/main" id="{04CAA057-7E78-BCD1-8633-D48EE12317BC}"/>
              </a:ext>
            </a:extLst>
          </p:cNvPr>
          <p:cNvSpPr/>
          <p:nvPr/>
        </p:nvSpPr>
        <p:spPr>
          <a:xfrm>
            <a:off x="4224721" y="3565296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7" name="Pie 12">
            <a:extLst>
              <a:ext uri="{FF2B5EF4-FFF2-40B4-BE49-F238E27FC236}">
                <a16:creationId xmlns:a16="http://schemas.microsoft.com/office/drawing/2014/main" id="{3084F266-2D0B-AA85-E840-D6152682F649}"/>
              </a:ext>
            </a:extLst>
          </p:cNvPr>
          <p:cNvSpPr/>
          <p:nvPr/>
        </p:nvSpPr>
        <p:spPr>
          <a:xfrm>
            <a:off x="4224721" y="3565296"/>
            <a:ext cx="365760" cy="365760"/>
          </a:xfrm>
          <a:prstGeom prst="pie">
            <a:avLst>
              <a:gd name="adj1" fmla="val 10692023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8" name="Oval 13">
            <a:extLst>
              <a:ext uri="{FF2B5EF4-FFF2-40B4-BE49-F238E27FC236}">
                <a16:creationId xmlns:a16="http://schemas.microsoft.com/office/drawing/2014/main" id="{937EEB55-F052-21B5-68A9-C35DE2F41405}"/>
              </a:ext>
            </a:extLst>
          </p:cNvPr>
          <p:cNvSpPr/>
          <p:nvPr/>
        </p:nvSpPr>
        <p:spPr>
          <a:xfrm>
            <a:off x="4224721" y="424622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0" name="Oval 15">
            <a:extLst>
              <a:ext uri="{FF2B5EF4-FFF2-40B4-BE49-F238E27FC236}">
                <a16:creationId xmlns:a16="http://schemas.microsoft.com/office/drawing/2014/main" id="{5CB95617-0C8F-5E4A-68BB-9DDBA62B3E2C}"/>
              </a:ext>
            </a:extLst>
          </p:cNvPr>
          <p:cNvSpPr/>
          <p:nvPr/>
        </p:nvSpPr>
        <p:spPr>
          <a:xfrm>
            <a:off x="4224721" y="4927159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1" name="Pie 16">
            <a:extLst>
              <a:ext uri="{FF2B5EF4-FFF2-40B4-BE49-F238E27FC236}">
                <a16:creationId xmlns:a16="http://schemas.microsoft.com/office/drawing/2014/main" id="{B26C87F4-035E-4DC2-0514-76F9C30D8590}"/>
              </a:ext>
            </a:extLst>
          </p:cNvPr>
          <p:cNvSpPr/>
          <p:nvPr/>
        </p:nvSpPr>
        <p:spPr>
          <a:xfrm>
            <a:off x="4224721" y="4927159"/>
            <a:ext cx="365760" cy="365760"/>
          </a:xfrm>
          <a:prstGeom prst="pie">
            <a:avLst>
              <a:gd name="adj1" fmla="val 1350826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330BD-1006-379F-787D-3D106E0B3A3A}"/>
              </a:ext>
            </a:extLst>
          </p:cNvPr>
          <p:cNvSpPr txBox="1"/>
          <p:nvPr/>
        </p:nvSpPr>
        <p:spPr>
          <a:xfrm>
            <a:off x="3696101" y="695906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8" name="Pie 14">
            <a:extLst>
              <a:ext uri="{FF2B5EF4-FFF2-40B4-BE49-F238E27FC236}">
                <a16:creationId xmlns:a16="http://schemas.microsoft.com/office/drawing/2014/main" id="{66AAFA8A-5E45-9E1A-FF9D-0866E20200BB}"/>
              </a:ext>
            </a:extLst>
          </p:cNvPr>
          <p:cNvSpPr/>
          <p:nvPr/>
        </p:nvSpPr>
        <p:spPr>
          <a:xfrm>
            <a:off x="5823349" y="4246228"/>
            <a:ext cx="365760" cy="365760"/>
          </a:xfrm>
          <a:prstGeom prst="pie">
            <a:avLst>
              <a:gd name="adj1" fmla="val 16216965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0D76FF74-FC1A-2AE4-6A13-4D7190742099}"/>
              </a:ext>
            </a:extLst>
          </p:cNvPr>
          <p:cNvSpPr/>
          <p:nvPr/>
        </p:nvSpPr>
        <p:spPr>
          <a:xfrm>
            <a:off x="5823349" y="2203432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Pie 8">
            <a:extLst>
              <a:ext uri="{FF2B5EF4-FFF2-40B4-BE49-F238E27FC236}">
                <a16:creationId xmlns:a16="http://schemas.microsoft.com/office/drawing/2014/main" id="{4DDD7160-B488-BB5F-DAA9-AE013FE13E87}"/>
              </a:ext>
            </a:extLst>
          </p:cNvPr>
          <p:cNvSpPr/>
          <p:nvPr/>
        </p:nvSpPr>
        <p:spPr>
          <a:xfrm>
            <a:off x="5823349" y="2203432"/>
            <a:ext cx="365760" cy="365760"/>
          </a:xfrm>
          <a:prstGeom prst="pi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84173147-7F59-ED0D-EC42-2AD94DC542F9}"/>
              </a:ext>
            </a:extLst>
          </p:cNvPr>
          <p:cNvSpPr/>
          <p:nvPr/>
        </p:nvSpPr>
        <p:spPr>
          <a:xfrm>
            <a:off x="5823349" y="2884364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Pie 10">
            <a:extLst>
              <a:ext uri="{FF2B5EF4-FFF2-40B4-BE49-F238E27FC236}">
                <a16:creationId xmlns:a16="http://schemas.microsoft.com/office/drawing/2014/main" id="{18771C62-E143-CA0D-0B03-029B762F23C6}"/>
              </a:ext>
            </a:extLst>
          </p:cNvPr>
          <p:cNvSpPr/>
          <p:nvPr/>
        </p:nvSpPr>
        <p:spPr>
          <a:xfrm>
            <a:off x="5823349" y="2884364"/>
            <a:ext cx="365760" cy="365760"/>
          </a:xfrm>
          <a:prstGeom prst="pie">
            <a:avLst>
              <a:gd name="adj1" fmla="val 5373011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F2F62318-C6D4-52C3-51D6-E22DB941FD2D}"/>
              </a:ext>
            </a:extLst>
          </p:cNvPr>
          <p:cNvSpPr/>
          <p:nvPr/>
        </p:nvSpPr>
        <p:spPr>
          <a:xfrm>
            <a:off x="5823349" y="3565296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Pie 12">
            <a:extLst>
              <a:ext uri="{FF2B5EF4-FFF2-40B4-BE49-F238E27FC236}">
                <a16:creationId xmlns:a16="http://schemas.microsoft.com/office/drawing/2014/main" id="{B81F68BE-36C3-DDB3-F6CC-B9BB8870B61F}"/>
              </a:ext>
            </a:extLst>
          </p:cNvPr>
          <p:cNvSpPr/>
          <p:nvPr/>
        </p:nvSpPr>
        <p:spPr>
          <a:xfrm>
            <a:off x="5823349" y="3565296"/>
            <a:ext cx="365760" cy="365760"/>
          </a:xfrm>
          <a:prstGeom prst="pie">
            <a:avLst>
              <a:gd name="adj1" fmla="val 10692023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030D0655-5864-B1D2-BF25-1BF45AFFAE99}"/>
              </a:ext>
            </a:extLst>
          </p:cNvPr>
          <p:cNvSpPr/>
          <p:nvPr/>
        </p:nvSpPr>
        <p:spPr>
          <a:xfrm>
            <a:off x="5823349" y="424622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56D340D2-E05B-46B1-3DCD-D9560E696592}"/>
              </a:ext>
            </a:extLst>
          </p:cNvPr>
          <p:cNvSpPr/>
          <p:nvPr/>
        </p:nvSpPr>
        <p:spPr>
          <a:xfrm>
            <a:off x="5823349" y="4927159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Pie 16">
            <a:extLst>
              <a:ext uri="{FF2B5EF4-FFF2-40B4-BE49-F238E27FC236}">
                <a16:creationId xmlns:a16="http://schemas.microsoft.com/office/drawing/2014/main" id="{D6E73AB1-3486-185C-E935-6419D34D42B3}"/>
              </a:ext>
            </a:extLst>
          </p:cNvPr>
          <p:cNvSpPr/>
          <p:nvPr/>
        </p:nvSpPr>
        <p:spPr>
          <a:xfrm>
            <a:off x="5823349" y="4927159"/>
            <a:ext cx="365760" cy="365760"/>
          </a:xfrm>
          <a:prstGeom prst="pie">
            <a:avLst>
              <a:gd name="adj1" fmla="val 1350826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Pie 14">
            <a:extLst>
              <a:ext uri="{FF2B5EF4-FFF2-40B4-BE49-F238E27FC236}">
                <a16:creationId xmlns:a16="http://schemas.microsoft.com/office/drawing/2014/main" id="{5A22A931-C028-A223-E185-0A05F40EF154}"/>
              </a:ext>
            </a:extLst>
          </p:cNvPr>
          <p:cNvSpPr/>
          <p:nvPr/>
        </p:nvSpPr>
        <p:spPr>
          <a:xfrm>
            <a:off x="7421977" y="4246228"/>
            <a:ext cx="365760" cy="365760"/>
          </a:xfrm>
          <a:prstGeom prst="pie">
            <a:avLst>
              <a:gd name="adj1" fmla="val 16216965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Oval 7">
            <a:extLst>
              <a:ext uri="{FF2B5EF4-FFF2-40B4-BE49-F238E27FC236}">
                <a16:creationId xmlns:a16="http://schemas.microsoft.com/office/drawing/2014/main" id="{C4110D61-7790-BEFE-7239-2DA63632E88D}"/>
              </a:ext>
            </a:extLst>
          </p:cNvPr>
          <p:cNvSpPr/>
          <p:nvPr/>
        </p:nvSpPr>
        <p:spPr>
          <a:xfrm>
            <a:off x="7421977" y="2203432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Pie 8">
            <a:extLst>
              <a:ext uri="{FF2B5EF4-FFF2-40B4-BE49-F238E27FC236}">
                <a16:creationId xmlns:a16="http://schemas.microsoft.com/office/drawing/2014/main" id="{EA2694F3-A1F3-8CB8-9CAC-674576F883C6}"/>
              </a:ext>
            </a:extLst>
          </p:cNvPr>
          <p:cNvSpPr/>
          <p:nvPr/>
        </p:nvSpPr>
        <p:spPr>
          <a:xfrm>
            <a:off x="7421977" y="2203432"/>
            <a:ext cx="365760" cy="365760"/>
          </a:xfrm>
          <a:prstGeom prst="pi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Oval 9">
            <a:extLst>
              <a:ext uri="{FF2B5EF4-FFF2-40B4-BE49-F238E27FC236}">
                <a16:creationId xmlns:a16="http://schemas.microsoft.com/office/drawing/2014/main" id="{96ADAA73-8BDC-A833-64FE-24004597FB93}"/>
              </a:ext>
            </a:extLst>
          </p:cNvPr>
          <p:cNvSpPr/>
          <p:nvPr/>
        </p:nvSpPr>
        <p:spPr>
          <a:xfrm>
            <a:off x="7421977" y="2884364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Pie 10">
            <a:extLst>
              <a:ext uri="{FF2B5EF4-FFF2-40B4-BE49-F238E27FC236}">
                <a16:creationId xmlns:a16="http://schemas.microsoft.com/office/drawing/2014/main" id="{78DD8AAB-87CA-F79B-BD63-C056D6D7205F}"/>
              </a:ext>
            </a:extLst>
          </p:cNvPr>
          <p:cNvSpPr/>
          <p:nvPr/>
        </p:nvSpPr>
        <p:spPr>
          <a:xfrm>
            <a:off x="7421977" y="2884364"/>
            <a:ext cx="365760" cy="365760"/>
          </a:xfrm>
          <a:prstGeom prst="pie">
            <a:avLst>
              <a:gd name="adj1" fmla="val 5373011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Oval 11">
            <a:extLst>
              <a:ext uri="{FF2B5EF4-FFF2-40B4-BE49-F238E27FC236}">
                <a16:creationId xmlns:a16="http://schemas.microsoft.com/office/drawing/2014/main" id="{FEE08D83-1490-9CD6-0502-7A6559FD6EE7}"/>
              </a:ext>
            </a:extLst>
          </p:cNvPr>
          <p:cNvSpPr/>
          <p:nvPr/>
        </p:nvSpPr>
        <p:spPr>
          <a:xfrm>
            <a:off x="7421977" y="3565296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Pie 12">
            <a:extLst>
              <a:ext uri="{FF2B5EF4-FFF2-40B4-BE49-F238E27FC236}">
                <a16:creationId xmlns:a16="http://schemas.microsoft.com/office/drawing/2014/main" id="{BBBE7A7E-85DC-D284-2158-6A4954191FD1}"/>
              </a:ext>
            </a:extLst>
          </p:cNvPr>
          <p:cNvSpPr/>
          <p:nvPr/>
        </p:nvSpPr>
        <p:spPr>
          <a:xfrm>
            <a:off x="7421977" y="3565296"/>
            <a:ext cx="365760" cy="365760"/>
          </a:xfrm>
          <a:prstGeom prst="pie">
            <a:avLst>
              <a:gd name="adj1" fmla="val 10692023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Oval 13">
            <a:extLst>
              <a:ext uri="{FF2B5EF4-FFF2-40B4-BE49-F238E27FC236}">
                <a16:creationId xmlns:a16="http://schemas.microsoft.com/office/drawing/2014/main" id="{5F4EE98D-A999-04B7-FF04-8260BC20E504}"/>
              </a:ext>
            </a:extLst>
          </p:cNvPr>
          <p:cNvSpPr/>
          <p:nvPr/>
        </p:nvSpPr>
        <p:spPr>
          <a:xfrm>
            <a:off x="7421977" y="424622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Oval 15">
            <a:extLst>
              <a:ext uri="{FF2B5EF4-FFF2-40B4-BE49-F238E27FC236}">
                <a16:creationId xmlns:a16="http://schemas.microsoft.com/office/drawing/2014/main" id="{1762030C-F792-2FD7-DA17-5A4375513F8B}"/>
              </a:ext>
            </a:extLst>
          </p:cNvPr>
          <p:cNvSpPr/>
          <p:nvPr/>
        </p:nvSpPr>
        <p:spPr>
          <a:xfrm>
            <a:off x="7421977" y="4927159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Pie 16">
            <a:extLst>
              <a:ext uri="{FF2B5EF4-FFF2-40B4-BE49-F238E27FC236}">
                <a16:creationId xmlns:a16="http://schemas.microsoft.com/office/drawing/2014/main" id="{645179DC-CF1E-AB4A-BF34-C79BF6474556}"/>
              </a:ext>
            </a:extLst>
          </p:cNvPr>
          <p:cNvSpPr/>
          <p:nvPr/>
        </p:nvSpPr>
        <p:spPr>
          <a:xfrm>
            <a:off x="7421977" y="4927159"/>
            <a:ext cx="365760" cy="365760"/>
          </a:xfrm>
          <a:prstGeom prst="pie">
            <a:avLst>
              <a:gd name="adj1" fmla="val 1350826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Pie 14">
            <a:extLst>
              <a:ext uri="{FF2B5EF4-FFF2-40B4-BE49-F238E27FC236}">
                <a16:creationId xmlns:a16="http://schemas.microsoft.com/office/drawing/2014/main" id="{AFCE5692-5933-342F-734E-9CC8C05E522F}"/>
              </a:ext>
            </a:extLst>
          </p:cNvPr>
          <p:cNvSpPr/>
          <p:nvPr/>
        </p:nvSpPr>
        <p:spPr>
          <a:xfrm>
            <a:off x="9020605" y="4246228"/>
            <a:ext cx="365760" cy="365760"/>
          </a:xfrm>
          <a:prstGeom prst="pie">
            <a:avLst>
              <a:gd name="adj1" fmla="val 16216965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Oval 7">
            <a:extLst>
              <a:ext uri="{FF2B5EF4-FFF2-40B4-BE49-F238E27FC236}">
                <a16:creationId xmlns:a16="http://schemas.microsoft.com/office/drawing/2014/main" id="{0D21C8A3-DBB5-13A0-F59A-AA7BD2F5F9D6}"/>
              </a:ext>
            </a:extLst>
          </p:cNvPr>
          <p:cNvSpPr/>
          <p:nvPr/>
        </p:nvSpPr>
        <p:spPr>
          <a:xfrm>
            <a:off x="9020605" y="2203432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Pie 8">
            <a:extLst>
              <a:ext uri="{FF2B5EF4-FFF2-40B4-BE49-F238E27FC236}">
                <a16:creationId xmlns:a16="http://schemas.microsoft.com/office/drawing/2014/main" id="{F6351649-10E6-5E5C-C301-13EB03346879}"/>
              </a:ext>
            </a:extLst>
          </p:cNvPr>
          <p:cNvSpPr/>
          <p:nvPr/>
        </p:nvSpPr>
        <p:spPr>
          <a:xfrm>
            <a:off x="9020605" y="2203432"/>
            <a:ext cx="365760" cy="365760"/>
          </a:xfrm>
          <a:prstGeom prst="pi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0B5FA71C-8806-D7C9-B27D-40047854E1C6}"/>
              </a:ext>
            </a:extLst>
          </p:cNvPr>
          <p:cNvSpPr/>
          <p:nvPr/>
        </p:nvSpPr>
        <p:spPr>
          <a:xfrm>
            <a:off x="9020605" y="2884364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Pie 10">
            <a:extLst>
              <a:ext uri="{FF2B5EF4-FFF2-40B4-BE49-F238E27FC236}">
                <a16:creationId xmlns:a16="http://schemas.microsoft.com/office/drawing/2014/main" id="{B997867E-F3F6-B774-21E1-B0999970F237}"/>
              </a:ext>
            </a:extLst>
          </p:cNvPr>
          <p:cNvSpPr/>
          <p:nvPr/>
        </p:nvSpPr>
        <p:spPr>
          <a:xfrm>
            <a:off x="9020605" y="2884364"/>
            <a:ext cx="365760" cy="365760"/>
          </a:xfrm>
          <a:prstGeom prst="pie">
            <a:avLst>
              <a:gd name="adj1" fmla="val 5373011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Oval 11">
            <a:extLst>
              <a:ext uri="{FF2B5EF4-FFF2-40B4-BE49-F238E27FC236}">
                <a16:creationId xmlns:a16="http://schemas.microsoft.com/office/drawing/2014/main" id="{14C2174B-60EF-3F85-2B2A-158EF830E059}"/>
              </a:ext>
            </a:extLst>
          </p:cNvPr>
          <p:cNvSpPr/>
          <p:nvPr/>
        </p:nvSpPr>
        <p:spPr>
          <a:xfrm>
            <a:off x="9020605" y="3565296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Pie 12">
            <a:extLst>
              <a:ext uri="{FF2B5EF4-FFF2-40B4-BE49-F238E27FC236}">
                <a16:creationId xmlns:a16="http://schemas.microsoft.com/office/drawing/2014/main" id="{087D4FD7-0E46-DD5F-03E9-3E145CA02405}"/>
              </a:ext>
            </a:extLst>
          </p:cNvPr>
          <p:cNvSpPr/>
          <p:nvPr/>
        </p:nvSpPr>
        <p:spPr>
          <a:xfrm>
            <a:off x="9020605" y="3565296"/>
            <a:ext cx="365760" cy="365760"/>
          </a:xfrm>
          <a:prstGeom prst="pie">
            <a:avLst>
              <a:gd name="adj1" fmla="val 10692023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Oval 13">
            <a:extLst>
              <a:ext uri="{FF2B5EF4-FFF2-40B4-BE49-F238E27FC236}">
                <a16:creationId xmlns:a16="http://schemas.microsoft.com/office/drawing/2014/main" id="{66C2242F-9960-A261-4430-81FC31BE14E0}"/>
              </a:ext>
            </a:extLst>
          </p:cNvPr>
          <p:cNvSpPr/>
          <p:nvPr/>
        </p:nvSpPr>
        <p:spPr>
          <a:xfrm>
            <a:off x="9020605" y="424622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Oval 15">
            <a:extLst>
              <a:ext uri="{FF2B5EF4-FFF2-40B4-BE49-F238E27FC236}">
                <a16:creationId xmlns:a16="http://schemas.microsoft.com/office/drawing/2014/main" id="{27794C09-647D-E032-5C07-596E78095F58}"/>
              </a:ext>
            </a:extLst>
          </p:cNvPr>
          <p:cNvSpPr/>
          <p:nvPr/>
        </p:nvSpPr>
        <p:spPr>
          <a:xfrm>
            <a:off x="9020605" y="4927159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" name="Pie 16">
            <a:extLst>
              <a:ext uri="{FF2B5EF4-FFF2-40B4-BE49-F238E27FC236}">
                <a16:creationId xmlns:a16="http://schemas.microsoft.com/office/drawing/2014/main" id="{14D19AAB-DAFD-AC39-F02A-D314964A7F6E}"/>
              </a:ext>
            </a:extLst>
          </p:cNvPr>
          <p:cNvSpPr/>
          <p:nvPr/>
        </p:nvSpPr>
        <p:spPr>
          <a:xfrm>
            <a:off x="9020605" y="4927159"/>
            <a:ext cx="365760" cy="365760"/>
          </a:xfrm>
          <a:prstGeom prst="pie">
            <a:avLst>
              <a:gd name="adj1" fmla="val 1350826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Pie 14">
            <a:extLst>
              <a:ext uri="{FF2B5EF4-FFF2-40B4-BE49-F238E27FC236}">
                <a16:creationId xmlns:a16="http://schemas.microsoft.com/office/drawing/2014/main" id="{8214AF98-0B70-4F2B-6154-F1DCED9A615D}"/>
              </a:ext>
            </a:extLst>
          </p:cNvPr>
          <p:cNvSpPr/>
          <p:nvPr/>
        </p:nvSpPr>
        <p:spPr>
          <a:xfrm>
            <a:off x="10619232" y="4246228"/>
            <a:ext cx="365760" cy="365760"/>
          </a:xfrm>
          <a:prstGeom prst="pie">
            <a:avLst>
              <a:gd name="adj1" fmla="val 16216965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" name="Oval 7">
            <a:extLst>
              <a:ext uri="{FF2B5EF4-FFF2-40B4-BE49-F238E27FC236}">
                <a16:creationId xmlns:a16="http://schemas.microsoft.com/office/drawing/2014/main" id="{0660B4E3-1D7D-836B-7CD0-E4E47CB45658}"/>
              </a:ext>
            </a:extLst>
          </p:cNvPr>
          <p:cNvSpPr/>
          <p:nvPr/>
        </p:nvSpPr>
        <p:spPr>
          <a:xfrm>
            <a:off x="10619232" y="2203432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6" name="Pie 8">
            <a:extLst>
              <a:ext uri="{FF2B5EF4-FFF2-40B4-BE49-F238E27FC236}">
                <a16:creationId xmlns:a16="http://schemas.microsoft.com/office/drawing/2014/main" id="{73BA23BF-6C43-9C70-3EFD-08193F0D5D57}"/>
              </a:ext>
            </a:extLst>
          </p:cNvPr>
          <p:cNvSpPr/>
          <p:nvPr/>
        </p:nvSpPr>
        <p:spPr>
          <a:xfrm>
            <a:off x="10619232" y="2203432"/>
            <a:ext cx="365760" cy="365760"/>
          </a:xfrm>
          <a:prstGeom prst="pi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Oval 9">
            <a:extLst>
              <a:ext uri="{FF2B5EF4-FFF2-40B4-BE49-F238E27FC236}">
                <a16:creationId xmlns:a16="http://schemas.microsoft.com/office/drawing/2014/main" id="{CDB49D13-6FAA-85F6-6EE3-A22A8F5FB060}"/>
              </a:ext>
            </a:extLst>
          </p:cNvPr>
          <p:cNvSpPr/>
          <p:nvPr/>
        </p:nvSpPr>
        <p:spPr>
          <a:xfrm>
            <a:off x="10619232" y="2884364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8" name="Pie 10">
            <a:extLst>
              <a:ext uri="{FF2B5EF4-FFF2-40B4-BE49-F238E27FC236}">
                <a16:creationId xmlns:a16="http://schemas.microsoft.com/office/drawing/2014/main" id="{DD5776C6-DBB6-5C8E-523B-B8F62F94D008}"/>
              </a:ext>
            </a:extLst>
          </p:cNvPr>
          <p:cNvSpPr/>
          <p:nvPr/>
        </p:nvSpPr>
        <p:spPr>
          <a:xfrm>
            <a:off x="10619232" y="2884364"/>
            <a:ext cx="365760" cy="365760"/>
          </a:xfrm>
          <a:prstGeom prst="pie">
            <a:avLst>
              <a:gd name="adj1" fmla="val 5373011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9" name="Oval 11">
            <a:extLst>
              <a:ext uri="{FF2B5EF4-FFF2-40B4-BE49-F238E27FC236}">
                <a16:creationId xmlns:a16="http://schemas.microsoft.com/office/drawing/2014/main" id="{0E7FA919-9B1D-B905-901E-FD194FAAFDF1}"/>
              </a:ext>
            </a:extLst>
          </p:cNvPr>
          <p:cNvSpPr/>
          <p:nvPr/>
        </p:nvSpPr>
        <p:spPr>
          <a:xfrm>
            <a:off x="10619232" y="3565296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0" name="Pie 12">
            <a:extLst>
              <a:ext uri="{FF2B5EF4-FFF2-40B4-BE49-F238E27FC236}">
                <a16:creationId xmlns:a16="http://schemas.microsoft.com/office/drawing/2014/main" id="{A757D0CA-29A4-30E7-3033-90DC8F374741}"/>
              </a:ext>
            </a:extLst>
          </p:cNvPr>
          <p:cNvSpPr/>
          <p:nvPr/>
        </p:nvSpPr>
        <p:spPr>
          <a:xfrm>
            <a:off x="10619232" y="3565296"/>
            <a:ext cx="365760" cy="365760"/>
          </a:xfrm>
          <a:prstGeom prst="pie">
            <a:avLst>
              <a:gd name="adj1" fmla="val 10692023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" name="Oval 13">
            <a:extLst>
              <a:ext uri="{FF2B5EF4-FFF2-40B4-BE49-F238E27FC236}">
                <a16:creationId xmlns:a16="http://schemas.microsoft.com/office/drawing/2014/main" id="{4F8C813C-AF2F-F2BB-AB95-8FD25612DD4E}"/>
              </a:ext>
            </a:extLst>
          </p:cNvPr>
          <p:cNvSpPr/>
          <p:nvPr/>
        </p:nvSpPr>
        <p:spPr>
          <a:xfrm>
            <a:off x="10619232" y="424622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2" name="Oval 15">
            <a:extLst>
              <a:ext uri="{FF2B5EF4-FFF2-40B4-BE49-F238E27FC236}">
                <a16:creationId xmlns:a16="http://schemas.microsoft.com/office/drawing/2014/main" id="{6BFBF8FC-8D3B-091C-A104-E6E0FA318F9F}"/>
              </a:ext>
            </a:extLst>
          </p:cNvPr>
          <p:cNvSpPr/>
          <p:nvPr/>
        </p:nvSpPr>
        <p:spPr>
          <a:xfrm>
            <a:off x="10619232" y="4927159"/>
            <a:ext cx="365760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3" name="Pie 16">
            <a:extLst>
              <a:ext uri="{FF2B5EF4-FFF2-40B4-BE49-F238E27FC236}">
                <a16:creationId xmlns:a16="http://schemas.microsoft.com/office/drawing/2014/main" id="{35A47D75-8629-0532-9A5C-9A618268E695}"/>
              </a:ext>
            </a:extLst>
          </p:cNvPr>
          <p:cNvSpPr/>
          <p:nvPr/>
        </p:nvSpPr>
        <p:spPr>
          <a:xfrm>
            <a:off x="10619232" y="4927159"/>
            <a:ext cx="365760" cy="365760"/>
          </a:xfrm>
          <a:prstGeom prst="pie">
            <a:avLst>
              <a:gd name="adj1" fmla="val 13508267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6DDAA541-73D5-4840-2222-7864015346A5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90061549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31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