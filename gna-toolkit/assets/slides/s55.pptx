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4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0928" r:id="rId59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59" Type="http://schemas.openxmlformats.org/officeDocument/2006/relationships/slide" Target="slides/slide55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55.xml.rels><?xml version="1.0" encoding="UTF-8" standalone="yes"?>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oleObject" Target="../embeddings/oleObject28.bin"/><Relationship Id="rId7" Type="http://schemas.openxmlformats.org/officeDocument/2006/relationships/image" Target="../media/image4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0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16.emf"/><Relationship Id="rIdGna1" Type="http://schemas.openxmlformats.org/officeDocument/2006/relationships/tags" Target="../tags/gnatag1.xml"/></Relationships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89">
            <a:extLst>
              <a:ext uri="{FF2B5EF4-FFF2-40B4-BE49-F238E27FC236}">
                <a16:creationId xmlns:a16="http://schemas.microsoft.com/office/drawing/2014/main" id="{083C65FE-66CB-4CA1-AB65-185CB6B7042F}"/>
              </a:ext>
            </a:extLst>
          </p:cNvPr>
          <p:cNvSpPr/>
          <p:nvPr/>
        </p:nvSpPr>
        <p:spPr>
          <a:xfrm>
            <a:off x="5021835" y="2832863"/>
            <a:ext cx="2164316" cy="2151901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5714" bIns="45714" rtlCol="0" anchor="t"/>
          <a:lstStyle/>
          <a:p>
            <a:pPr marL="0" marR="0" lvl="0" indent="0" algn="l" defTabSz="914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Verdana" panose="020B0604030504040204" pitchFamily="34" charset="0"/>
              <a:cs typeface="Arial" panose="020B0604020202020204" pitchFamily="34" charset="0"/>
              <a:sym typeface="Verdana" panose="020B0604030504040204" pitchFamily="34" charset="0"/>
            </a:endParaRPr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[Circular process overview / Insert action title]</a:t>
            </a:r>
            <a:endParaRPr lang="en-DK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02D65C44-51B4-A4DC-D1D4-242A612668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E523BF1-09AA-A606-71D8-1A6D415409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Elipse 6">
            <a:extLst>
              <a:ext uri="{FF2B5EF4-FFF2-40B4-BE49-F238E27FC236}">
                <a16:creationId xmlns:a16="http://schemas.microsoft.com/office/drawing/2014/main" id="{A5F3EE8E-0DB9-8AB6-42DC-9134474CCA64}"/>
              </a:ext>
            </a:extLst>
          </p:cNvPr>
          <p:cNvSpPr/>
          <p:nvPr/>
        </p:nvSpPr>
        <p:spPr>
          <a:xfrm>
            <a:off x="4305920" y="2168350"/>
            <a:ext cx="1415845" cy="1415845"/>
          </a:xfrm>
          <a:prstGeom prst="ellipse">
            <a:avLst/>
          </a:prstGeom>
          <a:solidFill>
            <a:schemeClr val="accent1"/>
          </a:solidFill>
          <a:effectLst/>
        </p:spPr>
        <p:txBody>
          <a:bodyPr lIns="216000" rIns="89988" bIns="180000" anchor="b"/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u="none" strike="noStrike" kern="1200" cap="none" spc="0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Verdana" panose="020B0604030504040204" pitchFamily="34" charset="0"/>
              <a:cs typeface="Arial" panose="020B0604020202020204" pitchFamily="34" charset="0"/>
              <a:sym typeface="Verdana" panose="020B0604030504040204" pitchFamily="34" charset="0"/>
            </a:endParaRPr>
          </a:p>
        </p:txBody>
      </p:sp>
      <p:sp>
        <p:nvSpPr>
          <p:cNvPr id="15" name="Elipse 7">
            <a:extLst>
              <a:ext uri="{FF2B5EF4-FFF2-40B4-BE49-F238E27FC236}">
                <a16:creationId xmlns:a16="http://schemas.microsoft.com/office/drawing/2014/main" id="{8F5A0A86-6E2E-EAE2-7F66-F8E519CD91B5}"/>
              </a:ext>
            </a:extLst>
          </p:cNvPr>
          <p:cNvSpPr/>
          <p:nvPr/>
        </p:nvSpPr>
        <p:spPr>
          <a:xfrm>
            <a:off x="6470237" y="2168349"/>
            <a:ext cx="1415845" cy="1415845"/>
          </a:xfrm>
          <a:prstGeom prst="ellipse">
            <a:avLst/>
          </a:prstGeom>
          <a:solidFill>
            <a:schemeClr val="accent1"/>
          </a:solidFill>
          <a:effectLst/>
        </p:spPr>
        <p:txBody>
          <a:bodyPr lIns="216000" rIns="89988" bIns="180000" anchor="b"/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u="none" strike="noStrike" kern="1200" cap="none" spc="0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Verdana" panose="020B0604030504040204" pitchFamily="34" charset="0"/>
              <a:cs typeface="Arial" panose="020B0604020202020204" pitchFamily="34" charset="0"/>
              <a:sym typeface="Verdana" panose="020B0604030504040204" pitchFamily="34" charset="0"/>
            </a:endParaRPr>
          </a:p>
        </p:txBody>
      </p:sp>
      <p:sp>
        <p:nvSpPr>
          <p:cNvPr id="16" name="Elipse 8">
            <a:extLst>
              <a:ext uri="{FF2B5EF4-FFF2-40B4-BE49-F238E27FC236}">
                <a16:creationId xmlns:a16="http://schemas.microsoft.com/office/drawing/2014/main" id="{52CB3873-4F9A-9E11-5B36-2697AFB88547}"/>
              </a:ext>
            </a:extLst>
          </p:cNvPr>
          <p:cNvSpPr/>
          <p:nvPr/>
        </p:nvSpPr>
        <p:spPr>
          <a:xfrm>
            <a:off x="4305919" y="4332669"/>
            <a:ext cx="1415845" cy="1415845"/>
          </a:xfrm>
          <a:prstGeom prst="ellipse">
            <a:avLst/>
          </a:prstGeom>
          <a:solidFill>
            <a:schemeClr val="accent1"/>
          </a:solidFill>
          <a:effectLst/>
        </p:spPr>
        <p:txBody>
          <a:bodyPr lIns="216000" rIns="89988" bIns="180000" anchor="b"/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u="none" strike="noStrike" kern="1200" cap="none" spc="0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Verdana" panose="020B0604030504040204" pitchFamily="34" charset="0"/>
              <a:cs typeface="Arial" panose="020B0604020202020204" pitchFamily="34" charset="0"/>
              <a:sym typeface="Verdana" panose="020B0604030504040204" pitchFamily="34" charset="0"/>
            </a:endParaRPr>
          </a:p>
        </p:txBody>
      </p:sp>
      <p:sp>
        <p:nvSpPr>
          <p:cNvPr id="20" name="Elipse 9">
            <a:extLst>
              <a:ext uri="{FF2B5EF4-FFF2-40B4-BE49-F238E27FC236}">
                <a16:creationId xmlns:a16="http://schemas.microsoft.com/office/drawing/2014/main" id="{E0EED9CC-BC30-25D5-20E6-6B9944D87DC4}"/>
              </a:ext>
            </a:extLst>
          </p:cNvPr>
          <p:cNvSpPr/>
          <p:nvPr/>
        </p:nvSpPr>
        <p:spPr>
          <a:xfrm>
            <a:off x="6470237" y="4292118"/>
            <a:ext cx="1415845" cy="1415845"/>
          </a:xfrm>
          <a:prstGeom prst="ellipse">
            <a:avLst/>
          </a:prstGeom>
          <a:solidFill>
            <a:schemeClr val="accent1"/>
          </a:solidFill>
          <a:effectLst/>
        </p:spPr>
        <p:txBody>
          <a:bodyPr lIns="216000" rIns="89988" bIns="180000" anchor="b"/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u="none" strike="noStrike" kern="1200" cap="none" spc="0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Verdana" panose="020B0604030504040204" pitchFamily="34" charset="0"/>
              <a:cs typeface="Arial" panose="020B0604020202020204" pitchFamily="34" charset="0"/>
              <a:sym typeface="Verdana" panose="020B0604030504040204" pitchFamily="34" charset="0"/>
            </a:endParaRPr>
          </a:p>
        </p:txBody>
      </p:sp>
      <p:sp>
        <p:nvSpPr>
          <p:cNvPr id="52" name="TextBox 24">
            <a:extLst>
              <a:ext uri="{FF2B5EF4-FFF2-40B4-BE49-F238E27FC236}">
                <a16:creationId xmlns:a16="http://schemas.microsoft.com/office/drawing/2014/main" id="{76CB567C-2511-C147-4A34-F8245C75A9F8}"/>
              </a:ext>
            </a:extLst>
          </p:cNvPr>
          <p:cNvSpPr txBox="1"/>
          <p:nvPr/>
        </p:nvSpPr>
        <p:spPr>
          <a:xfrm>
            <a:off x="8118101" y="2279981"/>
            <a:ext cx="2679489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Step 2</a:t>
            </a:r>
          </a:p>
        </p:txBody>
      </p:sp>
      <p:sp>
        <p:nvSpPr>
          <p:cNvPr id="53" name="TextBox 25">
            <a:extLst>
              <a:ext uri="{FF2B5EF4-FFF2-40B4-BE49-F238E27FC236}">
                <a16:creationId xmlns:a16="http://schemas.microsoft.com/office/drawing/2014/main" id="{7A446B8E-AD09-9046-8E69-BAB25A2FB2DF}"/>
              </a:ext>
            </a:extLst>
          </p:cNvPr>
          <p:cNvSpPr txBox="1"/>
          <p:nvPr/>
        </p:nvSpPr>
        <p:spPr>
          <a:xfrm>
            <a:off x="8118101" y="2699700"/>
            <a:ext cx="2679490" cy="49244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/>
            </a:pPr>
            <a:r>
              <a:rPr lang="en-GB" sz="1600" dirty="0">
                <a:latin typeface="+mn-lt"/>
                <a:cs typeface="Arial" panose="020B0604020202020204" pitchFamily="34" charset="0"/>
              </a:rPr>
              <a:t>[Insert text description with main activity/purpose of step]</a:t>
            </a:r>
            <a:endParaRPr lang="en-US" sz="16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50" name="TextBox 24">
            <a:extLst>
              <a:ext uri="{FF2B5EF4-FFF2-40B4-BE49-F238E27FC236}">
                <a16:creationId xmlns:a16="http://schemas.microsoft.com/office/drawing/2014/main" id="{E08952FC-60C4-4953-BAEE-B349A70B1920}"/>
              </a:ext>
            </a:extLst>
          </p:cNvPr>
          <p:cNvSpPr txBox="1"/>
          <p:nvPr/>
        </p:nvSpPr>
        <p:spPr>
          <a:xfrm>
            <a:off x="8118101" y="4301892"/>
            <a:ext cx="2679489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Step 3</a:t>
            </a:r>
          </a:p>
        </p:txBody>
      </p:sp>
      <p:sp>
        <p:nvSpPr>
          <p:cNvPr id="51" name="TextBox 25">
            <a:extLst>
              <a:ext uri="{FF2B5EF4-FFF2-40B4-BE49-F238E27FC236}">
                <a16:creationId xmlns:a16="http://schemas.microsoft.com/office/drawing/2014/main" id="{B0CCC6D6-0842-B730-D876-E902FCEE935A}"/>
              </a:ext>
            </a:extLst>
          </p:cNvPr>
          <p:cNvSpPr txBox="1"/>
          <p:nvPr/>
        </p:nvSpPr>
        <p:spPr>
          <a:xfrm>
            <a:off x="8118101" y="4721611"/>
            <a:ext cx="2679490" cy="49244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/>
            </a:pPr>
            <a:r>
              <a:rPr lang="en-GB" sz="1600" dirty="0">
                <a:latin typeface="+mn-lt"/>
                <a:cs typeface="Arial" panose="020B0604020202020204" pitchFamily="34" charset="0"/>
              </a:rPr>
              <a:t>[Insert text description with main activity/purpose of step]</a:t>
            </a:r>
            <a:endParaRPr lang="en-US" sz="16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8" name="TextBox 24">
            <a:extLst>
              <a:ext uri="{FF2B5EF4-FFF2-40B4-BE49-F238E27FC236}">
                <a16:creationId xmlns:a16="http://schemas.microsoft.com/office/drawing/2014/main" id="{BB962879-78D2-C3B5-3499-A44CD3890235}"/>
              </a:ext>
            </a:extLst>
          </p:cNvPr>
          <p:cNvSpPr txBox="1"/>
          <p:nvPr/>
        </p:nvSpPr>
        <p:spPr>
          <a:xfrm>
            <a:off x="1394410" y="4301892"/>
            <a:ext cx="2679489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Step 4</a:t>
            </a:r>
          </a:p>
        </p:txBody>
      </p:sp>
      <p:sp>
        <p:nvSpPr>
          <p:cNvPr id="49" name="TextBox 25">
            <a:extLst>
              <a:ext uri="{FF2B5EF4-FFF2-40B4-BE49-F238E27FC236}">
                <a16:creationId xmlns:a16="http://schemas.microsoft.com/office/drawing/2014/main" id="{A9D82F92-E8A3-8B35-AB3A-3C11916B30B9}"/>
              </a:ext>
            </a:extLst>
          </p:cNvPr>
          <p:cNvSpPr txBox="1"/>
          <p:nvPr/>
        </p:nvSpPr>
        <p:spPr>
          <a:xfrm>
            <a:off x="1394410" y="4721611"/>
            <a:ext cx="2679490" cy="49244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r">
              <a:spcBef>
                <a:spcPts val="400"/>
              </a:spcBef>
              <a:spcAft>
                <a:spcPts val="400"/>
              </a:spcAft>
              <a:defRPr/>
            </a:pPr>
            <a:r>
              <a:rPr lang="en-GB" sz="1600" dirty="0">
                <a:latin typeface="+mn-lt"/>
                <a:cs typeface="Arial" panose="020B0604020202020204" pitchFamily="34" charset="0"/>
              </a:rPr>
              <a:t>[Insert text description with main activity/purpose of step]</a:t>
            </a:r>
            <a:endParaRPr lang="en-US" sz="16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6" name="TextBox 24">
            <a:extLst>
              <a:ext uri="{FF2B5EF4-FFF2-40B4-BE49-F238E27FC236}">
                <a16:creationId xmlns:a16="http://schemas.microsoft.com/office/drawing/2014/main" id="{F7496DC5-747A-4353-1A93-E937D6A7987A}"/>
              </a:ext>
            </a:extLst>
          </p:cNvPr>
          <p:cNvSpPr txBox="1"/>
          <p:nvPr/>
        </p:nvSpPr>
        <p:spPr>
          <a:xfrm>
            <a:off x="1394410" y="2279981"/>
            <a:ext cx="2679489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Step 1</a:t>
            </a:r>
          </a:p>
        </p:txBody>
      </p:sp>
      <p:sp>
        <p:nvSpPr>
          <p:cNvPr id="47" name="TextBox 25">
            <a:extLst>
              <a:ext uri="{FF2B5EF4-FFF2-40B4-BE49-F238E27FC236}">
                <a16:creationId xmlns:a16="http://schemas.microsoft.com/office/drawing/2014/main" id="{FD21897F-79AE-47B0-0DAF-03306DC20210}"/>
              </a:ext>
            </a:extLst>
          </p:cNvPr>
          <p:cNvSpPr txBox="1"/>
          <p:nvPr/>
        </p:nvSpPr>
        <p:spPr>
          <a:xfrm>
            <a:off x="1394410" y="2699700"/>
            <a:ext cx="2679490" cy="49244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r">
              <a:spcBef>
                <a:spcPts val="400"/>
              </a:spcBef>
              <a:spcAft>
                <a:spcPts val="400"/>
              </a:spcAft>
              <a:defRPr/>
            </a:pPr>
            <a:r>
              <a:rPr lang="en-GB" sz="1600" dirty="0">
                <a:latin typeface="+mn-lt"/>
                <a:cs typeface="Arial" panose="020B0604020202020204" pitchFamily="34" charset="0"/>
              </a:rPr>
              <a:t>[Insert text description with main activity/purpose of step]</a:t>
            </a:r>
            <a:endParaRPr lang="en-US" sz="1600" dirty="0"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57" name="Grupo 42">
            <a:extLst>
              <a:ext uri="{FF2B5EF4-FFF2-40B4-BE49-F238E27FC236}">
                <a16:creationId xmlns:a16="http://schemas.microsoft.com/office/drawing/2014/main" id="{C730F434-7FF0-FA24-70E4-9C32537CEFE5}"/>
              </a:ext>
            </a:extLst>
          </p:cNvPr>
          <p:cNvGrpSpPr/>
          <p:nvPr/>
        </p:nvGrpSpPr>
        <p:grpSpPr>
          <a:xfrm>
            <a:off x="5949309" y="2405782"/>
            <a:ext cx="293384" cy="346931"/>
            <a:chOff x="3657318" y="2960019"/>
            <a:chExt cx="428407" cy="506598"/>
          </a:xfrm>
        </p:grpSpPr>
        <p:grpSp>
          <p:nvGrpSpPr>
            <p:cNvPr id="58" name="Grupo 43">
              <a:extLst>
                <a:ext uri="{FF2B5EF4-FFF2-40B4-BE49-F238E27FC236}">
                  <a16:creationId xmlns:a16="http://schemas.microsoft.com/office/drawing/2014/main" id="{9B84B92B-BD0F-0327-BE11-312B700B66E3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60" name="Conector recto 45">
                <a:extLst>
                  <a:ext uri="{FF2B5EF4-FFF2-40B4-BE49-F238E27FC236}">
                    <a16:creationId xmlns:a16="http://schemas.microsoft.com/office/drawing/2014/main" id="{33D487BF-7B88-B898-BEBB-EBC239383391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Conector recto 46">
                <a:extLst>
                  <a:ext uri="{FF2B5EF4-FFF2-40B4-BE49-F238E27FC236}">
                    <a16:creationId xmlns:a16="http://schemas.microsoft.com/office/drawing/2014/main" id="{F749E3E3-E63E-F70A-4D49-6C9996E2466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9" name="Conector recto 44">
              <a:extLst>
                <a:ext uri="{FF2B5EF4-FFF2-40B4-BE49-F238E27FC236}">
                  <a16:creationId xmlns:a16="http://schemas.microsoft.com/office/drawing/2014/main" id="{F73F7161-CC90-BEFE-60FE-E7D847C6BC28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upo 42">
            <a:extLst>
              <a:ext uri="{FF2B5EF4-FFF2-40B4-BE49-F238E27FC236}">
                <a16:creationId xmlns:a16="http://schemas.microsoft.com/office/drawing/2014/main" id="{284FC6F3-766E-F67C-869D-18DAEADE5F0D}"/>
              </a:ext>
            </a:extLst>
          </p:cNvPr>
          <p:cNvGrpSpPr/>
          <p:nvPr/>
        </p:nvGrpSpPr>
        <p:grpSpPr>
          <a:xfrm rot="5400000">
            <a:off x="7456619" y="3764690"/>
            <a:ext cx="293384" cy="346931"/>
            <a:chOff x="3657318" y="2960019"/>
            <a:chExt cx="428407" cy="506598"/>
          </a:xfrm>
        </p:grpSpPr>
        <p:grpSp>
          <p:nvGrpSpPr>
            <p:cNvPr id="63" name="Grupo 43">
              <a:extLst>
                <a:ext uri="{FF2B5EF4-FFF2-40B4-BE49-F238E27FC236}">
                  <a16:creationId xmlns:a16="http://schemas.microsoft.com/office/drawing/2014/main" id="{8F02F2AC-3093-4E80-6851-FD00EA5B5570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321" name="Conector recto 45">
                <a:extLst>
                  <a:ext uri="{FF2B5EF4-FFF2-40B4-BE49-F238E27FC236}">
                    <a16:creationId xmlns:a16="http://schemas.microsoft.com/office/drawing/2014/main" id="{51939EA7-9A3E-3718-7013-CE447EDB5628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Conector recto 46">
                <a:extLst>
                  <a:ext uri="{FF2B5EF4-FFF2-40B4-BE49-F238E27FC236}">
                    <a16:creationId xmlns:a16="http://schemas.microsoft.com/office/drawing/2014/main" id="{0F9F35E6-A4BF-9285-CBBE-202442F872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0" name="Conector recto 44">
              <a:extLst>
                <a:ext uri="{FF2B5EF4-FFF2-40B4-BE49-F238E27FC236}">
                  <a16:creationId xmlns:a16="http://schemas.microsoft.com/office/drawing/2014/main" id="{187C40EC-118E-03B5-DF52-BB44081D240F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3" name="Grupo 42">
            <a:extLst>
              <a:ext uri="{FF2B5EF4-FFF2-40B4-BE49-F238E27FC236}">
                <a16:creationId xmlns:a16="http://schemas.microsoft.com/office/drawing/2014/main" id="{E63B0889-D807-8F65-2DFA-3DEF1FA95835}"/>
              </a:ext>
            </a:extLst>
          </p:cNvPr>
          <p:cNvGrpSpPr/>
          <p:nvPr/>
        </p:nvGrpSpPr>
        <p:grpSpPr>
          <a:xfrm rot="16200000" flipV="1">
            <a:off x="4513189" y="3784966"/>
            <a:ext cx="293384" cy="346931"/>
            <a:chOff x="3657318" y="2960019"/>
            <a:chExt cx="428407" cy="506598"/>
          </a:xfrm>
        </p:grpSpPr>
        <p:grpSp>
          <p:nvGrpSpPr>
            <p:cNvPr id="324" name="Grupo 43">
              <a:extLst>
                <a:ext uri="{FF2B5EF4-FFF2-40B4-BE49-F238E27FC236}">
                  <a16:creationId xmlns:a16="http://schemas.microsoft.com/office/drawing/2014/main" id="{06B15F4A-3561-B71F-7903-589353434046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326" name="Conector recto 45">
                <a:extLst>
                  <a:ext uri="{FF2B5EF4-FFF2-40B4-BE49-F238E27FC236}">
                    <a16:creationId xmlns:a16="http://schemas.microsoft.com/office/drawing/2014/main" id="{64095E21-AC52-0797-DEA3-8AED6613F450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Conector recto 46">
                <a:extLst>
                  <a:ext uri="{FF2B5EF4-FFF2-40B4-BE49-F238E27FC236}">
                    <a16:creationId xmlns:a16="http://schemas.microsoft.com/office/drawing/2014/main" id="{53DDB7BB-7227-A804-1108-FD3CE656E6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5" name="Conector recto 44">
              <a:extLst>
                <a:ext uri="{FF2B5EF4-FFF2-40B4-BE49-F238E27FC236}">
                  <a16:creationId xmlns:a16="http://schemas.microsoft.com/office/drawing/2014/main" id="{695DD2D1-8310-3003-D206-2E454EA00DCC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8" name="Grupo 42">
            <a:extLst>
              <a:ext uri="{FF2B5EF4-FFF2-40B4-BE49-F238E27FC236}">
                <a16:creationId xmlns:a16="http://schemas.microsoft.com/office/drawing/2014/main" id="{49D4FCBF-55B4-0AF8-E326-4D505500E93C}"/>
              </a:ext>
            </a:extLst>
          </p:cNvPr>
          <p:cNvGrpSpPr/>
          <p:nvPr/>
        </p:nvGrpSpPr>
        <p:grpSpPr>
          <a:xfrm flipH="1">
            <a:off x="5949309" y="5312992"/>
            <a:ext cx="293384" cy="346931"/>
            <a:chOff x="3657318" y="2960019"/>
            <a:chExt cx="428407" cy="506598"/>
          </a:xfrm>
        </p:grpSpPr>
        <p:grpSp>
          <p:nvGrpSpPr>
            <p:cNvPr id="329" name="Grupo 43">
              <a:extLst>
                <a:ext uri="{FF2B5EF4-FFF2-40B4-BE49-F238E27FC236}">
                  <a16:creationId xmlns:a16="http://schemas.microsoft.com/office/drawing/2014/main" id="{C0B77994-BD7F-7A6D-0D77-262AB8C435BD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331" name="Conector recto 45">
                <a:extLst>
                  <a:ext uri="{FF2B5EF4-FFF2-40B4-BE49-F238E27FC236}">
                    <a16:creationId xmlns:a16="http://schemas.microsoft.com/office/drawing/2014/main" id="{B4A9E723-445C-4D55-2706-06C2E09ED64C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Conector recto 46">
                <a:extLst>
                  <a:ext uri="{FF2B5EF4-FFF2-40B4-BE49-F238E27FC236}">
                    <a16:creationId xmlns:a16="http://schemas.microsoft.com/office/drawing/2014/main" id="{048D7AF4-5755-9C97-CE37-260574CBCB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30" name="Conector recto 44">
              <a:extLst>
                <a:ext uri="{FF2B5EF4-FFF2-40B4-BE49-F238E27FC236}">
                  <a16:creationId xmlns:a16="http://schemas.microsoft.com/office/drawing/2014/main" id="{B7E09392-5D31-F91B-1067-22CC52833F07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B4AFB01-09E3-B261-E1E2-92D86A294B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0979" y="2579091"/>
            <a:ext cx="594360" cy="5943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543258-5C51-B9D9-267B-9C682B86E4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0979" y="4702860"/>
            <a:ext cx="594360" cy="5943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32152B-B360-4519-AF60-A0FC4F4984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6661" y="4702860"/>
            <a:ext cx="594360" cy="5943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4A8C52-C972-E9EF-F68F-6365C0A4C4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6661" y="2579091"/>
            <a:ext cx="594360" cy="594360"/>
          </a:xfrm>
          <a:prstGeom prst="rect">
            <a:avLst/>
          </a:prstGeom>
        </p:spPr>
      </p:pic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C220A856-9B02-7EAA-519D-AF555E9C9918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4" name="Google Shape;538;p14">
            <a:extLst>
              <a:ext uri="{FF2B5EF4-FFF2-40B4-BE49-F238E27FC236}">
                <a16:creationId xmlns:a16="http://schemas.microsoft.com/office/drawing/2014/main" id="{3D8004C4-ECC1-4E54-8309-F2AA2DB75ED4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1739604743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55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