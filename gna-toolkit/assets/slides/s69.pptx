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5" r:id="rId7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73" Type="http://schemas.openxmlformats.org/officeDocument/2006/relationships/slide" Target="slides/slide69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9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4.xml"/><Relationship Id="rId4" Type="http://schemas.openxmlformats.org/officeDocument/2006/relationships/image" Target="../media/image60.emf"/><Relationship Id="rIdGna1" Type="http://schemas.openxmlformats.org/officeDocument/2006/relationships/tags" Target="../tags/gnatag1.xml"/></Relationships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AC25573-AC2F-E746-62A5-1139E46359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AC25573-AC2F-E746-62A5-1139E4635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1ACAB5-D66C-0974-56E1-B563A5CC006D}"/>
              </a:ext>
            </a:extLst>
          </p:cNvPr>
          <p:cNvSpPr txBox="1"/>
          <p:nvPr/>
        </p:nvSpPr>
        <p:spPr>
          <a:xfrm>
            <a:off x="0" y="0"/>
            <a:ext cx="6095989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108000" rIns="108000" bIns="10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spcAft>
                <a:spcPts val="0"/>
              </a:spcAft>
              <a:buSzPct val="100000"/>
              <a:buNone/>
              <a:defRPr sz="1100">
                <a:solidFill>
                  <a:srgbClr val="2F363B"/>
                </a:solidFill>
                <a:latin typeface="+mn-lt"/>
              </a:defRPr>
            </a:lvl1pPr>
            <a:lvl2pPr marL="0" lvl="1" indent="0">
              <a:lnSpc>
                <a:spcPct val="93000"/>
              </a:lnSpc>
              <a:spcAft>
                <a:spcPts val="0"/>
              </a:spcAft>
              <a:buSzPct val="100000"/>
              <a:buChar char="​"/>
              <a:defRPr sz="1100">
                <a:solidFill>
                  <a:srgbClr val="2F363B"/>
                </a:solidFill>
                <a:latin typeface="+mn-lt"/>
              </a:defRPr>
            </a:lvl2pPr>
            <a:lvl3pPr marL="139303" lvl="2" indent="-139303">
              <a:lnSpc>
                <a:spcPct val="93000"/>
              </a:lnSpc>
              <a:spcAft>
                <a:spcPts val="0"/>
              </a:spcAft>
              <a:buSzPct val="100000"/>
              <a:defRPr sz="1100">
                <a:solidFill>
                  <a:srgbClr val="2F363B"/>
                </a:solidFill>
                <a:latin typeface="+mn-lt"/>
              </a:defRPr>
            </a:lvl3pPr>
            <a:lvl4pPr marL="185738" lvl="3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rabicPeriod"/>
              <a:defRPr sz="1100">
                <a:solidFill>
                  <a:srgbClr val="2F363B"/>
                </a:solidFill>
                <a:latin typeface="+mn-lt"/>
              </a:defRPr>
            </a:lvl4pPr>
            <a:lvl5pPr marL="185738" lvl="4" indent="-185738">
              <a:lnSpc>
                <a:spcPct val="93000"/>
              </a:lnSpc>
              <a:spcAft>
                <a:spcPts val="0"/>
              </a:spcAft>
              <a:buSzPct val="100000"/>
              <a:buFont typeface="+mj-lt"/>
              <a:buAutoNum type="alphaUcPeriod"/>
              <a:defRPr sz="1100" b="0">
                <a:solidFill>
                  <a:srgbClr val="2F363B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marL="0" marR="0" lvl="1" indent="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5" name="Background">
            <a:extLst>
              <a:ext uri="{FF2B5EF4-FFF2-40B4-BE49-F238E27FC236}">
                <a16:creationId xmlns:a16="http://schemas.microsoft.com/office/drawing/2014/main" id="{A84C8BB5-54A8-569A-5F1A-893B70D1FE2D}"/>
              </a:ext>
            </a:extLst>
          </p:cNvPr>
          <p:cNvSpPr txBox="1">
            <a:spLocks/>
          </p:cNvSpPr>
          <p:nvPr/>
        </p:nvSpPr>
        <p:spPr>
          <a:xfrm>
            <a:off x="554736" y="4295900"/>
            <a:ext cx="5065776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bio, highlighting projects and other experience that is relevant for the proposed project (e.g. describing specific tasks on previous projects)]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AEE1E6-4ED7-4147-99BB-D52B2AB84A6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[Insert name]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10CF84CE-D0F4-6BE7-26BE-E65ABFC08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[Insert title]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294F7B5-2F24-2438-36A9-D259A8EABF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96EC6F-64B4-1C51-D027-D4F00431D458}"/>
              </a:ext>
            </a:extLst>
          </p:cNvPr>
          <p:cNvSpPr/>
          <p:nvPr/>
        </p:nvSpPr>
        <p:spPr>
          <a:xfrm>
            <a:off x="554737" y="1773238"/>
            <a:ext cx="1720378" cy="23197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[Add photo]</a:t>
            </a:r>
          </a:p>
        </p:txBody>
      </p:sp>
      <p:sp>
        <p:nvSpPr>
          <p:cNvPr id="24" name="Background">
            <a:extLst>
              <a:ext uri="{FF2B5EF4-FFF2-40B4-BE49-F238E27FC236}">
                <a16:creationId xmlns:a16="http://schemas.microsoft.com/office/drawing/2014/main" id="{898B37C6-AF92-7CA7-5F72-F976D6796E74}"/>
              </a:ext>
            </a:extLst>
          </p:cNvPr>
          <p:cNvSpPr txBox="1">
            <a:spLocks/>
          </p:cNvSpPr>
          <p:nvPr/>
        </p:nvSpPr>
        <p:spPr>
          <a:xfrm>
            <a:off x="6485082" y="1773238"/>
            <a:ext cx="5065776" cy="96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0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Experience</a:t>
            </a:r>
            <a:endParaRPr lang="en-GB" sz="16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GNA, Management Consultant (20xx-) // [Company], [role] (20xx-xx) // [Company], [role] (20xx-xx) // [Company], [role] (20xx-xx) // [Company], [role] (20xx-xx) </a:t>
            </a:r>
          </a:p>
        </p:txBody>
      </p:sp>
      <p:sp>
        <p:nvSpPr>
          <p:cNvPr id="27" name="Background">
            <a:extLst>
              <a:ext uri="{FF2B5EF4-FFF2-40B4-BE49-F238E27FC236}">
                <a16:creationId xmlns:a16="http://schemas.microsoft.com/office/drawing/2014/main" id="{70AFBB46-1DF3-0F3C-9FA6-2A1415AC6672}"/>
              </a:ext>
            </a:extLst>
          </p:cNvPr>
          <p:cNvSpPr txBox="1">
            <a:spLocks/>
          </p:cNvSpPr>
          <p:nvPr/>
        </p:nvSpPr>
        <p:spPr>
          <a:xfrm>
            <a:off x="6485082" y="3034569"/>
            <a:ext cx="5065776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0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Education</a:t>
            </a:r>
            <a:endParaRPr lang="en-GB" sz="16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MSc in [xx], [</a:t>
            </a:r>
            <a:r>
              <a:rPr lang="en-GB" sz="14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xx] (year)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None/>
              <a:defRPr/>
            </a:pPr>
            <a:r>
              <a:rPr lang="en-GB" sz="14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Sc in [xx], [</a:t>
            </a:r>
            <a:r>
              <a:rPr lang="en-GB" sz="14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xx] (year)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Background">
            <a:extLst>
              <a:ext uri="{FF2B5EF4-FFF2-40B4-BE49-F238E27FC236}">
                <a16:creationId xmlns:a16="http://schemas.microsoft.com/office/drawing/2014/main" id="{03321477-4BA6-BD86-ED32-50F9A0EE9E75}"/>
              </a:ext>
            </a:extLst>
          </p:cNvPr>
          <p:cNvSpPr txBox="1">
            <a:spLocks/>
          </p:cNvSpPr>
          <p:nvPr/>
        </p:nvSpPr>
        <p:spPr>
          <a:xfrm>
            <a:off x="6485082" y="4295900"/>
            <a:ext cx="5065776" cy="20005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0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0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0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0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Selected cases</a:t>
            </a:r>
            <a:endParaRPr lang="en-US" sz="160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case; Client industry (year): Case type or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mai</a:t>
            </a:r>
            <a:r>
              <a:rPr lang="en-US" sz="14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 objective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]</a:t>
            </a:r>
          </a:p>
          <a:p>
            <a:pPr>
              <a:lnSpc>
                <a:spcPct val="100000"/>
              </a:lnSpc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case; Client industry (year): Case type or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mai</a:t>
            </a:r>
            <a:r>
              <a:rPr lang="en-US" sz="14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 objective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]</a:t>
            </a:r>
          </a:p>
          <a:p>
            <a:pPr>
              <a:lnSpc>
                <a:spcPct val="100000"/>
              </a:lnSpc>
              <a:buNone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case; Client industry (year): Case type or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mai</a:t>
            </a:r>
            <a:r>
              <a:rPr lang="en-US" sz="140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 objective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]</a:t>
            </a: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699471880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