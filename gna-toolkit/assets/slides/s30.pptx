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62" r:id="rId34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34" Type="http://schemas.openxmlformats.org/officeDocument/2006/relationships/slide" Target="slides/slide30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0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9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[Four category Harvey Ball slide / Insert action title]</a:t>
            </a:r>
            <a:endParaRPr lang="en-DK" dirty="0"/>
          </a:p>
        </p:txBody>
      </p:sp>
      <p:sp>
        <p:nvSpPr>
          <p:cNvPr id="40" name="Subtitle 39">
            <a:extLst>
              <a:ext uri="{FF2B5EF4-FFF2-40B4-BE49-F238E27FC236}">
                <a16:creationId xmlns:a16="http://schemas.microsoft.com/office/drawing/2014/main" id="{9F9D3681-AC61-D973-CE43-B872124310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FBCDBCB-78AE-FCFE-5435-F9D8091A80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86">
            <a:extLst>
              <a:ext uri="{FF2B5EF4-FFF2-40B4-BE49-F238E27FC236}">
                <a16:creationId xmlns:a16="http://schemas.microsoft.com/office/drawing/2014/main" id="{32B768B8-14EC-98B1-9360-2BDC11CC46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3166" y="2136940"/>
            <a:ext cx="1700165" cy="1700275"/>
          </a:xfrm>
          <a:prstGeom prst="ellipse">
            <a:avLst/>
          </a:prstGeom>
          <a:solidFill>
            <a:schemeClr val="bg1">
              <a:lumMod val="75000"/>
            </a:schemeClr>
          </a:solidFill>
          <a:ln w="57150"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Pie 12">
            <a:extLst>
              <a:ext uri="{FF2B5EF4-FFF2-40B4-BE49-F238E27FC236}">
                <a16:creationId xmlns:a16="http://schemas.microsoft.com/office/drawing/2014/main" id="{A76C3448-9BFF-F15A-4038-461925E915DF}"/>
              </a:ext>
            </a:extLst>
          </p:cNvPr>
          <p:cNvSpPr>
            <a:spLocks noChangeAspect="1"/>
          </p:cNvSpPr>
          <p:nvPr/>
        </p:nvSpPr>
        <p:spPr>
          <a:xfrm>
            <a:off x="1183166" y="2136940"/>
            <a:ext cx="1700165" cy="1700275"/>
          </a:xfrm>
          <a:prstGeom prst="pie">
            <a:avLst>
              <a:gd name="adj1" fmla="val 5414869"/>
              <a:gd name="adj2" fmla="val 16197063"/>
            </a:avLst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6FB5F8F6-B9D1-08B4-84E2-AF79F262645C}"/>
              </a:ext>
            </a:extLst>
          </p:cNvPr>
          <p:cNvSpPr txBox="1"/>
          <p:nvPr/>
        </p:nvSpPr>
        <p:spPr>
          <a:xfrm>
            <a:off x="1365026" y="2833189"/>
            <a:ext cx="54373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charset="0"/>
                <a:cs typeface="Poppins Bold" panose="02000000000000000000" pitchFamily="2" charset="77"/>
              </a:rPr>
              <a:t>xx%</a:t>
            </a:r>
          </a:p>
        </p:txBody>
      </p:sp>
      <p:sp>
        <p:nvSpPr>
          <p:cNvPr id="13" name="Freeform 86">
            <a:extLst>
              <a:ext uri="{FF2B5EF4-FFF2-40B4-BE49-F238E27FC236}">
                <a16:creationId xmlns:a16="http://schemas.microsoft.com/office/drawing/2014/main" id="{0359E331-A180-8103-0890-565FC34239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8476" y="2136940"/>
            <a:ext cx="1700165" cy="1700275"/>
          </a:xfrm>
          <a:prstGeom prst="ellipse">
            <a:avLst/>
          </a:prstGeom>
          <a:solidFill>
            <a:schemeClr val="bg1">
              <a:lumMod val="75000"/>
            </a:schemeClr>
          </a:solidFill>
          <a:ln w="57150"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Pie 26">
            <a:extLst>
              <a:ext uri="{FF2B5EF4-FFF2-40B4-BE49-F238E27FC236}">
                <a16:creationId xmlns:a16="http://schemas.microsoft.com/office/drawing/2014/main" id="{4739B845-2104-963B-25C0-A9DFAAC29167}"/>
              </a:ext>
            </a:extLst>
          </p:cNvPr>
          <p:cNvSpPr>
            <a:spLocks noChangeAspect="1"/>
          </p:cNvSpPr>
          <p:nvPr/>
        </p:nvSpPr>
        <p:spPr>
          <a:xfrm>
            <a:off x="3888476" y="2136940"/>
            <a:ext cx="1700165" cy="1700275"/>
          </a:xfrm>
          <a:prstGeom prst="pie">
            <a:avLst>
              <a:gd name="adj1" fmla="val 38409"/>
              <a:gd name="adj2" fmla="val 16197063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TextBox 28">
            <a:extLst>
              <a:ext uri="{FF2B5EF4-FFF2-40B4-BE49-F238E27FC236}">
                <a16:creationId xmlns:a16="http://schemas.microsoft.com/office/drawing/2014/main" id="{341D46BF-327B-3E40-1930-7FB973EE942D}"/>
              </a:ext>
            </a:extLst>
          </p:cNvPr>
          <p:cNvSpPr txBox="1"/>
          <p:nvPr/>
        </p:nvSpPr>
        <p:spPr>
          <a:xfrm>
            <a:off x="4045373" y="2833189"/>
            <a:ext cx="54373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charset="0"/>
                <a:cs typeface="Poppins Bold" panose="02000000000000000000" pitchFamily="2" charset="77"/>
              </a:rPr>
              <a:t>xx%</a:t>
            </a:r>
          </a:p>
        </p:txBody>
      </p:sp>
      <p:sp>
        <p:nvSpPr>
          <p:cNvPr id="18" name="Freeform 86">
            <a:extLst>
              <a:ext uri="{FF2B5EF4-FFF2-40B4-BE49-F238E27FC236}">
                <a16:creationId xmlns:a16="http://schemas.microsoft.com/office/drawing/2014/main" id="{310E4E26-CD80-E34C-249A-DC476AB6D1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03359" y="2136940"/>
            <a:ext cx="1700165" cy="1700275"/>
          </a:xfrm>
          <a:prstGeom prst="ellipse">
            <a:avLst/>
          </a:prstGeom>
          <a:solidFill>
            <a:schemeClr val="bg1">
              <a:lumMod val="75000"/>
            </a:schemeClr>
          </a:solidFill>
          <a:ln w="57150"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Pie 31">
            <a:extLst>
              <a:ext uri="{FF2B5EF4-FFF2-40B4-BE49-F238E27FC236}">
                <a16:creationId xmlns:a16="http://schemas.microsoft.com/office/drawing/2014/main" id="{DD573532-5B57-9848-2A92-633F13606BEB}"/>
              </a:ext>
            </a:extLst>
          </p:cNvPr>
          <p:cNvSpPr>
            <a:spLocks noChangeAspect="1"/>
          </p:cNvSpPr>
          <p:nvPr/>
        </p:nvSpPr>
        <p:spPr>
          <a:xfrm>
            <a:off x="6603359" y="2136940"/>
            <a:ext cx="1700165" cy="1700275"/>
          </a:xfrm>
          <a:prstGeom prst="pie">
            <a:avLst>
              <a:gd name="adj1" fmla="val 10788501"/>
              <a:gd name="adj2" fmla="val 16197063"/>
            </a:avLst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TextBox 33">
            <a:extLst>
              <a:ext uri="{FF2B5EF4-FFF2-40B4-BE49-F238E27FC236}">
                <a16:creationId xmlns:a16="http://schemas.microsoft.com/office/drawing/2014/main" id="{1BE5A8AD-8993-B404-0074-99744DC32C26}"/>
              </a:ext>
            </a:extLst>
          </p:cNvPr>
          <p:cNvSpPr txBox="1"/>
          <p:nvPr/>
        </p:nvSpPr>
        <p:spPr>
          <a:xfrm>
            <a:off x="6798701" y="2538993"/>
            <a:ext cx="54373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charset="0"/>
                <a:cs typeface="Poppins Bold" panose="02000000000000000000" pitchFamily="2" charset="77"/>
              </a:rPr>
              <a:t>xx%</a:t>
            </a:r>
          </a:p>
        </p:txBody>
      </p:sp>
      <p:sp>
        <p:nvSpPr>
          <p:cNvPr id="23" name="Freeform 86">
            <a:extLst>
              <a:ext uri="{FF2B5EF4-FFF2-40B4-BE49-F238E27FC236}">
                <a16:creationId xmlns:a16="http://schemas.microsoft.com/office/drawing/2014/main" id="{90362B15-DB14-6558-5DDA-3292D5BD7A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18241" y="2136940"/>
            <a:ext cx="1700165" cy="1700275"/>
          </a:xfrm>
          <a:prstGeom prst="ellipse">
            <a:avLst/>
          </a:prstGeom>
          <a:solidFill>
            <a:schemeClr val="bg1">
              <a:lumMod val="75000"/>
            </a:schemeClr>
          </a:solidFill>
          <a:ln w="57150"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Pie 36">
            <a:extLst>
              <a:ext uri="{FF2B5EF4-FFF2-40B4-BE49-F238E27FC236}">
                <a16:creationId xmlns:a16="http://schemas.microsoft.com/office/drawing/2014/main" id="{86BD19CC-45F1-554C-FE4B-28A560AFE7F2}"/>
              </a:ext>
            </a:extLst>
          </p:cNvPr>
          <p:cNvSpPr>
            <a:spLocks noChangeAspect="1"/>
          </p:cNvSpPr>
          <p:nvPr/>
        </p:nvSpPr>
        <p:spPr>
          <a:xfrm>
            <a:off x="9318241" y="2136940"/>
            <a:ext cx="1700165" cy="1700275"/>
          </a:xfrm>
          <a:prstGeom prst="pie">
            <a:avLst>
              <a:gd name="adj1" fmla="val 17257894"/>
              <a:gd name="adj2" fmla="val 16197063"/>
            </a:avLst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TextBox 38">
            <a:extLst>
              <a:ext uri="{FF2B5EF4-FFF2-40B4-BE49-F238E27FC236}">
                <a16:creationId xmlns:a16="http://schemas.microsoft.com/office/drawing/2014/main" id="{25E6778B-60F8-A977-EC32-9AD220982204}"/>
              </a:ext>
            </a:extLst>
          </p:cNvPr>
          <p:cNvSpPr txBox="1"/>
          <p:nvPr/>
        </p:nvSpPr>
        <p:spPr>
          <a:xfrm>
            <a:off x="9504323" y="2833189"/>
            <a:ext cx="54373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charset="0"/>
                <a:cs typeface="Poppins Bold" panose="02000000000000000000" pitchFamily="2" charset="77"/>
              </a:rPr>
              <a:t>xx%</a:t>
            </a:r>
          </a:p>
        </p:txBody>
      </p:sp>
      <p:cxnSp>
        <p:nvCxnSpPr>
          <p:cNvPr id="27" name="Straight Connector 40">
            <a:extLst>
              <a:ext uri="{FF2B5EF4-FFF2-40B4-BE49-F238E27FC236}">
                <a16:creationId xmlns:a16="http://schemas.microsoft.com/office/drawing/2014/main" id="{5DC07EA2-A475-C216-2779-185EB102897F}"/>
              </a:ext>
            </a:extLst>
          </p:cNvPr>
          <p:cNvCxnSpPr>
            <a:cxnSpLocks/>
            <a:stCxn id="9" idx="1"/>
            <a:endCxn id="34" idx="0"/>
          </p:cNvCxnSpPr>
          <p:nvPr/>
        </p:nvCxnSpPr>
        <p:spPr>
          <a:xfrm flipH="1">
            <a:off x="2023676" y="3837215"/>
            <a:ext cx="9573" cy="717139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41">
            <a:extLst>
              <a:ext uri="{FF2B5EF4-FFF2-40B4-BE49-F238E27FC236}">
                <a16:creationId xmlns:a16="http://schemas.microsoft.com/office/drawing/2014/main" id="{10D88270-085B-8FE2-283C-D6AC5F2B719A}"/>
              </a:ext>
            </a:extLst>
          </p:cNvPr>
          <p:cNvCxnSpPr>
            <a:cxnSpLocks/>
            <a:stCxn id="14" idx="1"/>
            <a:endCxn id="33" idx="0"/>
          </p:cNvCxnSpPr>
          <p:nvPr/>
        </p:nvCxnSpPr>
        <p:spPr>
          <a:xfrm>
            <a:off x="4738559" y="3837215"/>
            <a:ext cx="0" cy="717139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2">
            <a:extLst>
              <a:ext uri="{FF2B5EF4-FFF2-40B4-BE49-F238E27FC236}">
                <a16:creationId xmlns:a16="http://schemas.microsoft.com/office/drawing/2014/main" id="{83B695F5-AE3F-5713-08CC-4A934AF3DD61}"/>
              </a:ext>
            </a:extLst>
          </p:cNvPr>
          <p:cNvCxnSpPr>
            <a:cxnSpLocks/>
            <a:stCxn id="18" idx="4"/>
            <a:endCxn id="32" idx="0"/>
          </p:cNvCxnSpPr>
          <p:nvPr/>
        </p:nvCxnSpPr>
        <p:spPr>
          <a:xfrm>
            <a:off x="7453442" y="3837215"/>
            <a:ext cx="0" cy="717139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43">
            <a:extLst>
              <a:ext uri="{FF2B5EF4-FFF2-40B4-BE49-F238E27FC236}">
                <a16:creationId xmlns:a16="http://schemas.microsoft.com/office/drawing/2014/main" id="{20FA2754-551E-FFE8-A1F2-7941B524A0FD}"/>
              </a:ext>
            </a:extLst>
          </p:cNvPr>
          <p:cNvCxnSpPr>
            <a:cxnSpLocks/>
            <a:stCxn id="24" idx="1"/>
            <a:endCxn id="31" idx="0"/>
          </p:cNvCxnSpPr>
          <p:nvPr/>
        </p:nvCxnSpPr>
        <p:spPr>
          <a:xfrm>
            <a:off x="10168324" y="3837215"/>
            <a:ext cx="0" cy="717139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44">
            <a:extLst>
              <a:ext uri="{FF2B5EF4-FFF2-40B4-BE49-F238E27FC236}">
                <a16:creationId xmlns:a16="http://schemas.microsoft.com/office/drawing/2014/main" id="{E9B7EAD2-6C95-4C67-12CA-880082668438}"/>
              </a:ext>
            </a:extLst>
          </p:cNvPr>
          <p:cNvSpPr txBox="1"/>
          <p:nvPr/>
        </p:nvSpPr>
        <p:spPr>
          <a:xfrm>
            <a:off x="8956212" y="4554354"/>
            <a:ext cx="2424223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Roboto" charset="0"/>
                <a:cs typeface="Poppins Bold" panose="02000000000000000000" pitchFamily="2" charset="77"/>
              </a:rPr>
              <a:t>[Insert area/category]</a:t>
            </a:r>
          </a:p>
        </p:txBody>
      </p:sp>
      <p:sp>
        <p:nvSpPr>
          <p:cNvPr id="35" name="TextBox 48">
            <a:extLst>
              <a:ext uri="{FF2B5EF4-FFF2-40B4-BE49-F238E27FC236}">
                <a16:creationId xmlns:a16="http://schemas.microsoft.com/office/drawing/2014/main" id="{62F901AB-C5CD-BA76-7D33-742129F4F7AF}"/>
              </a:ext>
            </a:extLst>
          </p:cNvPr>
          <p:cNvSpPr txBox="1"/>
          <p:nvPr/>
        </p:nvSpPr>
        <p:spPr>
          <a:xfrm>
            <a:off x="8956212" y="5161025"/>
            <a:ext cx="2424223" cy="36576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Lato Light" panose="020F0502020204030203" pitchFamily="34" charset="0"/>
              </a:rPr>
              <a:t>[Insert longer description]</a:t>
            </a:r>
          </a:p>
        </p:txBody>
      </p:sp>
      <p:sp>
        <p:nvSpPr>
          <p:cNvPr id="32" name="TextBox 45">
            <a:extLst>
              <a:ext uri="{FF2B5EF4-FFF2-40B4-BE49-F238E27FC236}">
                <a16:creationId xmlns:a16="http://schemas.microsoft.com/office/drawing/2014/main" id="{77EB69B3-CC6A-C368-2DFC-6510AD5BD5F0}"/>
              </a:ext>
            </a:extLst>
          </p:cNvPr>
          <p:cNvSpPr txBox="1"/>
          <p:nvPr/>
        </p:nvSpPr>
        <p:spPr>
          <a:xfrm>
            <a:off x="6241330" y="4554354"/>
            <a:ext cx="2424223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Roboto" charset="0"/>
                <a:cs typeface="Poppins Bold" panose="02000000000000000000" pitchFamily="2" charset="77"/>
              </a:rPr>
              <a:t>[Insert area/category]</a:t>
            </a:r>
          </a:p>
        </p:txBody>
      </p:sp>
      <p:sp>
        <p:nvSpPr>
          <p:cNvPr id="36" name="TextBox 49">
            <a:extLst>
              <a:ext uri="{FF2B5EF4-FFF2-40B4-BE49-F238E27FC236}">
                <a16:creationId xmlns:a16="http://schemas.microsoft.com/office/drawing/2014/main" id="{6357477D-07DA-A3B8-33C1-EEA729CD47ED}"/>
              </a:ext>
            </a:extLst>
          </p:cNvPr>
          <p:cNvSpPr txBox="1"/>
          <p:nvPr/>
        </p:nvSpPr>
        <p:spPr>
          <a:xfrm>
            <a:off x="6241330" y="5161025"/>
            <a:ext cx="2424223" cy="36576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Lato Light" panose="020F0502020204030203" pitchFamily="34" charset="0"/>
              </a:rPr>
              <a:t>[Insert longer description]</a:t>
            </a:r>
          </a:p>
        </p:txBody>
      </p:sp>
      <p:sp>
        <p:nvSpPr>
          <p:cNvPr id="33" name="TextBox 46">
            <a:extLst>
              <a:ext uri="{FF2B5EF4-FFF2-40B4-BE49-F238E27FC236}">
                <a16:creationId xmlns:a16="http://schemas.microsoft.com/office/drawing/2014/main" id="{61E92F34-1896-40F1-D594-94427D6EA444}"/>
              </a:ext>
            </a:extLst>
          </p:cNvPr>
          <p:cNvSpPr txBox="1"/>
          <p:nvPr/>
        </p:nvSpPr>
        <p:spPr>
          <a:xfrm>
            <a:off x="3526447" y="4554354"/>
            <a:ext cx="2424223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Roboto" charset="0"/>
                <a:cs typeface="Poppins Bold" panose="02000000000000000000" pitchFamily="2" charset="77"/>
              </a:rPr>
              <a:t>[Insert area/category]</a:t>
            </a:r>
          </a:p>
        </p:txBody>
      </p:sp>
      <p:sp>
        <p:nvSpPr>
          <p:cNvPr id="37" name="TextBox 50">
            <a:extLst>
              <a:ext uri="{FF2B5EF4-FFF2-40B4-BE49-F238E27FC236}">
                <a16:creationId xmlns:a16="http://schemas.microsoft.com/office/drawing/2014/main" id="{AE9B4B85-EFF1-60D2-1D48-B19FA7EA95C0}"/>
              </a:ext>
            </a:extLst>
          </p:cNvPr>
          <p:cNvSpPr txBox="1"/>
          <p:nvPr/>
        </p:nvSpPr>
        <p:spPr>
          <a:xfrm>
            <a:off x="3526447" y="5161025"/>
            <a:ext cx="2424223" cy="36576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Lato Light" panose="020F0502020204030203" pitchFamily="34" charset="0"/>
              </a:rPr>
              <a:t>[Insert longer description]</a:t>
            </a:r>
          </a:p>
        </p:txBody>
      </p:sp>
      <p:sp>
        <p:nvSpPr>
          <p:cNvPr id="34" name="TextBox 47">
            <a:extLst>
              <a:ext uri="{FF2B5EF4-FFF2-40B4-BE49-F238E27FC236}">
                <a16:creationId xmlns:a16="http://schemas.microsoft.com/office/drawing/2014/main" id="{E5465E03-4AD7-C179-794E-DC6E5FA2ADA3}"/>
              </a:ext>
            </a:extLst>
          </p:cNvPr>
          <p:cNvSpPr txBox="1"/>
          <p:nvPr/>
        </p:nvSpPr>
        <p:spPr>
          <a:xfrm>
            <a:off x="811564" y="4554354"/>
            <a:ext cx="2424223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Roboto" charset="0"/>
                <a:cs typeface="Poppins Bold" panose="02000000000000000000" pitchFamily="2" charset="77"/>
              </a:rPr>
              <a:t>[Insert area/category]</a:t>
            </a:r>
          </a:p>
        </p:txBody>
      </p:sp>
      <p:sp>
        <p:nvSpPr>
          <p:cNvPr id="38" name="TextBox 51">
            <a:extLst>
              <a:ext uri="{FF2B5EF4-FFF2-40B4-BE49-F238E27FC236}">
                <a16:creationId xmlns:a16="http://schemas.microsoft.com/office/drawing/2014/main" id="{FD87F8C5-288E-487D-29FB-D877C6EE760E}"/>
              </a:ext>
            </a:extLst>
          </p:cNvPr>
          <p:cNvSpPr txBox="1"/>
          <p:nvPr/>
        </p:nvSpPr>
        <p:spPr>
          <a:xfrm>
            <a:off x="811564" y="5161025"/>
            <a:ext cx="2424223" cy="36576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Lato Light" panose="020F0502020204030203" pitchFamily="34" charset="0"/>
              </a:rPr>
              <a:t>[Insert longer description]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4DB75F6D-AD5B-2F9B-D9A6-75F4F269EE6B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A711EF47-482B-E7B0-3A1F-2F016AB9B63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943066087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0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