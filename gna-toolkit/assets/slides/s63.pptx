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4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354" r:id="rId67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67" Type="http://schemas.openxmlformats.org/officeDocument/2006/relationships/slide" Target="slides/slide6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89299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3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4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1.bin"/><Relationship Id="rIdGna1" Type="http://schemas.openxmlformats.org/officeDocument/2006/relationships/tags" Target="../tags/gnatag1.xml"/></Relationships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hink-cell data - do not delete" hidden="1">
            <a:extLst>
              <a:ext uri="{FF2B5EF4-FFF2-40B4-BE49-F238E27FC236}">
                <a16:creationId xmlns:a16="http://schemas.microsoft.com/office/drawing/2014/main" id="{381B9CAE-54AB-47B8-9DBC-A9152F0FF2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3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1B9CAE-54AB-47B8-9DBC-A9152F0FF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02D96AB-4B1C-4862-8FA2-AAD98895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281940"/>
            <a:ext cx="11082528" cy="731520"/>
          </a:xfrm>
        </p:spPr>
        <p:txBody>
          <a:bodyPr vert="horz"/>
          <a:lstStyle/>
          <a:p>
            <a:r>
              <a:rPr lang="en-GB" dirty="0"/>
              <a:t>[Simple timeline / Insert action title]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3A05939-35F5-ED49-6BC0-1F0CE6ADDFC8}"/>
              </a:ext>
            </a:extLst>
          </p:cNvPr>
          <p:cNvCxnSpPr>
            <a:cxnSpLocks/>
          </p:cNvCxnSpPr>
          <p:nvPr/>
        </p:nvCxnSpPr>
        <p:spPr>
          <a:xfrm flipV="1">
            <a:off x="557784" y="3849624"/>
            <a:ext cx="11082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27">
            <a:extLst>
              <a:ext uri="{FF2B5EF4-FFF2-40B4-BE49-F238E27FC236}">
                <a16:creationId xmlns:a16="http://schemas.microsoft.com/office/drawing/2014/main" id="{BF339F6C-DB51-6EC4-A98B-765817D2136E}"/>
              </a:ext>
            </a:extLst>
          </p:cNvPr>
          <p:cNvSpPr/>
          <p:nvPr/>
        </p:nvSpPr>
        <p:spPr>
          <a:xfrm>
            <a:off x="917951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cs typeface="Verdana" panose="020B0604030504040204" pitchFamily="34" charset="0"/>
              </a:rPr>
              <a:t>[Insert description of event]</a:t>
            </a:r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3D965347-CB19-2DBF-2B12-E8625939B8D8}"/>
              </a:ext>
            </a:extLst>
          </p:cNvPr>
          <p:cNvSpPr/>
          <p:nvPr/>
        </p:nvSpPr>
        <p:spPr>
          <a:xfrm>
            <a:off x="2562777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cs typeface="Verdana" panose="020B0604030504040204" pitchFamily="34" charset="0"/>
              </a:rPr>
              <a:t>[Insert description of event]</a:t>
            </a:r>
          </a:p>
        </p:txBody>
      </p:sp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5A787D41-5CA9-B080-C53C-EA6D8CDBAB08}"/>
              </a:ext>
            </a:extLst>
          </p:cNvPr>
          <p:cNvSpPr/>
          <p:nvPr/>
        </p:nvSpPr>
        <p:spPr>
          <a:xfrm>
            <a:off x="4207603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cs typeface="Verdana" panose="020B0604030504040204" pitchFamily="34" charset="0"/>
              </a:rPr>
              <a:t>[Insert description of event]</a:t>
            </a:r>
          </a:p>
        </p:txBody>
      </p:sp>
      <p:sp>
        <p:nvSpPr>
          <p:cNvPr id="11" name="Rounded Rectangle 27">
            <a:extLst>
              <a:ext uri="{FF2B5EF4-FFF2-40B4-BE49-F238E27FC236}">
                <a16:creationId xmlns:a16="http://schemas.microsoft.com/office/drawing/2014/main" id="{2B065EEE-F19E-C5D7-9A3A-F1BC109BD5BA}"/>
              </a:ext>
            </a:extLst>
          </p:cNvPr>
          <p:cNvSpPr/>
          <p:nvPr/>
        </p:nvSpPr>
        <p:spPr>
          <a:xfrm>
            <a:off x="5962157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cs typeface="Verdana" panose="020B0604030504040204" pitchFamily="34" charset="0"/>
              </a:rPr>
              <a:t>[Insert description of event]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7FC73F4-77BA-F2CC-21D7-9F8BCF0DF30C}"/>
              </a:ext>
            </a:extLst>
          </p:cNvPr>
          <p:cNvSpPr/>
          <p:nvPr/>
        </p:nvSpPr>
        <p:spPr>
          <a:xfrm>
            <a:off x="7497255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cs typeface="Verdana" panose="020B0604030504040204" pitchFamily="34" charset="0"/>
              </a:rPr>
              <a:t>[Insert description of event]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F8F29DA1-2BED-9372-5F90-85C8431E1314}"/>
              </a:ext>
            </a:extLst>
          </p:cNvPr>
          <p:cNvSpPr/>
          <p:nvPr/>
        </p:nvSpPr>
        <p:spPr>
          <a:xfrm>
            <a:off x="9142080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cs typeface="Verdana" panose="020B0604030504040204" pitchFamily="34" charset="0"/>
              </a:rPr>
              <a:t>[Insert description of event]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F316FA-B215-A57C-0CB9-369E60BF0515}"/>
              </a:ext>
            </a:extLst>
          </p:cNvPr>
          <p:cNvCxnSpPr>
            <a:cxnSpLocks/>
          </p:cNvCxnSpPr>
          <p:nvPr/>
        </p:nvCxnSpPr>
        <p:spPr>
          <a:xfrm>
            <a:off x="1961327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1C7A74-A93A-DDFD-8ADE-6C15A5088C31}"/>
              </a:ext>
            </a:extLst>
          </p:cNvPr>
          <p:cNvCxnSpPr>
            <a:cxnSpLocks/>
          </p:cNvCxnSpPr>
          <p:nvPr/>
        </p:nvCxnSpPr>
        <p:spPr>
          <a:xfrm>
            <a:off x="5250979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983E03-ABFE-30BE-1832-276C500A7FDB}"/>
              </a:ext>
            </a:extLst>
          </p:cNvPr>
          <p:cNvCxnSpPr>
            <a:cxnSpLocks/>
          </p:cNvCxnSpPr>
          <p:nvPr/>
        </p:nvCxnSpPr>
        <p:spPr>
          <a:xfrm>
            <a:off x="8540631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5987A6-4222-F9F8-58A2-64D19DF685AE}"/>
              </a:ext>
            </a:extLst>
          </p:cNvPr>
          <p:cNvCxnSpPr>
            <a:cxnSpLocks/>
          </p:cNvCxnSpPr>
          <p:nvPr/>
        </p:nvCxnSpPr>
        <p:spPr>
          <a:xfrm flipV="1">
            <a:off x="3606153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5E48C0-23FE-982F-A1D1-3F9634993AE1}"/>
              </a:ext>
            </a:extLst>
          </p:cNvPr>
          <p:cNvCxnSpPr>
            <a:cxnSpLocks/>
          </p:cNvCxnSpPr>
          <p:nvPr/>
        </p:nvCxnSpPr>
        <p:spPr>
          <a:xfrm flipV="1">
            <a:off x="7005533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51F94B-5531-1465-2398-2971FF5B6126}"/>
              </a:ext>
            </a:extLst>
          </p:cNvPr>
          <p:cNvCxnSpPr>
            <a:cxnSpLocks/>
          </p:cNvCxnSpPr>
          <p:nvPr/>
        </p:nvCxnSpPr>
        <p:spPr>
          <a:xfrm flipV="1">
            <a:off x="10185456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EE0286-7D68-2DCA-BBDC-E54EF4C31B59}"/>
              </a:ext>
            </a:extLst>
          </p:cNvPr>
          <p:cNvCxnSpPr/>
          <p:nvPr/>
        </p:nvCxnSpPr>
        <p:spPr>
          <a:xfrm flipH="1">
            <a:off x="1061327" y="3759624"/>
            <a:ext cx="0" cy="18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2F116DB-3AB2-86F2-76BC-350FBDF41F59}"/>
              </a:ext>
            </a:extLst>
          </p:cNvPr>
          <p:cNvCxnSpPr/>
          <p:nvPr/>
        </p:nvCxnSpPr>
        <p:spPr>
          <a:xfrm flipH="1">
            <a:off x="3285414" y="3759624"/>
            <a:ext cx="0" cy="18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2BC7130-63A9-99C3-3048-B802E7553DE3}"/>
              </a:ext>
            </a:extLst>
          </p:cNvPr>
          <p:cNvCxnSpPr/>
          <p:nvPr/>
        </p:nvCxnSpPr>
        <p:spPr>
          <a:xfrm flipH="1">
            <a:off x="5509501" y="3759624"/>
            <a:ext cx="0" cy="18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5AD10C2-CC34-20A3-D20E-61AD17F77CC4}"/>
              </a:ext>
            </a:extLst>
          </p:cNvPr>
          <p:cNvCxnSpPr/>
          <p:nvPr/>
        </p:nvCxnSpPr>
        <p:spPr>
          <a:xfrm flipH="1">
            <a:off x="7733588" y="3759624"/>
            <a:ext cx="0" cy="18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1580540-47DB-DD1C-4609-25FB2D963CE7}"/>
              </a:ext>
            </a:extLst>
          </p:cNvPr>
          <p:cNvCxnSpPr/>
          <p:nvPr/>
        </p:nvCxnSpPr>
        <p:spPr>
          <a:xfrm flipH="1">
            <a:off x="9957677" y="3759624"/>
            <a:ext cx="0" cy="18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BCF84C2-15C9-B3CB-822E-5C33608F1A59}"/>
              </a:ext>
            </a:extLst>
          </p:cNvPr>
          <p:cNvSpPr txBox="1"/>
          <p:nvPr/>
        </p:nvSpPr>
        <p:spPr>
          <a:xfrm>
            <a:off x="1481289" y="3873775"/>
            <a:ext cx="1384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January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4CC0A1-C13A-F6C4-A992-95AA20C84956}"/>
              </a:ext>
            </a:extLst>
          </p:cNvPr>
          <p:cNvSpPr txBox="1"/>
          <p:nvPr/>
        </p:nvSpPr>
        <p:spPr>
          <a:xfrm>
            <a:off x="3705376" y="3873775"/>
            <a:ext cx="1384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February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787FEC-F895-2B94-942E-80D01F45FB04}"/>
              </a:ext>
            </a:extLst>
          </p:cNvPr>
          <p:cNvSpPr txBox="1"/>
          <p:nvPr/>
        </p:nvSpPr>
        <p:spPr>
          <a:xfrm>
            <a:off x="5929463" y="3873775"/>
            <a:ext cx="1384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March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067ACE-6542-1F88-F29E-8F7CED11C653}"/>
              </a:ext>
            </a:extLst>
          </p:cNvPr>
          <p:cNvSpPr txBox="1"/>
          <p:nvPr/>
        </p:nvSpPr>
        <p:spPr>
          <a:xfrm>
            <a:off x="8153551" y="3873775"/>
            <a:ext cx="1384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April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B41173-867D-9F70-1E47-9D9287B857DD}"/>
              </a:ext>
            </a:extLst>
          </p:cNvPr>
          <p:cNvSpPr txBox="1"/>
          <p:nvPr/>
        </p:nvSpPr>
        <p:spPr>
          <a:xfrm>
            <a:off x="10039855" y="3873775"/>
            <a:ext cx="1384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May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CE498B-7F1E-7B03-C198-BB8A3F8AE5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43895547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3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