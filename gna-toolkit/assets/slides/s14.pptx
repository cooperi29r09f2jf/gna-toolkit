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3" r:id="rId1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18" Type="http://schemas.openxmlformats.org/officeDocument/2006/relationships/slide" Target="slides/slide14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3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9.bin"/><Relationship Id="rIdGna1" Type="http://schemas.openxmlformats.org/officeDocument/2006/relationships/tags" Target="../tags/gnatag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riangle 32">
            <a:extLst>
              <a:ext uri="{FF2B5EF4-FFF2-40B4-BE49-F238E27FC236}">
                <a16:creationId xmlns:a16="http://schemas.microsoft.com/office/drawing/2014/main" id="{9113EBB3-B49B-3B29-2A0C-A29B91CE535D}"/>
              </a:ext>
            </a:extLst>
          </p:cNvPr>
          <p:cNvSpPr/>
          <p:nvPr/>
        </p:nvSpPr>
        <p:spPr>
          <a:xfrm rot="5400000">
            <a:off x="6289128" y="1996531"/>
            <a:ext cx="270968" cy="295275"/>
          </a:xfrm>
          <a:custGeom>
            <a:avLst/>
            <a:gdLst>
              <a:gd name="connsiteX0" fmla="*/ 0 w 270968"/>
              <a:gd name="connsiteY0" fmla="*/ 295275 h 295275"/>
              <a:gd name="connsiteX1" fmla="*/ 135484 w 270968"/>
              <a:gd name="connsiteY1" fmla="*/ 0 h 295275"/>
              <a:gd name="connsiteX2" fmla="*/ 270968 w 270968"/>
              <a:gd name="connsiteY2" fmla="*/ 295275 h 295275"/>
              <a:gd name="connsiteX3" fmla="*/ 0 w 270968"/>
              <a:gd name="connsiteY3" fmla="*/ 295275 h 295275"/>
              <a:gd name="connsiteX0" fmla="*/ 0 w 270968"/>
              <a:gd name="connsiteY0" fmla="*/ 295275 h 295275"/>
              <a:gd name="connsiteX1" fmla="*/ 99519 w 270968"/>
              <a:gd name="connsiteY1" fmla="*/ 38100 h 295275"/>
              <a:gd name="connsiteX2" fmla="*/ 135484 w 270968"/>
              <a:gd name="connsiteY2" fmla="*/ 0 h 295275"/>
              <a:gd name="connsiteX3" fmla="*/ 270968 w 270968"/>
              <a:gd name="connsiteY3" fmla="*/ 295275 h 295275"/>
              <a:gd name="connsiteX4" fmla="*/ 0 w 270968"/>
              <a:gd name="connsiteY4" fmla="*/ 295275 h 295275"/>
              <a:gd name="connsiteX0" fmla="*/ 0 w 270968"/>
              <a:gd name="connsiteY0" fmla="*/ 295275 h 295275"/>
              <a:gd name="connsiteX1" fmla="*/ 99519 w 270968"/>
              <a:gd name="connsiteY1" fmla="*/ 38100 h 295275"/>
              <a:gd name="connsiteX2" fmla="*/ 135484 w 270968"/>
              <a:gd name="connsiteY2" fmla="*/ 0 h 295275"/>
              <a:gd name="connsiteX3" fmla="*/ 169369 w 270968"/>
              <a:gd name="connsiteY3" fmla="*/ 31750 h 295275"/>
              <a:gd name="connsiteX4" fmla="*/ 270968 w 270968"/>
              <a:gd name="connsiteY4" fmla="*/ 295275 h 295275"/>
              <a:gd name="connsiteX5" fmla="*/ 0 w 270968"/>
              <a:gd name="connsiteY5" fmla="*/ 295275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968" h="295275">
                <a:moveTo>
                  <a:pt x="0" y="295275"/>
                </a:moveTo>
                <a:cubicBezTo>
                  <a:pt x="37405" y="214842"/>
                  <a:pt x="62114" y="118533"/>
                  <a:pt x="99519" y="38100"/>
                </a:cubicBezTo>
                <a:lnTo>
                  <a:pt x="135484" y="0"/>
                </a:lnTo>
                <a:cubicBezTo>
                  <a:pt x="140428" y="14817"/>
                  <a:pt x="164425" y="16933"/>
                  <a:pt x="169369" y="31750"/>
                </a:cubicBezTo>
                <a:lnTo>
                  <a:pt x="270968" y="295275"/>
                </a:lnTo>
                <a:lnTo>
                  <a:pt x="0" y="295275"/>
                </a:lnTo>
                <a:close/>
              </a:path>
            </a:pathLst>
          </a:cu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1BFD7BF-BF56-D511-5E81-6FAC075EE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88" y="1982242"/>
            <a:ext cx="555378" cy="555378"/>
          </a:xfrm>
          <a:prstGeom prst="rect">
            <a:avLst/>
          </a:prstGeom>
          <a:noFill/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2300" dirty="0"/>
              <a:t>The ambition is [insert client ambition, if relevant]</a:t>
            </a:r>
            <a:endParaRPr lang="en-DK" sz="23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7AAE4A-8A76-B345-126C-EAF123CA46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D33C3C-A7F8-E27F-CF8B-11342196A6CA}"/>
              </a:ext>
            </a:extLst>
          </p:cNvPr>
          <p:cNvSpPr txBox="1"/>
          <p:nvPr/>
        </p:nvSpPr>
        <p:spPr>
          <a:xfrm>
            <a:off x="8807996" y="2249481"/>
            <a:ext cx="2743200" cy="16158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a-DK"/>
            </a:defPPr>
            <a:lvl1pPr indent="-457200">
              <a:spcBef>
                <a:spcPts val="600"/>
              </a:spcBef>
              <a:buSzPct val="100000"/>
              <a:defRPr>
                <a:solidFill>
                  <a:srgbClr val="342F2B"/>
                </a:solidFill>
                <a:latin typeface="+mn-lt"/>
                <a:cs typeface="Arial" pitchFamily="34" charset="0"/>
              </a:defRPr>
            </a:lvl1pPr>
            <a:lvl2pPr marL="180000" lvl="1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2pPr>
            <a:lvl3pPr marL="358775" lvl="2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-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3pPr>
            <a:lvl4pPr marL="541338" lvl="3" indent="-182563">
              <a:spcBef>
                <a:spcPts val="600"/>
              </a:spcBef>
              <a:buSzPct val="100000"/>
              <a:buFont typeface="Arial" panose="020B0604020202020204" pitchFamily="34" charset="0"/>
              <a:buChar char="»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4pPr>
            <a:lvl5pPr marL="715963" lvl="4" indent="-174625">
              <a:spcBef>
                <a:spcPts val="600"/>
              </a:spcBef>
              <a:buSzPct val="100000"/>
              <a:buFont typeface="Arial" panose="020B0604020202020204" pitchFamily="34" charset="0"/>
              <a:buChar char="·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1" indent="0" algn="l" defTabSz="91440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Future</a:t>
            </a:r>
          </a:p>
          <a:p>
            <a:pPr marL="0" marR="0" lvl="1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[Insert description e.g., World-class innovation engine is in place, creating a stream of new business opportunities to challenge the status quo.]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BB2BE-E038-36D1-DB23-7D48E36F9900}"/>
              </a:ext>
            </a:extLst>
          </p:cNvPr>
          <p:cNvSpPr txBox="1"/>
          <p:nvPr/>
        </p:nvSpPr>
        <p:spPr>
          <a:xfrm>
            <a:off x="780447" y="4915935"/>
            <a:ext cx="2743200" cy="14003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a-DK"/>
            </a:defPPr>
            <a:lvl1pPr indent="-457200">
              <a:spcBef>
                <a:spcPts val="600"/>
              </a:spcBef>
              <a:buSzPct val="100000"/>
              <a:defRPr>
                <a:solidFill>
                  <a:srgbClr val="342F2B"/>
                </a:solidFill>
                <a:latin typeface="+mn-lt"/>
                <a:cs typeface="Arial" pitchFamily="34" charset="0"/>
              </a:defRPr>
            </a:lvl1pPr>
            <a:lvl2pPr marL="180000" lvl="1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2pPr>
            <a:lvl3pPr marL="358775" lvl="2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-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3pPr>
            <a:lvl4pPr marL="541338" lvl="3" indent="-182563">
              <a:spcBef>
                <a:spcPts val="600"/>
              </a:spcBef>
              <a:buSzPct val="100000"/>
              <a:buFont typeface="Arial" panose="020B0604020202020204" pitchFamily="34" charset="0"/>
              <a:buChar char="»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4pPr>
            <a:lvl5pPr marL="715963" lvl="4" indent="-174625">
              <a:spcBef>
                <a:spcPts val="600"/>
              </a:spcBef>
              <a:buSzPct val="100000"/>
              <a:buFont typeface="Arial" panose="020B0604020202020204" pitchFamily="34" charset="0"/>
              <a:buChar char="·"/>
              <a:defRPr>
                <a:solidFill>
                  <a:srgbClr val="342F2B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1" indent="0" algn="l" defTabSz="91440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Today</a:t>
            </a:r>
          </a:p>
          <a:p>
            <a:pPr marL="0" marR="0" lvl="1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[Insert short description of challenge e.g., No structured innovation engine. Core business is challenged.]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0078364-4261-55DA-EF45-C90ACEDF913D}"/>
              </a:ext>
            </a:extLst>
          </p:cNvPr>
          <p:cNvSpPr/>
          <p:nvPr/>
        </p:nvSpPr>
        <p:spPr>
          <a:xfrm>
            <a:off x="1688137" y="4991428"/>
            <a:ext cx="1801705" cy="190130"/>
          </a:xfrm>
          <a:prstGeom prst="rightArrow">
            <a:avLst>
              <a:gd name="adj1" fmla="val 25852"/>
              <a:gd name="adj2" fmla="val 5000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FB6FAF5-6DC1-383B-5BF7-81C001A861EC}"/>
              </a:ext>
            </a:extLst>
          </p:cNvPr>
          <p:cNvSpPr/>
          <p:nvPr/>
        </p:nvSpPr>
        <p:spPr>
          <a:xfrm rot="10800000">
            <a:off x="6861676" y="2323781"/>
            <a:ext cx="1801368" cy="190130"/>
          </a:xfrm>
          <a:prstGeom prst="rightArrow">
            <a:avLst>
              <a:gd name="adj1" fmla="val 25852"/>
              <a:gd name="adj2" fmla="val 50000"/>
            </a:avLst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C70228-621A-CF57-04F6-9E3EF869A479}"/>
              </a:ext>
            </a:extLst>
          </p:cNvPr>
          <p:cNvSpPr txBox="1"/>
          <p:nvPr/>
        </p:nvSpPr>
        <p:spPr>
          <a:xfrm>
            <a:off x="8991600" y="1290870"/>
            <a:ext cx="2645664" cy="2527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For discussion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A1AF24-62D8-09E0-8DCF-824A297B2CA1}"/>
              </a:ext>
            </a:extLst>
          </p:cNvPr>
          <p:cNvGrpSpPr/>
          <p:nvPr/>
        </p:nvGrpSpPr>
        <p:grpSpPr>
          <a:xfrm>
            <a:off x="2816068" y="2517420"/>
            <a:ext cx="5878588" cy="2361138"/>
            <a:chOff x="2816068" y="2517420"/>
            <a:chExt cx="5878588" cy="2361138"/>
          </a:xfrm>
        </p:grpSpPr>
        <p:sp>
          <p:nvSpPr>
            <p:cNvPr id="6" name="Freeform: Shape 244">
              <a:extLst>
                <a:ext uri="{FF2B5EF4-FFF2-40B4-BE49-F238E27FC236}">
                  <a16:creationId xmlns:a16="http://schemas.microsoft.com/office/drawing/2014/main" id="{FBFB7077-74FD-0D12-A5DA-82AE6BC07E5D}"/>
                </a:ext>
              </a:extLst>
            </p:cNvPr>
            <p:cNvSpPr/>
            <p:nvPr/>
          </p:nvSpPr>
          <p:spPr>
            <a:xfrm>
              <a:off x="2816068" y="3278469"/>
              <a:ext cx="5878588" cy="1600089"/>
            </a:xfrm>
            <a:custGeom>
              <a:avLst/>
              <a:gdLst>
                <a:gd name="connsiteX0" fmla="*/ 5089920 w 5087938"/>
                <a:gd name="connsiteY0" fmla="*/ 1384857 h 1384882"/>
                <a:gd name="connsiteX1" fmla="*/ 3714571 w 5087938"/>
                <a:gd name="connsiteY1" fmla="*/ 9508 h 1384882"/>
                <a:gd name="connsiteX2" fmla="*/ 3584111 w 5087938"/>
                <a:gd name="connsiteY2" fmla="*/ 139968 h 1384882"/>
                <a:gd name="connsiteX3" fmla="*/ 3461178 w 5087938"/>
                <a:gd name="connsiteY3" fmla="*/ 139968 h 1384882"/>
                <a:gd name="connsiteX4" fmla="*/ 3399460 w 5087938"/>
                <a:gd name="connsiteY4" fmla="*/ 78251 h 1384882"/>
                <a:gd name="connsiteX5" fmla="*/ 3276527 w 5087938"/>
                <a:gd name="connsiteY5" fmla="*/ 78251 h 1384882"/>
                <a:gd name="connsiteX6" fmla="*/ 2995536 w 5087938"/>
                <a:gd name="connsiteY6" fmla="*/ 359241 h 1384882"/>
                <a:gd name="connsiteX7" fmla="*/ 2872602 w 5087938"/>
                <a:gd name="connsiteY7" fmla="*/ 359241 h 1384882"/>
                <a:gd name="connsiteX8" fmla="*/ 2749669 w 5087938"/>
                <a:gd name="connsiteY8" fmla="*/ 236308 h 1384882"/>
                <a:gd name="connsiteX9" fmla="*/ 2626736 w 5087938"/>
                <a:gd name="connsiteY9" fmla="*/ 236308 h 1384882"/>
                <a:gd name="connsiteX10" fmla="*/ 2626736 w 5087938"/>
                <a:gd name="connsiteY10" fmla="*/ 236308 h 1384882"/>
                <a:gd name="connsiteX11" fmla="*/ 2503802 w 5087938"/>
                <a:gd name="connsiteY11" fmla="*/ 236308 h 1384882"/>
                <a:gd name="connsiteX12" fmla="*/ 2269476 w 5087938"/>
                <a:gd name="connsiteY12" fmla="*/ 1982 h 1384882"/>
                <a:gd name="connsiteX13" fmla="*/ 1459621 w 5087938"/>
                <a:gd name="connsiteY13" fmla="*/ 811335 h 1384882"/>
                <a:gd name="connsiteX14" fmla="*/ 1225295 w 5087938"/>
                <a:gd name="connsiteY14" fmla="*/ 811335 h 1384882"/>
                <a:gd name="connsiteX15" fmla="*/ 1017562 w 5087938"/>
                <a:gd name="connsiteY15" fmla="*/ 603603 h 1384882"/>
                <a:gd name="connsiteX16" fmla="*/ 783236 w 5087938"/>
                <a:gd name="connsiteY16" fmla="*/ 603603 h 1384882"/>
                <a:gd name="connsiteX17" fmla="*/ 1982 w 5087938"/>
                <a:gd name="connsiteY17" fmla="*/ 1384857 h 1384882"/>
                <a:gd name="connsiteX18" fmla="*/ 5089920 w 5087938"/>
                <a:gd name="connsiteY18" fmla="*/ 1384857 h 138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87938" h="1384882">
                  <a:moveTo>
                    <a:pt x="5089920" y="1384857"/>
                  </a:moveTo>
                  <a:lnTo>
                    <a:pt x="3714571" y="9508"/>
                  </a:lnTo>
                  <a:lnTo>
                    <a:pt x="3584111" y="139968"/>
                  </a:lnTo>
                  <a:cubicBezTo>
                    <a:pt x="3549991" y="174089"/>
                    <a:pt x="3495298" y="174089"/>
                    <a:pt x="3461178" y="139968"/>
                  </a:cubicBezTo>
                  <a:lnTo>
                    <a:pt x="3399460" y="78251"/>
                  </a:lnTo>
                  <a:cubicBezTo>
                    <a:pt x="3365340" y="44130"/>
                    <a:pt x="3310647" y="44130"/>
                    <a:pt x="3276527" y="78251"/>
                  </a:cubicBezTo>
                  <a:lnTo>
                    <a:pt x="2995536" y="359241"/>
                  </a:lnTo>
                  <a:cubicBezTo>
                    <a:pt x="2961416" y="393362"/>
                    <a:pt x="2906723" y="393362"/>
                    <a:pt x="2872602" y="359241"/>
                  </a:cubicBezTo>
                  <a:lnTo>
                    <a:pt x="2749669" y="236308"/>
                  </a:lnTo>
                  <a:cubicBezTo>
                    <a:pt x="2715549" y="202188"/>
                    <a:pt x="2660856" y="202188"/>
                    <a:pt x="2626736" y="236308"/>
                  </a:cubicBezTo>
                  <a:lnTo>
                    <a:pt x="2626736" y="236308"/>
                  </a:lnTo>
                  <a:cubicBezTo>
                    <a:pt x="2592615" y="270428"/>
                    <a:pt x="2537923" y="270428"/>
                    <a:pt x="2503802" y="236308"/>
                  </a:cubicBezTo>
                  <a:lnTo>
                    <a:pt x="2269476" y="1982"/>
                  </a:lnTo>
                  <a:lnTo>
                    <a:pt x="1459621" y="811335"/>
                  </a:lnTo>
                  <a:cubicBezTo>
                    <a:pt x="1394893" y="876063"/>
                    <a:pt x="1290023" y="876063"/>
                    <a:pt x="1225295" y="811335"/>
                  </a:cubicBezTo>
                  <a:lnTo>
                    <a:pt x="1017562" y="603603"/>
                  </a:lnTo>
                  <a:cubicBezTo>
                    <a:pt x="952834" y="538875"/>
                    <a:pt x="847964" y="538875"/>
                    <a:pt x="783236" y="603603"/>
                  </a:cubicBezTo>
                  <a:lnTo>
                    <a:pt x="1982" y="1384857"/>
                  </a:lnTo>
                  <a:lnTo>
                    <a:pt x="5089920" y="1384857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742950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Char char="​"/>
              </a:pPr>
              <a:endParaRPr lang="en-GB" sz="1000" dirty="0">
                <a:latin typeface="+mn-lt"/>
              </a:endParaRPr>
            </a:p>
          </p:txBody>
        </p:sp>
        <p:sp>
          <p:nvSpPr>
            <p:cNvPr id="9" name="Freeform: Shape 190">
              <a:extLst>
                <a:ext uri="{FF2B5EF4-FFF2-40B4-BE49-F238E27FC236}">
                  <a16:creationId xmlns:a16="http://schemas.microsoft.com/office/drawing/2014/main" id="{913E7757-E5DF-BBF7-992D-813A89B133B7}"/>
                </a:ext>
              </a:extLst>
            </p:cNvPr>
            <p:cNvSpPr/>
            <p:nvPr/>
          </p:nvSpPr>
          <p:spPr>
            <a:xfrm>
              <a:off x="2987902" y="2517420"/>
              <a:ext cx="5455376" cy="2191426"/>
            </a:xfrm>
            <a:custGeom>
              <a:avLst/>
              <a:gdLst>
                <a:gd name="connsiteX0" fmla="*/ 5946 w 4721646"/>
                <a:gd name="connsiteY0" fmla="*/ 1890966 h 1896686"/>
                <a:gd name="connsiteX1" fmla="*/ 638676 w 4721646"/>
                <a:gd name="connsiteY1" fmla="*/ 1258235 h 1896686"/>
                <a:gd name="connsiteX2" fmla="*/ 873002 w 4721646"/>
                <a:gd name="connsiteY2" fmla="*/ 1258235 h 1896686"/>
                <a:gd name="connsiteX3" fmla="*/ 1080735 w 4721646"/>
                <a:gd name="connsiteY3" fmla="*/ 1465968 h 1896686"/>
                <a:gd name="connsiteX4" fmla="*/ 1315061 w 4721646"/>
                <a:gd name="connsiteY4" fmla="*/ 1465968 h 1896686"/>
                <a:gd name="connsiteX5" fmla="*/ 2726537 w 4721646"/>
                <a:gd name="connsiteY5" fmla="*/ 54492 h 1896686"/>
                <a:gd name="connsiteX6" fmla="*/ 2960863 w 4721646"/>
                <a:gd name="connsiteY6" fmla="*/ 54492 h 1896686"/>
                <a:gd name="connsiteX7" fmla="*/ 4720066 w 4721646"/>
                <a:gd name="connsiteY7" fmla="*/ 1813694 h 1896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21646" h="1896686">
                  <a:moveTo>
                    <a:pt x="5946" y="1890966"/>
                  </a:moveTo>
                  <a:lnTo>
                    <a:pt x="638676" y="1258235"/>
                  </a:lnTo>
                  <a:cubicBezTo>
                    <a:pt x="703404" y="1193507"/>
                    <a:pt x="808274" y="1193507"/>
                    <a:pt x="873002" y="1258235"/>
                  </a:cubicBezTo>
                  <a:lnTo>
                    <a:pt x="1080735" y="1465968"/>
                  </a:lnTo>
                  <a:cubicBezTo>
                    <a:pt x="1145463" y="1530696"/>
                    <a:pt x="1250333" y="1530696"/>
                    <a:pt x="1315061" y="1465968"/>
                  </a:cubicBezTo>
                  <a:lnTo>
                    <a:pt x="2726537" y="54492"/>
                  </a:lnTo>
                  <a:cubicBezTo>
                    <a:pt x="2791265" y="-10237"/>
                    <a:pt x="2896135" y="-10237"/>
                    <a:pt x="2960863" y="54492"/>
                  </a:cubicBezTo>
                  <a:lnTo>
                    <a:pt x="4720066" y="1813694"/>
                  </a:lnTo>
                </a:path>
              </a:pathLst>
            </a:custGeom>
            <a:noFill/>
            <a:ln w="12700" cap="rnd">
              <a:solidFill>
                <a:srgbClr val="30373B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742950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Char char="​"/>
              </a:pPr>
              <a:endParaRPr lang="en-GB" sz="1000" dirty="0">
                <a:latin typeface="+mn-lt"/>
              </a:endParaRPr>
            </a:p>
          </p:txBody>
        </p:sp>
      </p:grpSp>
      <p:sp>
        <p:nvSpPr>
          <p:cNvPr id="30" name="Freeform 29">
            <a:extLst>
              <a:ext uri="{FF2B5EF4-FFF2-40B4-BE49-F238E27FC236}">
                <a16:creationId xmlns:a16="http://schemas.microsoft.com/office/drawing/2014/main" id="{BAB3A9AD-1017-591B-814E-6FE176A8E223}"/>
              </a:ext>
            </a:extLst>
          </p:cNvPr>
          <p:cNvSpPr/>
          <p:nvPr/>
        </p:nvSpPr>
        <p:spPr>
          <a:xfrm>
            <a:off x="3643036" y="2600994"/>
            <a:ext cx="3378549" cy="2534817"/>
          </a:xfrm>
          <a:custGeom>
            <a:avLst/>
            <a:gdLst>
              <a:gd name="connsiteX0" fmla="*/ 0 w 3741545"/>
              <a:gd name="connsiteY0" fmla="*/ 2478024 h 2532867"/>
              <a:gd name="connsiteX1" fmla="*/ 1746504 w 3741545"/>
              <a:gd name="connsiteY1" fmla="*/ 2459736 h 2532867"/>
              <a:gd name="connsiteX2" fmla="*/ 1508760 w 3741545"/>
              <a:gd name="connsiteY2" fmla="*/ 1764792 h 2532867"/>
              <a:gd name="connsiteX3" fmla="*/ 2505456 w 3741545"/>
              <a:gd name="connsiteY3" fmla="*/ 1170432 h 2532867"/>
              <a:gd name="connsiteX4" fmla="*/ 3739896 w 3741545"/>
              <a:gd name="connsiteY4" fmla="*/ 896112 h 2532867"/>
              <a:gd name="connsiteX5" fmla="*/ 2715768 w 3741545"/>
              <a:gd name="connsiteY5" fmla="*/ 0 h 2532867"/>
              <a:gd name="connsiteX0" fmla="*/ 0 w 3523352"/>
              <a:gd name="connsiteY0" fmla="*/ 2478024 h 2532867"/>
              <a:gd name="connsiteX1" fmla="*/ 1746504 w 3523352"/>
              <a:gd name="connsiteY1" fmla="*/ 2459736 h 2532867"/>
              <a:gd name="connsiteX2" fmla="*/ 1508760 w 3523352"/>
              <a:gd name="connsiteY2" fmla="*/ 1764792 h 2532867"/>
              <a:gd name="connsiteX3" fmla="*/ 2505456 w 3523352"/>
              <a:gd name="connsiteY3" fmla="*/ 1170432 h 2532867"/>
              <a:gd name="connsiteX4" fmla="*/ 3520668 w 3523352"/>
              <a:gd name="connsiteY4" fmla="*/ 963618 h 2532867"/>
              <a:gd name="connsiteX5" fmla="*/ 2715768 w 3523352"/>
              <a:gd name="connsiteY5" fmla="*/ 0 h 2532867"/>
              <a:gd name="connsiteX0" fmla="*/ 0 w 3547711"/>
              <a:gd name="connsiteY0" fmla="*/ 2502572 h 2546216"/>
              <a:gd name="connsiteX1" fmla="*/ 1770863 w 3547711"/>
              <a:gd name="connsiteY1" fmla="*/ 2459736 h 2546216"/>
              <a:gd name="connsiteX2" fmla="*/ 1533119 w 3547711"/>
              <a:gd name="connsiteY2" fmla="*/ 1764792 h 2546216"/>
              <a:gd name="connsiteX3" fmla="*/ 2529815 w 3547711"/>
              <a:gd name="connsiteY3" fmla="*/ 1170432 h 2546216"/>
              <a:gd name="connsiteX4" fmla="*/ 3545027 w 3547711"/>
              <a:gd name="connsiteY4" fmla="*/ 963618 h 2546216"/>
              <a:gd name="connsiteX5" fmla="*/ 2740127 w 3547711"/>
              <a:gd name="connsiteY5" fmla="*/ 0 h 2546216"/>
              <a:gd name="connsiteX0" fmla="*/ 0 w 3547711"/>
              <a:gd name="connsiteY0" fmla="*/ 2502572 h 2534817"/>
              <a:gd name="connsiteX1" fmla="*/ 1770863 w 3547711"/>
              <a:gd name="connsiteY1" fmla="*/ 2459736 h 2534817"/>
              <a:gd name="connsiteX2" fmla="*/ 1533119 w 3547711"/>
              <a:gd name="connsiteY2" fmla="*/ 1764792 h 2534817"/>
              <a:gd name="connsiteX3" fmla="*/ 2529815 w 3547711"/>
              <a:gd name="connsiteY3" fmla="*/ 1170432 h 2534817"/>
              <a:gd name="connsiteX4" fmla="*/ 3545027 w 3547711"/>
              <a:gd name="connsiteY4" fmla="*/ 963618 h 2534817"/>
              <a:gd name="connsiteX5" fmla="*/ 2740127 w 3547711"/>
              <a:gd name="connsiteY5" fmla="*/ 0 h 253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7711" h="2534817">
                <a:moveTo>
                  <a:pt x="0" y="2502572"/>
                </a:moveTo>
                <a:cubicBezTo>
                  <a:pt x="753612" y="2522179"/>
                  <a:pt x="1515343" y="2582699"/>
                  <a:pt x="1770863" y="2459736"/>
                </a:cubicBezTo>
                <a:cubicBezTo>
                  <a:pt x="2026383" y="2336773"/>
                  <a:pt x="1406627" y="1979676"/>
                  <a:pt x="1533119" y="1764792"/>
                </a:cubicBezTo>
                <a:cubicBezTo>
                  <a:pt x="1659611" y="1549908"/>
                  <a:pt x="2194497" y="1303961"/>
                  <a:pt x="2529815" y="1170432"/>
                </a:cubicBezTo>
                <a:cubicBezTo>
                  <a:pt x="2865133" y="1036903"/>
                  <a:pt x="3509975" y="1158690"/>
                  <a:pt x="3545027" y="963618"/>
                </a:cubicBezTo>
                <a:cubicBezTo>
                  <a:pt x="3580079" y="768546"/>
                  <a:pt x="3269717" y="350520"/>
                  <a:pt x="2740127" y="0"/>
                </a:cubicBezTo>
              </a:path>
            </a:pathLst>
          </a:custGeom>
          <a:noFill/>
          <a:ln w="28575" cap="sq">
            <a:solidFill>
              <a:schemeClr val="accent6"/>
            </a:solidFill>
            <a:prstDash val="sysDot"/>
            <a:miter lim="800000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165F7852-D72C-EF25-3C2F-5FA467221813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89321468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