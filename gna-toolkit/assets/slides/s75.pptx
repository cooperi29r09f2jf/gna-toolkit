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21" r:id="rId79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79" Type="http://schemas.openxmlformats.org/officeDocument/2006/relationships/slide" Target="slides/slide75.xml"/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13" Type="http://schemas.openxmlformats.org/officeDocument/2006/relationships/tags" Target="../tags/tag92.xml"/><Relationship Id="rId3" Type="http://schemas.openxmlformats.org/officeDocument/2006/relationships/tags" Target="../tags/tag82.xml"/><Relationship Id="rId7" Type="http://schemas.openxmlformats.org/officeDocument/2006/relationships/tags" Target="../tags/tag86.xml"/><Relationship Id="rId12" Type="http://schemas.openxmlformats.org/officeDocument/2006/relationships/tags" Target="../tags/tag91.xml"/><Relationship Id="rId17" Type="http://schemas.openxmlformats.org/officeDocument/2006/relationships/image" Target="../media/image1.png"/><Relationship Id="rId2" Type="http://schemas.openxmlformats.org/officeDocument/2006/relationships/tags" Target="../tags/tag81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tags" Target="../tags/tag90.xml"/><Relationship Id="rId5" Type="http://schemas.openxmlformats.org/officeDocument/2006/relationships/tags" Target="../tags/tag84.xml"/><Relationship Id="rId15" Type="http://schemas.openxmlformats.org/officeDocument/2006/relationships/tags" Target="../tags/tag94.xml"/><Relationship Id="rId10" Type="http://schemas.openxmlformats.org/officeDocument/2006/relationships/tags" Target="../tags/tag89.xml"/><Relationship Id="rId4" Type="http://schemas.openxmlformats.org/officeDocument/2006/relationships/tags" Target="../tags/tag83.xml"/><Relationship Id="rId9" Type="http://schemas.openxmlformats.org/officeDocument/2006/relationships/tags" Target="../tags/tag88.xml"/><Relationship Id="rId14" Type="http://schemas.openxmlformats.org/officeDocument/2006/relationships/tags" Target="../tags/tag93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08754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08754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08754"/>
            <a:ext cx="69677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08754"/>
            <a:ext cx="3465576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pic>
        <p:nvPicPr>
          <p:cNvPr id="25" name="GNA footer logo" descr="GNA logo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1009019" y="6491576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" Type="http://schemas.openxmlformats.org/officeDocument/2006/relationships/slideLayout" Target="../slideLayouts/slideLayout7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2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75.xml.rels><?xml version="1.0" encoding="UTF-8" standalone="yes"?>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7.xml"/><Relationship Id="rIdGna1" Type="http://schemas.openxmlformats.org/officeDocument/2006/relationships/tags" Target="../tags/gnatag1.xml"/></Relationships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9D6D170-DF70-E6F8-1E1D-1B2F2CAF2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[Insert case headline]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97A557C-DC43-884C-FF38-26EC6EF497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Brief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070FDC-1286-9506-B9E2-2A67373E739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Google Shape;1706;p279">
            <a:extLst>
              <a:ext uri="{FF2B5EF4-FFF2-40B4-BE49-F238E27FC236}">
                <a16:creationId xmlns:a16="http://schemas.microsoft.com/office/drawing/2014/main" id="{F3282214-A44C-2C0F-611A-4D7638A3EBBB}"/>
              </a:ext>
            </a:extLst>
          </p:cNvPr>
          <p:cNvSpPr txBox="1"/>
          <p:nvPr/>
        </p:nvSpPr>
        <p:spPr>
          <a:xfrm>
            <a:off x="8171692" y="4128699"/>
            <a:ext cx="2711056" cy="17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>
              <a:spcAft>
                <a:spcPts val="600"/>
              </a:spcAft>
              <a:buClr>
                <a:srgbClr val="FFFFFF"/>
              </a:buClr>
              <a:buSzPts val="900"/>
            </a:pPr>
            <a:r>
              <a:rPr lang="en" sz="1400" dirty="0"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[Insert main things you did and outcomes of project]</a:t>
            </a:r>
            <a:endParaRPr sz="1400" dirty="0">
              <a:latin typeface="+mn-lt"/>
              <a:ea typeface="Helvetica Neue"/>
              <a:cs typeface="Arial" panose="020B0604020202020204" pitchFamily="34" charset="0"/>
              <a:sym typeface="Helvetica Neue"/>
            </a:endParaRPr>
          </a:p>
        </p:txBody>
      </p:sp>
      <p:sp>
        <p:nvSpPr>
          <p:cNvPr id="11" name="Google Shape;1707;p279">
            <a:extLst>
              <a:ext uri="{FF2B5EF4-FFF2-40B4-BE49-F238E27FC236}">
                <a16:creationId xmlns:a16="http://schemas.microsoft.com/office/drawing/2014/main" id="{E4588BA6-5F12-B118-3012-20A1386DE734}"/>
              </a:ext>
            </a:extLst>
          </p:cNvPr>
          <p:cNvSpPr txBox="1"/>
          <p:nvPr/>
        </p:nvSpPr>
        <p:spPr>
          <a:xfrm>
            <a:off x="4706117" y="4128699"/>
            <a:ext cx="2495635" cy="15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>
              <a:buClr>
                <a:srgbClr val="FFFFFF"/>
              </a:buClr>
              <a:buSzPts val="900"/>
            </a:pPr>
            <a:r>
              <a:rPr lang="en-US" sz="1400" dirty="0"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[Insert description of client challenge and objective of project, if relevant]</a:t>
            </a:r>
          </a:p>
        </p:txBody>
      </p:sp>
      <p:sp>
        <p:nvSpPr>
          <p:cNvPr id="13" name="Google Shape;1703;p279">
            <a:extLst>
              <a:ext uri="{FF2B5EF4-FFF2-40B4-BE49-F238E27FC236}">
                <a16:creationId xmlns:a16="http://schemas.microsoft.com/office/drawing/2014/main" id="{3CE07E8A-83DA-4358-B676-F49379601A33}"/>
              </a:ext>
            </a:extLst>
          </p:cNvPr>
          <p:cNvSpPr txBox="1"/>
          <p:nvPr/>
        </p:nvSpPr>
        <p:spPr>
          <a:xfrm>
            <a:off x="554735" y="4175987"/>
            <a:ext cx="3465575" cy="500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</a:pPr>
            <a:r>
              <a:rPr lang="en" sz="1400" b="0" i="0" u="none" strike="noStrike" cap="none" dirty="0">
                <a:latin typeface="+mn-lt"/>
                <a:ea typeface="Helvetica Neue"/>
                <a:cs typeface="Arial" panose="020B0604020202020204" pitchFamily="34" charset="0"/>
                <a:sym typeface="Helvetica Neue"/>
              </a:rPr>
              <a:t>[Insert short description of brief or project background/situation]</a:t>
            </a:r>
            <a:endParaRPr sz="14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14" name="Subtitle 5">
            <a:extLst>
              <a:ext uri="{FF2B5EF4-FFF2-40B4-BE49-F238E27FC236}">
                <a16:creationId xmlns:a16="http://schemas.microsoft.com/office/drawing/2014/main" id="{F5F651D1-C078-991B-431F-C5D9F2172355}"/>
              </a:ext>
            </a:extLst>
          </p:cNvPr>
          <p:cNvSpPr txBox="1">
            <a:spLocks/>
          </p:cNvSpPr>
          <p:nvPr/>
        </p:nvSpPr>
        <p:spPr>
          <a:xfrm>
            <a:off x="4706117" y="3659643"/>
            <a:ext cx="346557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800" b="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178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 sz="20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743062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20024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657418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Challenge</a:t>
            </a:r>
          </a:p>
        </p:txBody>
      </p:sp>
      <p:sp>
        <p:nvSpPr>
          <p:cNvPr id="15" name="Subtitle 5">
            <a:extLst>
              <a:ext uri="{FF2B5EF4-FFF2-40B4-BE49-F238E27FC236}">
                <a16:creationId xmlns:a16="http://schemas.microsoft.com/office/drawing/2014/main" id="{F1ECB60A-ABCD-9BE8-5F39-9323CC493FFD}"/>
              </a:ext>
            </a:extLst>
          </p:cNvPr>
          <p:cNvSpPr txBox="1">
            <a:spLocks/>
          </p:cNvSpPr>
          <p:nvPr/>
        </p:nvSpPr>
        <p:spPr>
          <a:xfrm>
            <a:off x="8171692" y="3659643"/>
            <a:ext cx="346557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800" b="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178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 sz="20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354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532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709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bg2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5886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743062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20024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657418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r>
              <a:rPr lang="en-US" dirty="0">
                <a:solidFill>
                  <a:schemeClr val="tx1"/>
                </a:solidFill>
              </a:rPr>
              <a:t>Results</a:t>
            </a:r>
          </a:p>
        </p:txBody>
      </p:sp>
      <p:pic>
        <p:nvPicPr>
          <p:cNvPr id="16" name="Google Shape;1699;p279">
            <a:extLst>
              <a:ext uri="{FF2B5EF4-FFF2-40B4-BE49-F238E27FC236}">
                <a16:creationId xmlns:a16="http://schemas.microsoft.com/office/drawing/2014/main" id="{F46C5B48-844E-4841-6C98-E619DDD0D7A3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2"/>
          <a:srcRect t="24686" b="7948"/>
          <a:stretch/>
        </p:blipFill>
        <p:spPr>
          <a:xfrm>
            <a:off x="4369776" y="0"/>
            <a:ext cx="7822223" cy="351381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Gna1"/>
    </p:custDataLst>
    <p:extLst>
      <p:ext uri="{BB962C8B-B14F-4D97-AF65-F5344CB8AC3E}">
        <p14:creationId xmlns:p14="http://schemas.microsoft.com/office/powerpoint/2010/main" val="3181463201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75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