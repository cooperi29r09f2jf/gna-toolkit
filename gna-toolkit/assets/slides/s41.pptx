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960" r:id="rId45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45" Type="http://schemas.openxmlformats.org/officeDocument/2006/relationships/slide" Target="slides/slide41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1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4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[Decision tree / Insert action title]</a:t>
            </a:r>
            <a:endParaRPr lang="en-DK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055B0177-2E98-B233-C116-04D43528EA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610C5D1-7DE6-80B0-D832-C9BE46AFB8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ounded Rectangle 33">
            <a:extLst>
              <a:ext uri="{FF2B5EF4-FFF2-40B4-BE49-F238E27FC236}">
                <a16:creationId xmlns:a16="http://schemas.microsoft.com/office/drawing/2014/main" id="{B92C4B8D-FE54-80DE-97BE-AF2A72084E1A}"/>
              </a:ext>
            </a:extLst>
          </p:cNvPr>
          <p:cNvSpPr/>
          <p:nvPr/>
        </p:nvSpPr>
        <p:spPr>
          <a:xfrm>
            <a:off x="4041471" y="1860698"/>
            <a:ext cx="1865600" cy="7414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2000" tIns="73152" rIns="72000" bIns="73152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[Main question]</a:t>
            </a:r>
          </a:p>
        </p:txBody>
      </p:sp>
      <p:sp>
        <p:nvSpPr>
          <p:cNvPr id="7" name="Rounded Rectangle 35">
            <a:extLst>
              <a:ext uri="{FF2B5EF4-FFF2-40B4-BE49-F238E27FC236}">
                <a16:creationId xmlns:a16="http://schemas.microsoft.com/office/drawing/2014/main" id="{3B1F3A3A-A5AC-4DFF-FE21-977B2735175E}"/>
              </a:ext>
            </a:extLst>
          </p:cNvPr>
          <p:cNvSpPr/>
          <p:nvPr/>
        </p:nvSpPr>
        <p:spPr>
          <a:xfrm>
            <a:off x="1870079" y="2984977"/>
            <a:ext cx="1865600" cy="741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2000" tIns="73152" rIns="72000" bIns="73152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[Question]</a:t>
            </a:r>
          </a:p>
        </p:txBody>
      </p:sp>
      <p:sp>
        <p:nvSpPr>
          <p:cNvPr id="9" name="Rounded Rectangle 37">
            <a:extLst>
              <a:ext uri="{FF2B5EF4-FFF2-40B4-BE49-F238E27FC236}">
                <a16:creationId xmlns:a16="http://schemas.microsoft.com/office/drawing/2014/main" id="{E53D8EEA-EFFD-7FE1-57D9-E36FE1FB2A4D}"/>
              </a:ext>
            </a:extLst>
          </p:cNvPr>
          <p:cNvSpPr/>
          <p:nvPr/>
        </p:nvSpPr>
        <p:spPr>
          <a:xfrm>
            <a:off x="794240" y="4262062"/>
            <a:ext cx="1865600" cy="741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2000" tIns="73152" rIns="72000" bIns="73152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[Conclusion]</a:t>
            </a:r>
          </a:p>
        </p:txBody>
      </p:sp>
      <p:sp>
        <p:nvSpPr>
          <p:cNvPr id="10" name="Rounded Rectangle 39">
            <a:extLst>
              <a:ext uri="{FF2B5EF4-FFF2-40B4-BE49-F238E27FC236}">
                <a16:creationId xmlns:a16="http://schemas.microsoft.com/office/drawing/2014/main" id="{4D689282-2DD5-A7B1-3502-B894709B4602}"/>
              </a:ext>
            </a:extLst>
          </p:cNvPr>
          <p:cNvSpPr/>
          <p:nvPr/>
        </p:nvSpPr>
        <p:spPr>
          <a:xfrm>
            <a:off x="2945916" y="4262062"/>
            <a:ext cx="1865600" cy="741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2000" tIns="73152" rIns="72000" bIns="73152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[Conclusion]</a:t>
            </a:r>
          </a:p>
        </p:txBody>
      </p:sp>
      <p:sp>
        <p:nvSpPr>
          <p:cNvPr id="12" name="Rounded Rectangle 41">
            <a:extLst>
              <a:ext uri="{FF2B5EF4-FFF2-40B4-BE49-F238E27FC236}">
                <a16:creationId xmlns:a16="http://schemas.microsoft.com/office/drawing/2014/main" id="{10FB2776-00D5-10D1-1352-B8BE453D43E9}"/>
              </a:ext>
            </a:extLst>
          </p:cNvPr>
          <p:cNvSpPr/>
          <p:nvPr/>
        </p:nvSpPr>
        <p:spPr>
          <a:xfrm>
            <a:off x="6219702" y="2984977"/>
            <a:ext cx="1865600" cy="7414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2000" tIns="73152" rIns="72000" bIns="73152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[Question]</a:t>
            </a:r>
          </a:p>
        </p:txBody>
      </p:sp>
      <p:sp>
        <p:nvSpPr>
          <p:cNvPr id="13" name="Rounded Rectangle 43">
            <a:extLst>
              <a:ext uri="{FF2B5EF4-FFF2-40B4-BE49-F238E27FC236}">
                <a16:creationId xmlns:a16="http://schemas.microsoft.com/office/drawing/2014/main" id="{5EC5A2E1-5569-ED4E-D1F6-2AC0F3D9C9BD}"/>
              </a:ext>
            </a:extLst>
          </p:cNvPr>
          <p:cNvSpPr/>
          <p:nvPr/>
        </p:nvSpPr>
        <p:spPr>
          <a:xfrm>
            <a:off x="5137849" y="4278632"/>
            <a:ext cx="1865600" cy="7414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2000" tIns="73152" rIns="72000" bIns="73152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[Conclusion]</a:t>
            </a:r>
          </a:p>
        </p:txBody>
      </p:sp>
      <p:sp>
        <p:nvSpPr>
          <p:cNvPr id="14" name="Rounded Rectangle 45">
            <a:extLst>
              <a:ext uri="{FF2B5EF4-FFF2-40B4-BE49-F238E27FC236}">
                <a16:creationId xmlns:a16="http://schemas.microsoft.com/office/drawing/2014/main" id="{968CE5C8-32F5-B969-E0E4-D81D06C413B5}"/>
              </a:ext>
            </a:extLst>
          </p:cNvPr>
          <p:cNvSpPr/>
          <p:nvPr/>
        </p:nvSpPr>
        <p:spPr>
          <a:xfrm>
            <a:off x="7291032" y="4262062"/>
            <a:ext cx="1865600" cy="7414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2000" tIns="73152" rIns="72000" bIns="73152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[Conclusion]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41B8D9E-C2BE-7D4E-11E1-7EF33FF70556}"/>
              </a:ext>
            </a:extLst>
          </p:cNvPr>
          <p:cNvSpPr txBox="1">
            <a:spLocks/>
          </p:cNvSpPr>
          <p:nvPr/>
        </p:nvSpPr>
        <p:spPr>
          <a:xfrm>
            <a:off x="564246" y="5402485"/>
            <a:ext cx="11073018" cy="70530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-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-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Arial" panose="020B0604020202020204" pitchFamily="34" charset="0"/>
              </a:rPr>
              <a:t>[Insert main conclusion or takeaway]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D6DBAB-80DC-1C2C-377D-E831EA4B71A3}"/>
              </a:ext>
            </a:extLst>
          </p:cNvPr>
          <p:cNvSpPr txBox="1"/>
          <p:nvPr/>
        </p:nvSpPr>
        <p:spPr>
          <a:xfrm>
            <a:off x="6159711" y="1908260"/>
            <a:ext cx="2149764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[Insert descriptive text, if relevant]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083F82-E54E-F0D1-C642-55830844E572}"/>
              </a:ext>
            </a:extLst>
          </p:cNvPr>
          <p:cNvSpPr txBox="1"/>
          <p:nvPr/>
        </p:nvSpPr>
        <p:spPr>
          <a:xfrm>
            <a:off x="8381508" y="3032539"/>
            <a:ext cx="2149764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[Insert descriptive text, if relevant]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10D9B2-0A67-ABC8-75CF-A2C6DA03C86C}"/>
              </a:ext>
            </a:extLst>
          </p:cNvPr>
          <p:cNvSpPr txBox="1"/>
          <p:nvPr/>
        </p:nvSpPr>
        <p:spPr>
          <a:xfrm>
            <a:off x="9353977" y="4309624"/>
            <a:ext cx="2149764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[Insert descriptive text, if relevant]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15AFAC4E-C680-FCAF-F84E-2AE0C59564FD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3697163" y="1707869"/>
            <a:ext cx="382824" cy="2171392"/>
          </a:xfrm>
          <a:prstGeom prst="bentConnector3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B3E4E9DC-C227-D24A-8E3A-C681ACFA94EA}"/>
              </a:ext>
            </a:extLst>
          </p:cNvPr>
          <p:cNvCxnSpPr>
            <a:stCxn id="6" idx="2"/>
            <a:endCxn id="12" idx="0"/>
          </p:cNvCxnSpPr>
          <p:nvPr/>
        </p:nvCxnSpPr>
        <p:spPr>
          <a:xfrm rot="16200000" flipH="1">
            <a:off x="5871974" y="1704449"/>
            <a:ext cx="382824" cy="2178231"/>
          </a:xfrm>
          <a:prstGeom prst="bentConnector3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E1BBF3A-F964-5B41-C27F-7BC7BA98EC22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5400000">
            <a:off x="1997145" y="3456328"/>
            <a:ext cx="535630" cy="1075839"/>
          </a:xfrm>
          <a:prstGeom prst="bentConnector3">
            <a:avLst>
              <a:gd name="adj1" fmla="val 63477"/>
            </a:avLst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D7A5D2EF-B4E1-51AB-AAF9-5BBF3BC19E1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3072982" y="3456328"/>
            <a:ext cx="535630" cy="1075837"/>
          </a:xfrm>
          <a:prstGeom prst="bentConnector3">
            <a:avLst>
              <a:gd name="adj1" fmla="val 63879"/>
            </a:avLst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6E27140-A7F0-3CF9-649C-605CA1155FF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6335476" y="3461606"/>
            <a:ext cx="552200" cy="1081853"/>
          </a:xfrm>
          <a:prstGeom prst="bentConnector3">
            <a:avLst>
              <a:gd name="adj1" fmla="val 63463"/>
            </a:avLst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5066D86-E80E-AF92-973D-8B7744AFEC5C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16200000" flipH="1">
            <a:off x="7420352" y="3458582"/>
            <a:ext cx="535630" cy="1071330"/>
          </a:xfrm>
          <a:prstGeom prst="bentConnector3">
            <a:avLst>
              <a:gd name="adj1" fmla="val 65267"/>
            </a:avLst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Brace 15">
            <a:extLst>
              <a:ext uri="{FF2B5EF4-FFF2-40B4-BE49-F238E27FC236}">
                <a16:creationId xmlns:a16="http://schemas.microsoft.com/office/drawing/2014/main" id="{06D07998-B601-2D19-A4B3-18C00C1B45E5}"/>
              </a:ext>
            </a:extLst>
          </p:cNvPr>
          <p:cNvSpPr/>
          <p:nvPr/>
        </p:nvSpPr>
        <p:spPr>
          <a:xfrm rot="5400000">
            <a:off x="5957768" y="-359070"/>
            <a:ext cx="266949" cy="1107301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28F4A1-03BE-1700-DE34-DFC9B5FB0315}"/>
              </a:ext>
            </a:extLst>
          </p:cNvPr>
          <p:cNvSpPr txBox="1"/>
          <p:nvPr/>
        </p:nvSpPr>
        <p:spPr>
          <a:xfrm>
            <a:off x="4482144" y="2602152"/>
            <a:ext cx="478971" cy="21771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345FB9-2FAB-1C67-2656-D66069387277}"/>
              </a:ext>
            </a:extLst>
          </p:cNvPr>
          <p:cNvSpPr txBox="1"/>
          <p:nvPr/>
        </p:nvSpPr>
        <p:spPr>
          <a:xfrm>
            <a:off x="2563392" y="2598138"/>
            <a:ext cx="478972" cy="19141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Yes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7EE8C8-B817-29E5-312E-83A93AE5763E}"/>
              </a:ext>
            </a:extLst>
          </p:cNvPr>
          <p:cNvSpPr txBox="1"/>
          <p:nvPr/>
        </p:nvSpPr>
        <p:spPr>
          <a:xfrm>
            <a:off x="1487553" y="3878657"/>
            <a:ext cx="478972" cy="19141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Yes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30C65E-1DA3-7C74-3F5C-00ABD5C3DAEC}"/>
              </a:ext>
            </a:extLst>
          </p:cNvPr>
          <p:cNvSpPr txBox="1"/>
          <p:nvPr/>
        </p:nvSpPr>
        <p:spPr>
          <a:xfrm>
            <a:off x="5841686" y="3878657"/>
            <a:ext cx="478972" cy="19141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Yes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751692-A18B-9653-E870-65C1CB7CF1C3}"/>
              </a:ext>
            </a:extLst>
          </p:cNvPr>
          <p:cNvSpPr txBox="1"/>
          <p:nvPr/>
        </p:nvSpPr>
        <p:spPr>
          <a:xfrm>
            <a:off x="3639230" y="3878657"/>
            <a:ext cx="478972" cy="19141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No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F11BF2-2045-7BA8-E8F3-98BB82980F18}"/>
              </a:ext>
            </a:extLst>
          </p:cNvPr>
          <p:cNvSpPr txBox="1"/>
          <p:nvPr/>
        </p:nvSpPr>
        <p:spPr>
          <a:xfrm>
            <a:off x="6913016" y="2598138"/>
            <a:ext cx="478972" cy="19141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F74A9A-A0B5-4793-C262-C678C97D2776}"/>
              </a:ext>
            </a:extLst>
          </p:cNvPr>
          <p:cNvSpPr txBox="1"/>
          <p:nvPr/>
        </p:nvSpPr>
        <p:spPr>
          <a:xfrm>
            <a:off x="7984346" y="3878657"/>
            <a:ext cx="478972" cy="19141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No</a:t>
            </a: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3C072BD6-20BF-095C-0458-C14C44D6066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3B27B6CF-4807-38B7-165E-582CCF9E0A51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681214472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1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