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3429" r:id="rId82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102" Type="http://schemas.openxmlformats.org/officeDocument/2006/relationships/theme" Target="theme/theme1.xml"/><Relationship Id="rId103" Type="http://schemas.openxmlformats.org/officeDocument/2006/relationships/tableStyles" Target="tableStyles.xml"/><Relationship Id="rId1" Type="http://schemas.openxmlformats.org/officeDocument/2006/relationships/customXml" Target="../customXml/item1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82" Type="http://schemas.openxmlformats.org/officeDocument/2006/relationships/slide" Target="slides/slide78.xml"/><Relationship Id="rId100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7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Gna1" Type="http://schemas.openxmlformats.org/officeDocument/2006/relationships/tags" Target="../tags/gnatag1.xml"/></Relationships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[What we heard / Insert action title]</a:t>
            </a:r>
          </a:p>
        </p:txBody>
      </p:sp>
      <p:sp>
        <p:nvSpPr>
          <p:cNvPr id="3" name="Quote mark"/>
          <p:cNvSpPr txBox="1"/>
          <p:nvPr/>
        </p:nvSpPr>
        <p:spPr>
          <a:xfrm>
            <a:off x="557784" y="1417320"/>
            <a:ext cx="10972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80000"/>
              </a:lnSpc>
              <a:spcAft>
                <a:spcPts val="400"/>
              </a:spcAft>
            </a:pPr>
            <a:r>
              <a:rPr sz="12000" b="1" i="0">
                <a:solidFill>
                  <a:srgbClr val="B3CBC7"/>
                </a:solidFill>
              </a:rPr>
              <a:t>“</a:t>
            </a:r>
          </a:p>
        </p:txBody>
      </p:sp>
      <p:sp>
        <p:nvSpPr>
          <p:cNvPr id="4" name="Quote"/>
          <p:cNvSpPr txBox="1"/>
          <p:nvPr/>
        </p:nvSpPr>
        <p:spPr>
          <a:xfrm>
            <a:off x="1600200" y="2011680"/>
            <a:ext cx="896112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0" i="1">
                <a:solidFill>
                  <a:srgbClr val="025043"/>
                </a:solidFill>
              </a:rPr>
              <a:t>[Insert a short, specific quote from a client, interviewee or stakeholder that captures the core issue in their own words]</a:t>
            </a:r>
          </a:p>
        </p:txBody>
      </p:sp>
      <p:cxnSp>
        <p:nvCxnSpPr>
          <p:cNvPr id="5" name="Attribution rule"/>
          <p:cNvCxnSpPr/>
          <p:nvPr/>
        </p:nvCxnSpPr>
        <p:spPr>
          <a:xfrm>
            <a:off x="1600200" y="4617720"/>
            <a:ext cx="1143000" cy="0"/>
          </a:xfrm>
          <a:prstGeom prst="line">
            <a:avLst/>
          </a:prstGeom>
          <a:ln w="15875">
            <a:solidFill>
              <a:srgbClr val="025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Attribution"/>
          <p:cNvSpPr txBox="1"/>
          <p:nvPr/>
        </p:nvSpPr>
        <p:spPr>
          <a:xfrm>
            <a:off x="1600200" y="475488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62626"/>
                </a:solidFill>
              </a:rPr>
              <a:t>[Name]</a:t>
            </a:r>
            <a:r>
              <a:rPr sz="1300" b="0" i="0">
                <a:solidFill>
                  <a:srgbClr val="8C8C8C"/>
                </a:solidFill>
              </a:rPr>
              <a:t>, [Title], [Organization]</a:t>
            </a:r>
          </a:p>
        </p:txBody>
      </p:sp>
    </p:spTree>
    <p:custDataLst>
      <p:tags r:id="rIdGna1"/>
    </p:custData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78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