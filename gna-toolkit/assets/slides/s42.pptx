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366" r:id="rId46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46" Type="http://schemas.openxmlformats.org/officeDocument/2006/relationships/slide" Target="slides/slide4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02B4A1-1790-3247-9A67-BF82FCEE6CDC}" type="slidenum">
              <a:rPr lang="en-DK" smtClean="0"/>
              <a:t>42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24532881"/>
      </p:ext>
    </p:extLst>
  </p:cSld>
  <p:clrMapOvr>
    <a:masterClrMapping/>
  </p:clrMapOvr>
</p:note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42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>
            <a:extLst>
              <a:ext uri="{FF2B5EF4-FFF2-40B4-BE49-F238E27FC236}">
                <a16:creationId xmlns:a16="http://schemas.microsoft.com/office/drawing/2014/main" id="{34CB72B2-C58B-78F7-EBA6-0391CA399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[Three state process slide / Insert action title]</a:t>
            </a:r>
            <a:endParaRPr lang="en-DK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0F0BDE14-DBAB-F1B1-916C-2685E58C2E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04FDC-54DD-6CFB-33B3-882556008FD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198C30-633F-6F4E-A840-2F05324CC91F}"/>
              </a:ext>
            </a:extLst>
          </p:cNvPr>
          <p:cNvSpPr/>
          <p:nvPr/>
        </p:nvSpPr>
        <p:spPr>
          <a:xfrm>
            <a:off x="554736" y="3428999"/>
            <a:ext cx="3384898" cy="2595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[Main description]</a:t>
            </a:r>
            <a:br>
              <a:rPr lang="en-GB" sz="1600" b="1" dirty="0">
                <a:solidFill>
                  <a:schemeClr val="tx1"/>
                </a:solidFill>
              </a:rPr>
            </a:b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C531255-DF1C-3E42-8BAA-286804DF1737}"/>
              </a:ext>
            </a:extLst>
          </p:cNvPr>
          <p:cNvSpPr/>
          <p:nvPr/>
        </p:nvSpPr>
        <p:spPr>
          <a:xfrm>
            <a:off x="4405488" y="3428999"/>
            <a:ext cx="3384898" cy="2595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[Main description]</a:t>
            </a:r>
            <a:br>
              <a:rPr lang="en-GB" sz="1600" b="1" dirty="0">
                <a:solidFill>
                  <a:schemeClr val="tx1"/>
                </a:solidFill>
              </a:rPr>
            </a:b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CC1753E-B431-DE4E-91B8-F83CC622391B}"/>
              </a:ext>
            </a:extLst>
          </p:cNvPr>
          <p:cNvSpPr/>
          <p:nvPr/>
        </p:nvSpPr>
        <p:spPr>
          <a:xfrm>
            <a:off x="8256239" y="3428999"/>
            <a:ext cx="3384898" cy="25957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1600" b="1" dirty="0">
                <a:solidFill>
                  <a:schemeClr val="tx1"/>
                </a:solidFill>
              </a:rPr>
              <a:t>[Main description]</a:t>
            </a:r>
            <a:br>
              <a:rPr lang="en-GB" sz="1600" b="1" dirty="0">
                <a:solidFill>
                  <a:schemeClr val="tx1"/>
                </a:solidFill>
              </a:rPr>
            </a:br>
            <a:endParaRPr lang="en-GB" sz="1600" b="1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[Key facts and data points]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8FCCB9-7628-754C-A890-FB430FEA0E5A}"/>
              </a:ext>
            </a:extLst>
          </p:cNvPr>
          <p:cNvSpPr/>
          <p:nvPr/>
        </p:nvSpPr>
        <p:spPr>
          <a:xfrm>
            <a:off x="554736" y="2762654"/>
            <a:ext cx="3384898" cy="49900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Where we were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481562F-75A2-2044-B6E6-44FE9C055BAD}"/>
              </a:ext>
            </a:extLst>
          </p:cNvPr>
          <p:cNvSpPr/>
          <p:nvPr/>
        </p:nvSpPr>
        <p:spPr>
          <a:xfrm>
            <a:off x="4405488" y="2444980"/>
            <a:ext cx="3384898" cy="8112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Where we are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7D3F858-8010-484B-9C7E-D066F23973B7}"/>
              </a:ext>
            </a:extLst>
          </p:cNvPr>
          <p:cNvSpPr/>
          <p:nvPr/>
        </p:nvSpPr>
        <p:spPr>
          <a:xfrm>
            <a:off x="8256239" y="2031999"/>
            <a:ext cx="3384898" cy="1224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bg1"/>
                </a:solidFill>
              </a:rPr>
              <a:t>Where we aspire to be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8520DC14-E5D4-1793-E113-58AB904C691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 dirty="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 dirty="0">
              <a:latin typeface="+mn-lt"/>
              <a:ea typeface="Arial"/>
              <a:cs typeface="Arial"/>
              <a:sym typeface="Arial"/>
            </a:endParaRPr>
          </a:p>
        </p:txBody>
      </p:sp>
      <p:sp>
        <p:nvSpPr>
          <p:cNvPr id="5" name="Google Shape;538;p14">
            <a:extLst>
              <a:ext uri="{FF2B5EF4-FFF2-40B4-BE49-F238E27FC236}">
                <a16:creationId xmlns:a16="http://schemas.microsoft.com/office/drawing/2014/main" id="{2BB5C310-D1AA-92BC-36CC-09AF30975AC1}"/>
              </a:ext>
            </a:extLst>
          </p:cNvPr>
          <p:cNvSpPr txBox="1"/>
          <p:nvPr/>
        </p:nvSpPr>
        <p:spPr>
          <a:xfrm>
            <a:off x="467806" y="6127919"/>
            <a:ext cx="939382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0" i="0" u="none" strike="noStrike" cap="none" dirty="0">
                <a:latin typeface="+mn-lt"/>
                <a:ea typeface="Arial"/>
                <a:cs typeface="Arial"/>
                <a:sym typeface="Arial"/>
              </a:rPr>
              <a:t>Footnote: 1. xx</a:t>
            </a:r>
            <a:endParaRPr sz="900" dirty="0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3809603802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42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