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40" r:id="rId9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3" Type="http://schemas.openxmlformats.org/officeDocument/2006/relationships/slide" Target="slides/slide89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[Five milestones take us from kick-off to launch / Insert action title]</a:t>
            </a:r>
          </a:p>
        </p:txBody>
      </p:sp>
      <p:cxnSp>
        <p:nvCxnSpPr>
          <p:cNvPr id="3" name="Timeline line"/>
          <p:cNvCxnSpPr/>
          <p:nvPr/>
        </p:nvCxnSpPr>
        <p:spPr>
          <a:xfrm>
            <a:off x="557784" y="3429000"/>
            <a:ext cx="11082527" cy="0"/>
          </a:xfrm>
          <a:prstGeom prst="line">
            <a:avLst/>
          </a:prstGeom>
          <a:ln w="25400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ilestone 1 marker"/>
          <p:cNvSpPr/>
          <p:nvPr/>
        </p:nvSpPr>
        <p:spPr>
          <a:xfrm>
            <a:off x="1271016" y="3227832"/>
            <a:ext cx="402336" cy="402336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Milestone 1 date"/>
          <p:cNvSpPr txBox="1"/>
          <p:nvPr/>
        </p:nvSpPr>
        <p:spPr>
          <a:xfrm>
            <a:off x="466343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25043"/>
                </a:solidFill>
              </a:rPr>
              <a:t>[Month yyyy]</a:t>
            </a:r>
          </a:p>
        </p:txBody>
      </p:sp>
      <p:sp>
        <p:nvSpPr>
          <p:cNvPr id="6" name="Milestone 1 label"/>
          <p:cNvSpPr txBox="1"/>
          <p:nvPr/>
        </p:nvSpPr>
        <p:spPr>
          <a:xfrm>
            <a:off x="420623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1]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7" name="Milestone 2 marker"/>
          <p:cNvSpPr/>
          <p:nvPr/>
        </p:nvSpPr>
        <p:spPr>
          <a:xfrm>
            <a:off x="3584447" y="3227832"/>
            <a:ext cx="402336" cy="402336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Milestone 2 date"/>
          <p:cNvSpPr txBox="1"/>
          <p:nvPr/>
        </p:nvSpPr>
        <p:spPr>
          <a:xfrm>
            <a:off x="2779775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25043"/>
                </a:solidFill>
              </a:rPr>
              <a:t>[Month yyyy]</a:t>
            </a:r>
          </a:p>
        </p:txBody>
      </p:sp>
      <p:sp>
        <p:nvSpPr>
          <p:cNvPr id="9" name="Milestone 2 label"/>
          <p:cNvSpPr txBox="1"/>
          <p:nvPr/>
        </p:nvSpPr>
        <p:spPr>
          <a:xfrm>
            <a:off x="2734056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2]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10" name="Milestone 3 marker"/>
          <p:cNvSpPr/>
          <p:nvPr/>
        </p:nvSpPr>
        <p:spPr>
          <a:xfrm>
            <a:off x="5897880" y="32278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5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25043"/>
                </a:solidFill>
              </a:rPr>
              <a:t>3</a:t>
            </a:r>
          </a:p>
        </p:txBody>
      </p:sp>
      <p:sp>
        <p:nvSpPr>
          <p:cNvPr id="11" name="Milestone 3 date"/>
          <p:cNvSpPr txBox="1"/>
          <p:nvPr/>
        </p:nvSpPr>
        <p:spPr>
          <a:xfrm>
            <a:off x="5093208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</a:rPr>
              <a:t>[Month yyyy]</a:t>
            </a:r>
          </a:p>
        </p:txBody>
      </p:sp>
      <p:sp>
        <p:nvSpPr>
          <p:cNvPr id="12" name="Milestone 3 label"/>
          <p:cNvSpPr txBox="1"/>
          <p:nvPr/>
        </p:nvSpPr>
        <p:spPr>
          <a:xfrm>
            <a:off x="5047488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3]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13" name="Milestone 4 marker"/>
          <p:cNvSpPr/>
          <p:nvPr/>
        </p:nvSpPr>
        <p:spPr>
          <a:xfrm>
            <a:off x="8211311" y="32278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5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25043"/>
                </a:solidFill>
              </a:rPr>
              <a:t>4</a:t>
            </a:r>
          </a:p>
        </p:txBody>
      </p:sp>
      <p:sp>
        <p:nvSpPr>
          <p:cNvPr id="14" name="Milestone 4 date"/>
          <p:cNvSpPr txBox="1"/>
          <p:nvPr/>
        </p:nvSpPr>
        <p:spPr>
          <a:xfrm>
            <a:off x="7406640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</a:rPr>
              <a:t>[Month yyyy]</a:t>
            </a:r>
          </a:p>
        </p:txBody>
      </p:sp>
      <p:sp>
        <p:nvSpPr>
          <p:cNvPr id="15" name="Milestone 4 label"/>
          <p:cNvSpPr txBox="1"/>
          <p:nvPr/>
        </p:nvSpPr>
        <p:spPr>
          <a:xfrm>
            <a:off x="7360919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4]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16" name="Milestone 5 marker"/>
          <p:cNvSpPr/>
          <p:nvPr/>
        </p:nvSpPr>
        <p:spPr>
          <a:xfrm>
            <a:off x="10524743" y="32278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5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25043"/>
                </a:solidFill>
              </a:rPr>
              <a:t>5</a:t>
            </a:r>
          </a:p>
        </p:txBody>
      </p:sp>
      <p:sp>
        <p:nvSpPr>
          <p:cNvPr id="17" name="Milestone 5 date"/>
          <p:cNvSpPr txBox="1"/>
          <p:nvPr/>
        </p:nvSpPr>
        <p:spPr>
          <a:xfrm>
            <a:off x="9720072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</a:rPr>
              <a:t>[Month yyyy]</a:t>
            </a:r>
          </a:p>
        </p:txBody>
      </p:sp>
      <p:sp>
        <p:nvSpPr>
          <p:cNvPr id="18" name="Milestone 5 label"/>
          <p:cNvSpPr txBox="1"/>
          <p:nvPr/>
        </p:nvSpPr>
        <p:spPr>
          <a:xfrm>
            <a:off x="9674351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5]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19" name="Today marker"/>
          <p:cNvSpPr/>
          <p:nvPr/>
        </p:nvSpPr>
        <p:spPr>
          <a:xfrm rot="10800000">
            <a:off x="4832603" y="2926080"/>
            <a:ext cx="219456" cy="182880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oday label"/>
          <p:cNvSpPr txBox="1"/>
          <p:nvPr/>
        </p:nvSpPr>
        <p:spPr>
          <a:xfrm>
            <a:off x="4393692" y="2560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</a:rPr>
              <a:t>Today</a:t>
            </a:r>
          </a:p>
        </p:txBody>
      </p:sp>
      <p:sp>
        <p:nvSpPr>
          <p:cNvPr id="21" name="Critical path"/>
          <p:cNvSpPr txBox="1"/>
          <p:nvPr/>
        </p:nvSpPr>
        <p:spPr>
          <a:xfrm>
            <a:off x="557784" y="5486400"/>
            <a:ext cx="11082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5043"/>
                </a:solidFill>
              </a:rPr>
              <a:t>Critical path: </a:t>
            </a:r>
            <a:r>
              <a:rPr sz="1200" b="0" i="0">
                <a:solidFill>
                  <a:srgbClr val="262626"/>
                </a:solidFill>
              </a:rPr>
              <a:t>[The one dependency that could move the launch date]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