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32" r:id="rId85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85" Type="http://schemas.openxmlformats.org/officeDocument/2006/relationships/slide" Target="slides/slide8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[Six ideas worth testing / Insert action title]</a:t>
            </a:r>
          </a:p>
        </p:txBody>
      </p:sp>
      <p:sp>
        <p:nvSpPr>
          <p:cNvPr id="3" name="Idea card 1"/>
          <p:cNvSpPr/>
          <p:nvPr/>
        </p:nvSpPr>
        <p:spPr>
          <a:xfrm>
            <a:off x="557784" y="1463040"/>
            <a:ext cx="3566160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Idea number 1"/>
          <p:cNvSpPr/>
          <p:nvPr/>
        </p:nvSpPr>
        <p:spPr>
          <a:xfrm>
            <a:off x="786384" y="1691640"/>
            <a:ext cx="384048" cy="384048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Idea title 1"/>
          <p:cNvSpPr txBox="1"/>
          <p:nvPr/>
        </p:nvSpPr>
        <p:spPr>
          <a:xfrm>
            <a:off x="1307592" y="1709928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25043"/>
                </a:solidFill>
              </a:rPr>
              <a:t>[Idea name 1]</a:t>
            </a:r>
          </a:p>
        </p:txBody>
      </p:sp>
      <p:sp>
        <p:nvSpPr>
          <p:cNvPr id="6" name="Idea text 1"/>
          <p:cNvSpPr txBox="1"/>
          <p:nvPr/>
        </p:nvSpPr>
        <p:spPr>
          <a:xfrm>
            <a:off x="786384" y="22860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</a:rPr>
              <a:t>[One or two sentences on the idea and the problem it solves]</a:t>
            </a:r>
          </a:p>
        </p:txBody>
      </p:sp>
      <p:sp>
        <p:nvSpPr>
          <p:cNvPr id="7" name="Idea tag 1"/>
          <p:cNvSpPr txBox="1"/>
          <p:nvPr/>
        </p:nvSpPr>
        <p:spPr>
          <a:xfrm>
            <a:off x="786384" y="31363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</a:rPr>
              <a:t>[Owner]  ·  [Theme]</a:t>
            </a:r>
          </a:p>
        </p:txBody>
      </p:sp>
      <p:sp>
        <p:nvSpPr>
          <p:cNvPr id="8" name="Idea card 2"/>
          <p:cNvSpPr/>
          <p:nvPr/>
        </p:nvSpPr>
        <p:spPr>
          <a:xfrm>
            <a:off x="4315968" y="1463040"/>
            <a:ext cx="3566160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dea number 2"/>
          <p:cNvSpPr/>
          <p:nvPr/>
        </p:nvSpPr>
        <p:spPr>
          <a:xfrm>
            <a:off x="4544568" y="1691640"/>
            <a:ext cx="384048" cy="384048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Idea title 2"/>
          <p:cNvSpPr txBox="1"/>
          <p:nvPr/>
        </p:nvSpPr>
        <p:spPr>
          <a:xfrm>
            <a:off x="5065776" y="1709928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25043"/>
                </a:solidFill>
              </a:rPr>
              <a:t>[Idea name 2]</a:t>
            </a:r>
          </a:p>
        </p:txBody>
      </p:sp>
      <p:sp>
        <p:nvSpPr>
          <p:cNvPr id="11" name="Idea text 2"/>
          <p:cNvSpPr txBox="1"/>
          <p:nvPr/>
        </p:nvSpPr>
        <p:spPr>
          <a:xfrm>
            <a:off x="4544568" y="22860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</a:rPr>
              <a:t>[One or two sentences on the idea and the problem it solves]</a:t>
            </a:r>
          </a:p>
        </p:txBody>
      </p:sp>
      <p:sp>
        <p:nvSpPr>
          <p:cNvPr id="12" name="Idea tag 2"/>
          <p:cNvSpPr txBox="1"/>
          <p:nvPr/>
        </p:nvSpPr>
        <p:spPr>
          <a:xfrm>
            <a:off x="4544568" y="31363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</a:rPr>
              <a:t>[Owner]  ·  [Theme]</a:t>
            </a:r>
          </a:p>
        </p:txBody>
      </p:sp>
      <p:sp>
        <p:nvSpPr>
          <p:cNvPr id="13" name="Idea card 3"/>
          <p:cNvSpPr/>
          <p:nvPr/>
        </p:nvSpPr>
        <p:spPr>
          <a:xfrm>
            <a:off x="8074152" y="1463040"/>
            <a:ext cx="3566160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Idea number 3"/>
          <p:cNvSpPr/>
          <p:nvPr/>
        </p:nvSpPr>
        <p:spPr>
          <a:xfrm>
            <a:off x="8302752" y="1691640"/>
            <a:ext cx="384048" cy="384048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Idea title 3"/>
          <p:cNvSpPr txBox="1"/>
          <p:nvPr/>
        </p:nvSpPr>
        <p:spPr>
          <a:xfrm>
            <a:off x="8823960" y="1709928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25043"/>
                </a:solidFill>
              </a:rPr>
              <a:t>[Idea name 3]</a:t>
            </a:r>
          </a:p>
        </p:txBody>
      </p:sp>
      <p:sp>
        <p:nvSpPr>
          <p:cNvPr id="16" name="Idea text 3"/>
          <p:cNvSpPr txBox="1"/>
          <p:nvPr/>
        </p:nvSpPr>
        <p:spPr>
          <a:xfrm>
            <a:off x="8302752" y="22860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</a:rPr>
              <a:t>[One or two sentences on the idea and the problem it solves]</a:t>
            </a:r>
          </a:p>
        </p:txBody>
      </p:sp>
      <p:sp>
        <p:nvSpPr>
          <p:cNvPr id="17" name="Idea tag 3"/>
          <p:cNvSpPr txBox="1"/>
          <p:nvPr/>
        </p:nvSpPr>
        <p:spPr>
          <a:xfrm>
            <a:off x="8302752" y="31363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</a:rPr>
              <a:t>[Owner]  ·  [Theme]</a:t>
            </a:r>
          </a:p>
        </p:txBody>
      </p:sp>
      <p:sp>
        <p:nvSpPr>
          <p:cNvPr id="18" name="Idea card 4"/>
          <p:cNvSpPr/>
          <p:nvPr/>
        </p:nvSpPr>
        <p:spPr>
          <a:xfrm>
            <a:off x="557784" y="3749039"/>
            <a:ext cx="3566160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Idea number 4"/>
          <p:cNvSpPr/>
          <p:nvPr/>
        </p:nvSpPr>
        <p:spPr>
          <a:xfrm>
            <a:off x="786384" y="3977639"/>
            <a:ext cx="384048" cy="384048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Idea title 4"/>
          <p:cNvSpPr txBox="1"/>
          <p:nvPr/>
        </p:nvSpPr>
        <p:spPr>
          <a:xfrm>
            <a:off x="1307592" y="3995927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25043"/>
                </a:solidFill>
              </a:rPr>
              <a:t>[Idea name 4]</a:t>
            </a:r>
          </a:p>
        </p:txBody>
      </p:sp>
      <p:sp>
        <p:nvSpPr>
          <p:cNvPr id="21" name="Idea text 4"/>
          <p:cNvSpPr txBox="1"/>
          <p:nvPr/>
        </p:nvSpPr>
        <p:spPr>
          <a:xfrm>
            <a:off x="786384" y="45720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</a:rPr>
              <a:t>[One or two sentences on the idea and the problem it solves]</a:t>
            </a:r>
          </a:p>
        </p:txBody>
      </p:sp>
      <p:sp>
        <p:nvSpPr>
          <p:cNvPr id="22" name="Idea tag 4"/>
          <p:cNvSpPr txBox="1"/>
          <p:nvPr/>
        </p:nvSpPr>
        <p:spPr>
          <a:xfrm>
            <a:off x="786384" y="54223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</a:rPr>
              <a:t>[Owner]  ·  [Theme]</a:t>
            </a:r>
          </a:p>
        </p:txBody>
      </p:sp>
      <p:sp>
        <p:nvSpPr>
          <p:cNvPr id="23" name="Idea card 5"/>
          <p:cNvSpPr/>
          <p:nvPr/>
        </p:nvSpPr>
        <p:spPr>
          <a:xfrm>
            <a:off x="4315968" y="3749039"/>
            <a:ext cx="3566160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Idea number 5"/>
          <p:cNvSpPr/>
          <p:nvPr/>
        </p:nvSpPr>
        <p:spPr>
          <a:xfrm>
            <a:off x="4544568" y="3977639"/>
            <a:ext cx="384048" cy="384048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Idea title 5"/>
          <p:cNvSpPr txBox="1"/>
          <p:nvPr/>
        </p:nvSpPr>
        <p:spPr>
          <a:xfrm>
            <a:off x="5065776" y="3995927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25043"/>
                </a:solidFill>
              </a:rPr>
              <a:t>[Idea name 5]</a:t>
            </a:r>
          </a:p>
        </p:txBody>
      </p:sp>
      <p:sp>
        <p:nvSpPr>
          <p:cNvPr id="26" name="Idea text 5"/>
          <p:cNvSpPr txBox="1"/>
          <p:nvPr/>
        </p:nvSpPr>
        <p:spPr>
          <a:xfrm>
            <a:off x="4544568" y="45720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</a:rPr>
              <a:t>[One or two sentences on the idea and the problem it solves]</a:t>
            </a:r>
          </a:p>
        </p:txBody>
      </p:sp>
      <p:sp>
        <p:nvSpPr>
          <p:cNvPr id="27" name="Idea tag 5"/>
          <p:cNvSpPr txBox="1"/>
          <p:nvPr/>
        </p:nvSpPr>
        <p:spPr>
          <a:xfrm>
            <a:off x="4544568" y="54223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</a:rPr>
              <a:t>[Owner]  ·  [Theme]</a:t>
            </a:r>
          </a:p>
        </p:txBody>
      </p:sp>
      <p:sp>
        <p:nvSpPr>
          <p:cNvPr id="28" name="Idea card 6"/>
          <p:cNvSpPr/>
          <p:nvPr/>
        </p:nvSpPr>
        <p:spPr>
          <a:xfrm>
            <a:off x="8074152" y="3749039"/>
            <a:ext cx="3566160" cy="2057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Idea number 6"/>
          <p:cNvSpPr/>
          <p:nvPr/>
        </p:nvSpPr>
        <p:spPr>
          <a:xfrm>
            <a:off x="8302752" y="3977639"/>
            <a:ext cx="384048" cy="384048"/>
          </a:xfrm>
          <a:prstGeom prst="ellipse">
            <a:avLst/>
          </a:prstGeom>
          <a:solidFill>
            <a:srgbClr val="025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0" name="Idea title 6"/>
          <p:cNvSpPr txBox="1"/>
          <p:nvPr/>
        </p:nvSpPr>
        <p:spPr>
          <a:xfrm>
            <a:off x="8823960" y="3995927"/>
            <a:ext cx="265176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25043"/>
                </a:solidFill>
              </a:rPr>
              <a:t>[Idea name 6]</a:t>
            </a:r>
          </a:p>
        </p:txBody>
      </p:sp>
      <p:sp>
        <p:nvSpPr>
          <p:cNvPr id="31" name="Idea text 6"/>
          <p:cNvSpPr txBox="1"/>
          <p:nvPr/>
        </p:nvSpPr>
        <p:spPr>
          <a:xfrm>
            <a:off x="8302752" y="45720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262626"/>
                </a:solidFill>
              </a:rPr>
              <a:t>[One or two sentences on the idea and the problem it solves]</a:t>
            </a:r>
          </a:p>
        </p:txBody>
      </p:sp>
      <p:sp>
        <p:nvSpPr>
          <p:cNvPr id="32" name="Idea tag 6"/>
          <p:cNvSpPr txBox="1"/>
          <p:nvPr/>
        </p:nvSpPr>
        <p:spPr>
          <a:xfrm>
            <a:off x="8302752" y="54223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8C8C8C"/>
                </a:solidFill>
              </a:rPr>
              <a:t>[Owner]  ·  [Theme]</a:t>
            </a:r>
          </a:p>
        </p:txBody>
      </p:sp>
    </p:spTree>
    <p:custDataLst>
      <p:tags r:id="rIdGna1"/>
    </p:custData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81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