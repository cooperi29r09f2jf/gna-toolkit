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2" r:id="rId6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68" Type="http://schemas.openxmlformats.org/officeDocument/2006/relationships/slide" Target="slides/slide64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 mainly in [risk area 1] and [risk area 2]</a:t>
            </a:r>
            <a:endParaRPr lang="en-D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E9EF87-A5DD-3AE1-4888-6FED1017C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ECC3D-72A6-52CD-41F7-101546A520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7" y="2080661"/>
            <a:ext cx="415374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5208129" y="2080661"/>
            <a:ext cx="415385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Potential mitigation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22392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55473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e.g., proliferation of rumors on why certain teams are downsized]</a:t>
            </a:r>
            <a:endParaRPr kumimoji="0" lang="en-US" sz="120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lang="en-US"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2CBEE-60EE-2CEE-1DCB-E932F04D47A1}"/>
              </a:ext>
            </a:extLst>
          </p:cNvPr>
          <p:cNvSpPr txBox="1"/>
          <p:nvPr/>
        </p:nvSpPr>
        <p:spPr>
          <a:xfrm>
            <a:off x="554736" y="338419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8C0CF-B2DC-CA79-261D-41188F8EE430}"/>
              </a:ext>
            </a:extLst>
          </p:cNvPr>
          <p:cNvSpPr txBox="1"/>
          <p:nvPr/>
        </p:nvSpPr>
        <p:spPr>
          <a:xfrm>
            <a:off x="554736" y="413947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6BF78-9C98-4638-6224-3521154E7FBE}"/>
              </a:ext>
            </a:extLst>
          </p:cNvPr>
          <p:cNvSpPr txBox="1"/>
          <p:nvPr/>
        </p:nvSpPr>
        <p:spPr>
          <a:xfrm>
            <a:off x="554736" y="489474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87DAF-4B0D-41B4-EF55-94BC04884B24}"/>
              </a:ext>
            </a:extLst>
          </p:cNvPr>
          <p:cNvSpPr txBox="1"/>
          <p:nvPr/>
        </p:nvSpPr>
        <p:spPr>
          <a:xfrm>
            <a:off x="55473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520824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e.g., full transparency on cost cutting measures to make rationale clear]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4D4AA-03E9-B2DD-B71F-9574FE254E20}"/>
              </a:ext>
            </a:extLst>
          </p:cNvPr>
          <p:cNvSpPr txBox="1"/>
          <p:nvPr/>
        </p:nvSpPr>
        <p:spPr>
          <a:xfrm>
            <a:off x="5208246" y="3384200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CD754-573A-6DAC-52EA-F1EBC37275FD}"/>
              </a:ext>
            </a:extLst>
          </p:cNvPr>
          <p:cNvSpPr txBox="1"/>
          <p:nvPr/>
        </p:nvSpPr>
        <p:spPr>
          <a:xfrm>
            <a:off x="5208246" y="4139476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BE137-51E7-9422-BD26-0DAF300CC471}"/>
              </a:ext>
            </a:extLst>
          </p:cNvPr>
          <p:cNvSpPr txBox="1"/>
          <p:nvPr/>
        </p:nvSpPr>
        <p:spPr>
          <a:xfrm>
            <a:off x="5208246" y="4894752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88E208-D080-7D08-95B3-EEF04432511C}"/>
              </a:ext>
            </a:extLst>
          </p:cNvPr>
          <p:cNvSpPr txBox="1"/>
          <p:nvPr/>
        </p:nvSpPr>
        <p:spPr>
          <a:xfrm>
            <a:off x="520824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397920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B9E125-D0F8-2064-F205-C0A2855DC9E4}"/>
              </a:ext>
            </a:extLst>
          </p:cNvPr>
          <p:cNvCxnSpPr>
            <a:cxnSpLocks/>
          </p:cNvCxnSpPr>
          <p:nvPr/>
        </p:nvCxnSpPr>
        <p:spPr>
          <a:xfrm flipH="1">
            <a:off x="554736" y="473447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C6F76E-8FED-453C-B4CB-109B0080D756}"/>
              </a:ext>
            </a:extLst>
          </p:cNvPr>
          <p:cNvCxnSpPr>
            <a:cxnSpLocks/>
          </p:cNvCxnSpPr>
          <p:nvPr/>
        </p:nvCxnSpPr>
        <p:spPr>
          <a:xfrm flipH="1">
            <a:off x="554736" y="548975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4815210" y="2743004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4815210" y="3498280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4815210" y="4253556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6A8BD92B-0725-F1A2-9BB0-3DDB55E01A48}"/>
              </a:ext>
            </a:extLst>
          </p:cNvPr>
          <p:cNvSpPr/>
          <p:nvPr/>
        </p:nvSpPr>
        <p:spPr>
          <a:xfrm rot="5400000">
            <a:off x="4815210" y="5008832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73895E46-D080-70D5-1ECC-81A3F90F0F50}"/>
              </a:ext>
            </a:extLst>
          </p:cNvPr>
          <p:cNvSpPr/>
          <p:nvPr/>
        </p:nvSpPr>
        <p:spPr>
          <a:xfrm rot="5400000">
            <a:off x="4815209" y="5764108"/>
            <a:ext cx="286189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34424-1A59-F582-79D7-D256D270027F}"/>
              </a:ext>
            </a:extLst>
          </p:cNvPr>
          <p:cNvSpPr/>
          <p:nvPr/>
        </p:nvSpPr>
        <p:spPr>
          <a:xfrm>
            <a:off x="9861630" y="2080661"/>
            <a:ext cx="1775633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B86B7-A257-9987-D6B4-60C3762B2694}"/>
              </a:ext>
            </a:extLst>
          </p:cNvPr>
          <p:cNvSpPr/>
          <p:nvPr/>
        </p:nvSpPr>
        <p:spPr>
          <a:xfrm>
            <a:off x="9400265" y="2468650"/>
            <a:ext cx="423082" cy="3674479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BC5CB14-32E5-FFB7-551B-20F9156F9E20}"/>
              </a:ext>
            </a:extLst>
          </p:cNvPr>
          <p:cNvCxnSpPr/>
          <p:nvPr/>
        </p:nvCxnSpPr>
        <p:spPr>
          <a:xfrm>
            <a:off x="9611806" y="2536890"/>
            <a:ext cx="0" cy="3674479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8B5E638-88F3-5DE6-A6F1-9E31BB6DA766}"/>
              </a:ext>
            </a:extLst>
          </p:cNvPr>
          <p:cNvSpPr txBox="1"/>
          <p:nvPr/>
        </p:nvSpPr>
        <p:spPr>
          <a:xfrm>
            <a:off x="9940834" y="1318966"/>
            <a:ext cx="1696430" cy="23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Initial view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A43172-69B5-2336-00B4-968019A25F58}"/>
              </a:ext>
            </a:extLst>
          </p:cNvPr>
          <p:cNvSpPr>
            <a:spLocks noChangeAspect="1"/>
          </p:cNvSpPr>
          <p:nvPr/>
        </p:nvSpPr>
        <p:spPr>
          <a:xfrm>
            <a:off x="10566566" y="2663407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BCAF1B-D13D-7C5F-A585-5F724168A942}"/>
              </a:ext>
            </a:extLst>
          </p:cNvPr>
          <p:cNvSpPr>
            <a:spLocks noChangeAspect="1"/>
          </p:cNvSpPr>
          <p:nvPr/>
        </p:nvSpPr>
        <p:spPr>
          <a:xfrm>
            <a:off x="10566566" y="3418683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435A20-AA3D-B17B-E712-4F6D00F976D0}"/>
              </a:ext>
            </a:extLst>
          </p:cNvPr>
          <p:cNvSpPr>
            <a:spLocks noChangeAspect="1"/>
          </p:cNvSpPr>
          <p:nvPr/>
        </p:nvSpPr>
        <p:spPr>
          <a:xfrm>
            <a:off x="10566566" y="4173959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F61F9F7-F300-2DA0-2FF3-DF7A5CE7AF84}"/>
              </a:ext>
            </a:extLst>
          </p:cNvPr>
          <p:cNvSpPr>
            <a:spLocks noChangeAspect="1"/>
          </p:cNvSpPr>
          <p:nvPr/>
        </p:nvSpPr>
        <p:spPr>
          <a:xfrm>
            <a:off x="10566566" y="4929235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F04001-65A2-EE9C-7C5F-FDF6AAA831EB}"/>
              </a:ext>
            </a:extLst>
          </p:cNvPr>
          <p:cNvSpPr>
            <a:spLocks noChangeAspect="1"/>
          </p:cNvSpPr>
          <p:nvPr/>
        </p:nvSpPr>
        <p:spPr>
          <a:xfrm>
            <a:off x="10566566" y="5684511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98398539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