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23" r:id="rId96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67.xml"/><Relationship Id="rId7" Type="http://schemas.openxmlformats.org/officeDocument/2006/relationships/image" Target="../media/image7.png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6" Type="http://schemas.openxmlformats.org/officeDocument/2006/relationships/image" Target="../media/image6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68.xml"/></Relationships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NA wave" descr="Decorative wave"/>
          <p:cNvPicPr>
            <a:picLocks noChangeAspect="1"/>
          </p:cNvPicPr>
          <p:nvPr userDrawn="1"/>
        </p:nvPicPr>
        <p:blipFill>
          <a:blip r:embed="rId6"/>
          <a:srcRect r="9359" b="7017"/>
          <a:stretch>
            <a:fillRect/>
          </a:stretch>
        </p:blipFill>
        <p:spPr>
          <a:xfrm>
            <a:off x="2743200" y="2011680"/>
            <a:ext cx="9448495" cy="4846320"/>
          </a:xfrm>
          <a:prstGeom prst="rect">
            <a:avLst/>
          </a:prstGeom>
        </p:spPr>
      </p:pic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+mn-lt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pic>
        <p:nvPicPr>
          <p:cNvPr id="16" name="GNA cover logo" descr="Gheen &amp; Noyes Advisory logo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02920" y="411480"/>
            <a:ext cx="2166134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14" Type="http://schemas.openxmlformats.org/officeDocument/2006/relationships/slideLayout" Target="../slideLayouts/slideLayout14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4" r:id="rId14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Gna1" Type="http://schemas.openxmlformats.org/officeDocument/2006/relationships/tags" Target="../tags/gnatag1.xml"/></Relationships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0E783-A7C4-C6AE-DC4A-D5119163D9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noFill/>
        </p:spPr>
        <p:txBody>
          <a:bodyPr/>
          <a:lstStyle/>
          <a:p>
            <a:r>
              <a:rPr lang="en-US" dirty="0"/>
              <a:t>[name]@gheennoyesadvisory.com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290C0-6165-3DBD-C55C-3AD3B5D63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dirty="0"/>
              <a:t>[Contact name], [Title]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1914E-84F1-41E2-2ECD-D187FCB7EB5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166B1-5150-EEE1-B625-BE6A33CCA4D9}"/>
              </a:ext>
            </a:extLst>
          </p:cNvPr>
          <p:cNvSpPr txBox="1"/>
          <p:nvPr/>
        </p:nvSpPr>
        <p:spPr>
          <a:xfrm>
            <a:off x="5056496" y="539769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80D94B-BA0B-89F8-1EEC-DCF94F26CA94}"/>
              </a:ext>
            </a:extLst>
          </p:cNvPr>
          <p:cNvSpPr txBox="1"/>
          <p:nvPr/>
        </p:nvSpPr>
        <p:spPr>
          <a:xfrm>
            <a:off x="7001301" y="300250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783232711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92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