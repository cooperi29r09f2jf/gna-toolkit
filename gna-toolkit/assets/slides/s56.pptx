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4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09" r:id="rId60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60" Type="http://schemas.openxmlformats.org/officeDocument/2006/relationships/slide" Target="slides/slide56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56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1.xml"/><Relationship Id="rId4" Type="http://schemas.openxmlformats.org/officeDocument/2006/relationships/image" Target="../media/image50.emf"/><Relationship Id="rIdGna1" Type="http://schemas.openxmlformats.org/officeDocument/2006/relationships/tags" Target="../tags/gnatag1.xml"/></Relationships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kt 10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11" name="Objekt 10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1">
            <a:extLst>
              <a:ext uri="{FF2B5EF4-FFF2-40B4-BE49-F238E27FC236}">
                <a16:creationId xmlns:a16="http://schemas.microsoft.com/office/drawing/2014/main" id="{4B15E1FF-8E24-924E-B815-29B1BFB70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We propose a four-step approach</a:t>
            </a:r>
            <a:endParaRPr lang="da-DK">
              <a:latin typeface="+mn-lt"/>
              <a:sym typeface="Helvetica Now Display" panose="020B0504030202020204" pitchFamily="34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69C70F-C98E-FADF-25F1-C58CE9292B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17FC3A-E8E7-F72D-9151-646689210C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FE0A43-03D6-1944-852B-7BD6F4BF4F46}"/>
              </a:ext>
            </a:extLst>
          </p:cNvPr>
          <p:cNvSpPr/>
          <p:nvPr/>
        </p:nvSpPr>
        <p:spPr>
          <a:xfrm>
            <a:off x="554736" y="3588039"/>
            <a:ext cx="2432457" cy="1155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Key activities: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key activities]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cs typeface="Arial" panose="020B0604020202020204" pitchFamily="34" charset="0"/>
              <a:sym typeface="Helvetica Now Display" panose="020B0504030202020204" pitchFamily="34" charset="77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key activities]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key activities]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cs typeface="Arial" panose="020B0604020202020204" pitchFamily="34" charset="0"/>
              <a:sym typeface="Helvetica Now Display" panose="020B0504030202020204" pitchFamily="34" charset="77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4C2E2-B966-D144-858A-99D630507072}"/>
              </a:ext>
            </a:extLst>
          </p:cNvPr>
          <p:cNvCxnSpPr>
            <a:cxnSpLocks/>
          </p:cNvCxnSpPr>
          <p:nvPr/>
        </p:nvCxnSpPr>
        <p:spPr>
          <a:xfrm flipH="1">
            <a:off x="563880" y="3315438"/>
            <a:ext cx="11064240" cy="0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73F8E65-1B10-0E49-BF04-D128F4126AE9}"/>
              </a:ext>
            </a:extLst>
          </p:cNvPr>
          <p:cNvSpPr/>
          <p:nvPr/>
        </p:nvSpPr>
        <p:spPr>
          <a:xfrm>
            <a:off x="496495" y="2401022"/>
            <a:ext cx="2548939" cy="606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Step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headline e.g., Diagnostic]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70DE98-4E62-284A-831D-7F291759459F}"/>
              </a:ext>
            </a:extLst>
          </p:cNvPr>
          <p:cNvSpPr/>
          <p:nvPr/>
        </p:nvSpPr>
        <p:spPr>
          <a:xfrm>
            <a:off x="3151376" y="2401022"/>
            <a:ext cx="2548939" cy="606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Step 2</a:t>
            </a:r>
            <a:br>
              <a:rPr kumimoji="0" lang="en-US" sz="140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</a:br>
            <a:r>
              <a:rPr kumimoji="0" lang="en-US" sz="140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headline]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D674C7-B299-9844-BBA5-2417E0FA79B1}"/>
              </a:ext>
            </a:extLst>
          </p:cNvPr>
          <p:cNvSpPr/>
          <p:nvPr/>
        </p:nvSpPr>
        <p:spPr>
          <a:xfrm>
            <a:off x="5806257" y="2401022"/>
            <a:ext cx="2548939" cy="606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Step 3</a:t>
            </a:r>
            <a:br>
              <a:rPr kumimoji="0" lang="en-US" sz="140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</a:br>
            <a:r>
              <a:rPr kumimoji="0" lang="en-US" sz="140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headline]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D9A917-CBDD-304F-A8D6-3BEE81995F5C}"/>
              </a:ext>
            </a:extLst>
          </p:cNvPr>
          <p:cNvSpPr/>
          <p:nvPr/>
        </p:nvSpPr>
        <p:spPr>
          <a:xfrm>
            <a:off x="8461137" y="2401022"/>
            <a:ext cx="2548939" cy="606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Step 4</a:t>
            </a:r>
            <a:br>
              <a:rPr kumimoji="0" lang="en-US" sz="140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</a:br>
            <a:r>
              <a:rPr kumimoji="0" lang="en-US" sz="140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headline]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2B79EE-003B-9546-820C-47503B85C778}"/>
              </a:ext>
            </a:extLst>
          </p:cNvPr>
          <p:cNvSpPr/>
          <p:nvPr/>
        </p:nvSpPr>
        <p:spPr>
          <a:xfrm>
            <a:off x="10105688" y="2401022"/>
            <a:ext cx="2548939" cy="606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…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A21DC7-EC62-4E4A-ADE1-E95E3644EFBB}"/>
              </a:ext>
            </a:extLst>
          </p:cNvPr>
          <p:cNvSpPr/>
          <p:nvPr/>
        </p:nvSpPr>
        <p:spPr>
          <a:xfrm>
            <a:off x="5864498" y="3588039"/>
            <a:ext cx="2432457" cy="1155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Key activities: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key activities]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cs typeface="Arial" panose="020B0604020202020204" pitchFamily="34" charset="0"/>
              <a:sym typeface="Helvetica Now Display" panose="020B0504030202020204" pitchFamily="34" charset="77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key activities]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key activities]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cs typeface="Arial" panose="020B0604020202020204" pitchFamily="34" charset="0"/>
              <a:sym typeface="Helvetica Now Display" panose="020B0504030202020204" pitchFamily="34" charset="7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2347D2-E084-EB44-9A74-AFE61F245D92}"/>
              </a:ext>
            </a:extLst>
          </p:cNvPr>
          <p:cNvSpPr/>
          <p:nvPr/>
        </p:nvSpPr>
        <p:spPr>
          <a:xfrm>
            <a:off x="3209617" y="3588039"/>
            <a:ext cx="2432457" cy="1155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Key activities: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key activities]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cs typeface="Arial" panose="020B0604020202020204" pitchFamily="34" charset="0"/>
              <a:sym typeface="Helvetica Now Display" panose="020B0504030202020204" pitchFamily="34" charset="77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key activities]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key activities]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cs typeface="Arial" panose="020B0604020202020204" pitchFamily="34" charset="0"/>
              <a:sym typeface="Helvetica Now Display" panose="020B0504030202020204" pitchFamily="34" charset="77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3D52AA-F848-1D47-8682-AA0D4B7ABB90}"/>
              </a:ext>
            </a:extLst>
          </p:cNvPr>
          <p:cNvSpPr/>
          <p:nvPr/>
        </p:nvSpPr>
        <p:spPr>
          <a:xfrm>
            <a:off x="8519378" y="3588039"/>
            <a:ext cx="2432457" cy="1155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Key activities: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key activities]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cs typeface="Arial" panose="020B0604020202020204" pitchFamily="34" charset="0"/>
              <a:sym typeface="Helvetica Now Display" panose="020B0504030202020204" pitchFamily="34" charset="77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key activities]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key activities]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cs typeface="Arial" panose="020B0604020202020204" pitchFamily="34" charset="0"/>
              <a:sym typeface="Helvetica Now Display" panose="020B0504030202020204" pitchFamily="34" charset="77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D18F6B9-E1B1-DB40-A395-011934CA3EF2}"/>
              </a:ext>
            </a:extLst>
          </p:cNvPr>
          <p:cNvSpPr/>
          <p:nvPr/>
        </p:nvSpPr>
        <p:spPr>
          <a:xfrm>
            <a:off x="1626964" y="3171436"/>
            <a:ext cx="288000" cy="28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sym typeface="Helvetica Now Display" panose="020B0504030202020204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0852B77-0535-FA49-9109-C8EF2E8D5EE1}"/>
              </a:ext>
            </a:extLst>
          </p:cNvPr>
          <p:cNvSpPr/>
          <p:nvPr/>
        </p:nvSpPr>
        <p:spPr>
          <a:xfrm>
            <a:off x="4281845" y="3171436"/>
            <a:ext cx="288000" cy="28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sym typeface="Helvetica Now Display" panose="020B0504030202020204" pitchFamily="34" charset="77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2BB591D-7F60-4241-AAE5-B67D1B25B2AC}"/>
              </a:ext>
            </a:extLst>
          </p:cNvPr>
          <p:cNvSpPr/>
          <p:nvPr/>
        </p:nvSpPr>
        <p:spPr>
          <a:xfrm>
            <a:off x="6936726" y="3171436"/>
            <a:ext cx="288000" cy="28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sym typeface="Helvetica Now Display" panose="020B0504030202020204" pitchFamily="34" charset="77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1403B78-5560-734C-BDD6-AAE6D5A5DED1}"/>
              </a:ext>
            </a:extLst>
          </p:cNvPr>
          <p:cNvSpPr/>
          <p:nvPr/>
        </p:nvSpPr>
        <p:spPr>
          <a:xfrm>
            <a:off x="9591606" y="3171436"/>
            <a:ext cx="288000" cy="28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sym typeface="Helvetica Now Display" panose="020B0504030202020204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6F0180-405F-0342-845D-31DD184FDEB2}"/>
              </a:ext>
            </a:extLst>
          </p:cNvPr>
          <p:cNvSpPr txBox="1"/>
          <p:nvPr/>
        </p:nvSpPr>
        <p:spPr>
          <a:xfrm>
            <a:off x="1035674" y="1939100"/>
            <a:ext cx="1470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[Insert timeframe]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9F852D-01F8-0D4D-8BA3-367D70EE4E1A}"/>
              </a:ext>
            </a:extLst>
          </p:cNvPr>
          <p:cNvSpPr txBox="1"/>
          <p:nvPr/>
        </p:nvSpPr>
        <p:spPr>
          <a:xfrm>
            <a:off x="3629341" y="1939099"/>
            <a:ext cx="1593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[Insert timeframe]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DD3E4A-EA09-BC4B-9AE5-61F7A1F7C865}"/>
              </a:ext>
            </a:extLst>
          </p:cNvPr>
          <p:cNvSpPr txBox="1"/>
          <p:nvPr/>
        </p:nvSpPr>
        <p:spPr>
          <a:xfrm>
            <a:off x="6284221" y="1939099"/>
            <a:ext cx="1593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[Insert timeframe]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9735D2-9E55-A941-8541-030DCD813403}"/>
              </a:ext>
            </a:extLst>
          </p:cNvPr>
          <p:cNvSpPr txBox="1"/>
          <p:nvPr/>
        </p:nvSpPr>
        <p:spPr>
          <a:xfrm>
            <a:off x="8546643" y="1939098"/>
            <a:ext cx="2377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[Insert timeframe]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059920-4ED1-35EA-2200-189DB55AC69D}"/>
              </a:ext>
            </a:extLst>
          </p:cNvPr>
          <p:cNvSpPr/>
          <p:nvPr/>
        </p:nvSpPr>
        <p:spPr>
          <a:xfrm>
            <a:off x="563880" y="5051606"/>
            <a:ext cx="2432457" cy="1155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Main deliverables: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main deliverables and/or decision to be made]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cs typeface="Arial" panose="020B0604020202020204" pitchFamily="34" charset="0"/>
              <a:sym typeface="Helvetica Now Display" panose="020B0504030202020204" pitchFamily="34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492F62-C276-EA87-788E-62A712BC42B0}"/>
              </a:ext>
            </a:extLst>
          </p:cNvPr>
          <p:cNvSpPr/>
          <p:nvPr/>
        </p:nvSpPr>
        <p:spPr>
          <a:xfrm>
            <a:off x="5873642" y="5051606"/>
            <a:ext cx="2432457" cy="1155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Main deliverables: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main deliverables and/or decision to be made]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cs typeface="Arial" panose="020B0604020202020204" pitchFamily="34" charset="0"/>
              <a:sym typeface="Helvetica Now Display" panose="020B0504030202020204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8A7C3D-1337-2973-AFAB-592A2029C96A}"/>
              </a:ext>
            </a:extLst>
          </p:cNvPr>
          <p:cNvSpPr/>
          <p:nvPr/>
        </p:nvSpPr>
        <p:spPr>
          <a:xfrm>
            <a:off x="3218761" y="5051606"/>
            <a:ext cx="2432457" cy="1155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Main deliverables: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main deliverables and/or decision to be made]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cs typeface="Arial" panose="020B0604020202020204" pitchFamily="34" charset="0"/>
              <a:sym typeface="Helvetica Now Display" panose="020B0504030202020204" pitchFamily="34" charset="77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92EED4-479F-92BA-5C53-9C520A808064}"/>
              </a:ext>
            </a:extLst>
          </p:cNvPr>
          <p:cNvSpPr/>
          <p:nvPr/>
        </p:nvSpPr>
        <p:spPr>
          <a:xfrm>
            <a:off x="8528522" y="5051606"/>
            <a:ext cx="2432457" cy="1155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Main deliverables: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  <a:sym typeface="Helvetica Now Display" panose="020B0504030202020204" pitchFamily="34" charset="77"/>
              </a:rPr>
              <a:t>[Insert main deliverables and/or decision to be made]</a:t>
            </a:r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Helvetica Neue" panose="02000503000000020004" pitchFamily="2" charset="0"/>
              <a:cs typeface="Arial" panose="020B0604020202020204" pitchFamily="34" charset="0"/>
              <a:sym typeface="Helvetica Now Display" panose="020B0504030202020204" pitchFamily="34" charset="77"/>
            </a:endParaRPr>
          </a:p>
        </p:txBody>
      </p: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1CB72F0F-A53B-6089-C2D4-27A834F79AD0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" name="Google Shape;538;p14">
            <a:extLst>
              <a:ext uri="{FF2B5EF4-FFF2-40B4-BE49-F238E27FC236}">
                <a16:creationId xmlns:a16="http://schemas.microsoft.com/office/drawing/2014/main" id="{1CEEC1B8-A6E4-F4B5-3E91-01413AF01479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E2B601-1022-6A85-D636-28441B9925B4}"/>
              </a:ext>
            </a:extLst>
          </p:cNvPr>
          <p:cNvSpPr txBox="1"/>
          <p:nvPr/>
        </p:nvSpPr>
        <p:spPr>
          <a:xfrm>
            <a:off x="9940834" y="1318966"/>
            <a:ext cx="1696430" cy="23513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For discussion</a:t>
            </a: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3871821955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56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