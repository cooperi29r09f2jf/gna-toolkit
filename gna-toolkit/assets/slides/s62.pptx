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3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07" r:id="rId6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66" Type="http://schemas.openxmlformats.org/officeDocument/2006/relationships/slide" Target="slides/slide6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6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98055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2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3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5.bin"/><Relationship Id="rIdGna1" Type="http://schemas.openxmlformats.org/officeDocument/2006/relationships/tags" Target="../tags/gnatag1.xml"/></Relationships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8CD542B-A49B-4F7E-A522-68DC352B2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D542B-A49B-4F7E-A522-68DC352B2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0952D96B-92E2-4357-BD2B-8F590511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/>
          <a:p>
            <a:r>
              <a:rPr lang="en-GB" dirty="0"/>
              <a:t>[Roadmap / Insert action title]</a:t>
            </a:r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D3CCE4C-BF6E-4E1C-BCE8-F84C328E04C0}"/>
              </a:ext>
            </a:extLst>
          </p:cNvPr>
          <p:cNvSpPr/>
          <p:nvPr/>
        </p:nvSpPr>
        <p:spPr>
          <a:xfrm rot="21449236">
            <a:off x="558281" y="3719594"/>
            <a:ext cx="11079682" cy="1330825"/>
          </a:xfrm>
          <a:custGeom>
            <a:avLst/>
            <a:gdLst>
              <a:gd name="connsiteX0" fmla="*/ 0 w 11440574"/>
              <a:gd name="connsiteY0" fmla="*/ 1809458 h 1889358"/>
              <a:gd name="connsiteX1" fmla="*/ 4264090 w 11440574"/>
              <a:gd name="connsiteY1" fmla="*/ 1734814 h 1889358"/>
              <a:gd name="connsiteX2" fmla="*/ 6354147 w 11440574"/>
              <a:gd name="connsiteY2" fmla="*/ 409867 h 1889358"/>
              <a:gd name="connsiteX3" fmla="*/ 11440574 w 11440574"/>
              <a:gd name="connsiteY3" fmla="*/ 23579 h 1889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0574" h="1889358">
                <a:moveTo>
                  <a:pt x="0" y="1809458"/>
                </a:moveTo>
                <a:cubicBezTo>
                  <a:pt x="1602533" y="1888768"/>
                  <a:pt x="3205066" y="1968079"/>
                  <a:pt x="4264090" y="1734814"/>
                </a:cubicBezTo>
                <a:cubicBezTo>
                  <a:pt x="5323115" y="1501549"/>
                  <a:pt x="5198706" y="725553"/>
                  <a:pt x="6354147" y="409867"/>
                </a:cubicBezTo>
                <a:cubicBezTo>
                  <a:pt x="7509588" y="94181"/>
                  <a:pt x="9576681" y="-63040"/>
                  <a:pt x="11440574" y="23579"/>
                </a:cubicBezTo>
              </a:path>
            </a:pathLst>
          </a:cu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319219-A35D-4198-A489-A935B2B01690}"/>
              </a:ext>
            </a:extLst>
          </p:cNvPr>
          <p:cNvSpPr txBox="1"/>
          <p:nvPr/>
        </p:nvSpPr>
        <p:spPr>
          <a:xfrm>
            <a:off x="1501328" y="4314061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9CC0436-A535-4502-B996-203AC6C9F71C}"/>
              </a:ext>
            </a:extLst>
          </p:cNvPr>
          <p:cNvSpPr>
            <a:spLocks/>
          </p:cNvSpPr>
          <p:nvPr/>
        </p:nvSpPr>
        <p:spPr>
          <a:xfrm>
            <a:off x="1976318" y="509759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0" name="Text Box 6">
            <a:extLst>
              <a:ext uri="{FF2B5EF4-FFF2-40B4-BE49-F238E27FC236}">
                <a16:creationId xmlns:a16="http://schemas.microsoft.com/office/drawing/2014/main" id="{A5DD2E12-3832-4B21-AA8F-B027B73D6A6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7870" y="1720887"/>
            <a:ext cx="2053034" cy="325120"/>
          </a:xfrm>
          <a:prstGeom prst="homePlate">
            <a:avLst>
              <a:gd name="adj" fmla="val 35010"/>
            </a:avLst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>
                <a:solidFill>
                  <a:schemeClr val="bg1"/>
                </a:solidFill>
              </a:rPr>
              <a:t>Today</a:t>
            </a:r>
          </a:p>
        </p:txBody>
      </p:sp>
      <p:sp>
        <p:nvSpPr>
          <p:cNvPr id="131" name="Text Box 7">
            <a:extLst>
              <a:ext uri="{FF2B5EF4-FFF2-40B4-BE49-F238E27FC236}">
                <a16:creationId xmlns:a16="http://schemas.microsoft.com/office/drawing/2014/main" id="{260195C6-C52C-4740-BDD1-F200D417CCE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45166" y="1720886"/>
            <a:ext cx="5937595" cy="325120"/>
          </a:xfrm>
          <a:prstGeom prst="chevron">
            <a:avLst>
              <a:gd name="adj" fmla="val 35010"/>
            </a:avLst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1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b="1" noProof="1">
                <a:solidFill>
                  <a:schemeClr val="bg1"/>
                </a:solidFill>
              </a:rPr>
              <a:t>2025-2035</a:t>
            </a:r>
          </a:p>
        </p:txBody>
      </p:sp>
      <p:sp>
        <p:nvSpPr>
          <p:cNvPr id="132" name="Text Box 7">
            <a:extLst>
              <a:ext uri="{FF2B5EF4-FFF2-40B4-BE49-F238E27FC236}">
                <a16:creationId xmlns:a16="http://schemas.microsoft.com/office/drawing/2014/main" id="{D5378C07-D580-4E70-BEE6-EF1A8E6F98D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417023" y="1724409"/>
            <a:ext cx="3220941" cy="321597"/>
          </a:xfrm>
          <a:prstGeom prst="chevron">
            <a:avLst>
              <a:gd name="adj" fmla="val 35010"/>
            </a:avLst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1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>
                <a:solidFill>
                  <a:schemeClr val="bg1"/>
                </a:solidFill>
              </a:rPr>
              <a:t>2035+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F97DCAC-9D0C-4AD4-BC9D-3EB8468EF799}"/>
              </a:ext>
            </a:extLst>
          </p:cNvPr>
          <p:cNvSpPr txBox="1"/>
          <p:nvPr/>
        </p:nvSpPr>
        <p:spPr>
          <a:xfrm>
            <a:off x="557870" y="2098570"/>
            <a:ext cx="2053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[Insert focus of phase]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2BBC050-B381-44F9-A05D-7C8471F2E40C}"/>
              </a:ext>
            </a:extLst>
          </p:cNvPr>
          <p:cNvSpPr txBox="1"/>
          <p:nvPr/>
        </p:nvSpPr>
        <p:spPr>
          <a:xfrm>
            <a:off x="2545166" y="2092889"/>
            <a:ext cx="5937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[Insert focus of phase]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39358BE-3AC3-4BF6-820E-A08CFE8AD30D}"/>
              </a:ext>
            </a:extLst>
          </p:cNvPr>
          <p:cNvSpPr txBox="1"/>
          <p:nvPr/>
        </p:nvSpPr>
        <p:spPr>
          <a:xfrm>
            <a:off x="8417023" y="2098570"/>
            <a:ext cx="322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[Insert focus of phase]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D481044-5D1A-49B9-9C1E-D9C385EB8C1A}"/>
              </a:ext>
            </a:extLst>
          </p:cNvPr>
          <p:cNvSpPr txBox="1"/>
          <p:nvPr/>
        </p:nvSpPr>
        <p:spPr>
          <a:xfrm>
            <a:off x="2652498" y="4247538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AD06DE98-99DE-409D-A29B-0AAA40324BBC}"/>
              </a:ext>
            </a:extLst>
          </p:cNvPr>
          <p:cNvSpPr>
            <a:spLocks/>
          </p:cNvSpPr>
          <p:nvPr/>
        </p:nvSpPr>
        <p:spPr>
          <a:xfrm>
            <a:off x="3679523" y="5016979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68C227F-48FA-4A88-B3F2-F4ED7BC4D318}"/>
              </a:ext>
            </a:extLst>
          </p:cNvPr>
          <p:cNvSpPr txBox="1"/>
          <p:nvPr/>
        </p:nvSpPr>
        <p:spPr>
          <a:xfrm>
            <a:off x="4036282" y="3988352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46A41B6-ED95-4771-A1B0-297A5AA4AF2B}"/>
              </a:ext>
            </a:extLst>
          </p:cNvPr>
          <p:cNvSpPr>
            <a:spLocks/>
          </p:cNvSpPr>
          <p:nvPr/>
        </p:nvSpPr>
        <p:spPr>
          <a:xfrm>
            <a:off x="5100859" y="4746675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17833C2-CBF6-49B7-8FF4-FDF54025F95B}"/>
              </a:ext>
            </a:extLst>
          </p:cNvPr>
          <p:cNvSpPr txBox="1"/>
          <p:nvPr/>
        </p:nvSpPr>
        <p:spPr>
          <a:xfrm>
            <a:off x="5298467" y="3066587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CB60DB9-2628-4F96-87BC-0C6D4B2E2735}"/>
              </a:ext>
            </a:extLst>
          </p:cNvPr>
          <p:cNvSpPr>
            <a:spLocks/>
          </p:cNvSpPr>
          <p:nvPr/>
        </p:nvSpPr>
        <p:spPr>
          <a:xfrm>
            <a:off x="6219456" y="3995063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82629ED-1715-456E-87E1-6EBBCD3B1E7C}"/>
              </a:ext>
            </a:extLst>
          </p:cNvPr>
          <p:cNvSpPr txBox="1"/>
          <p:nvPr/>
        </p:nvSpPr>
        <p:spPr>
          <a:xfrm>
            <a:off x="6719410" y="2953598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58DC986-33B2-4917-B1D5-B2AF86D625E3}"/>
              </a:ext>
            </a:extLst>
          </p:cNvPr>
          <p:cNvSpPr>
            <a:spLocks/>
          </p:cNvSpPr>
          <p:nvPr/>
        </p:nvSpPr>
        <p:spPr>
          <a:xfrm>
            <a:off x="7765266" y="3654007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DB7C54C-B288-4E08-9B49-2854200A2194}"/>
              </a:ext>
            </a:extLst>
          </p:cNvPr>
          <p:cNvSpPr txBox="1"/>
          <p:nvPr/>
        </p:nvSpPr>
        <p:spPr>
          <a:xfrm>
            <a:off x="8503416" y="2666642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0BD8EA90-3ED9-46C1-B22C-84A75AC1236A}"/>
              </a:ext>
            </a:extLst>
          </p:cNvPr>
          <p:cNvSpPr>
            <a:spLocks/>
          </p:cNvSpPr>
          <p:nvPr/>
        </p:nvSpPr>
        <p:spPr>
          <a:xfrm>
            <a:off x="9535648" y="3461247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E6DE43C-729F-4DD8-AB3D-4DCACBA1B550}"/>
              </a:ext>
            </a:extLst>
          </p:cNvPr>
          <p:cNvSpPr txBox="1"/>
          <p:nvPr/>
        </p:nvSpPr>
        <p:spPr>
          <a:xfrm>
            <a:off x="9924359" y="2552025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A6A69A9-1E17-49F0-8957-5E9DD7BA550E}"/>
              </a:ext>
            </a:extLst>
          </p:cNvPr>
          <p:cNvSpPr>
            <a:spLocks/>
          </p:cNvSpPr>
          <p:nvPr/>
        </p:nvSpPr>
        <p:spPr>
          <a:xfrm>
            <a:off x="11120952" y="3386766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3366980-4100-4581-B8B6-BB72677A22D9}"/>
              </a:ext>
            </a:extLst>
          </p:cNvPr>
          <p:cNvSpPr txBox="1"/>
          <p:nvPr/>
        </p:nvSpPr>
        <p:spPr>
          <a:xfrm>
            <a:off x="574527" y="5507307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3F8524F9-EF34-4799-AA88-FF7D73D9EED3}"/>
              </a:ext>
            </a:extLst>
          </p:cNvPr>
          <p:cNvSpPr>
            <a:spLocks/>
          </p:cNvSpPr>
          <p:nvPr/>
        </p:nvSpPr>
        <p:spPr>
          <a:xfrm flipH="1" flipV="1">
            <a:off x="924398" y="51257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D706513-FEB9-4B5B-AAF2-69992140463B}"/>
              </a:ext>
            </a:extLst>
          </p:cNvPr>
          <p:cNvSpPr txBox="1"/>
          <p:nvPr/>
        </p:nvSpPr>
        <p:spPr>
          <a:xfrm>
            <a:off x="3281545" y="5402217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D4E698C3-868D-47D4-8652-753B4E7F46D5}"/>
              </a:ext>
            </a:extLst>
          </p:cNvPr>
          <p:cNvSpPr>
            <a:spLocks/>
          </p:cNvSpPr>
          <p:nvPr/>
        </p:nvSpPr>
        <p:spPr>
          <a:xfrm flipH="1" flipV="1">
            <a:off x="2891617" y="5090658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F550793-331A-43E2-A123-882ECD559F4B}"/>
              </a:ext>
            </a:extLst>
          </p:cNvPr>
          <p:cNvSpPr txBox="1"/>
          <p:nvPr/>
        </p:nvSpPr>
        <p:spPr>
          <a:xfrm>
            <a:off x="5818983" y="4535747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9BA8C140-D249-4A05-BE1D-76042698E36D}"/>
              </a:ext>
            </a:extLst>
          </p:cNvPr>
          <p:cNvSpPr>
            <a:spLocks/>
          </p:cNvSpPr>
          <p:nvPr/>
        </p:nvSpPr>
        <p:spPr>
          <a:xfrm flipH="1" flipV="1">
            <a:off x="5688952" y="4344467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F6BBE69-A823-4EBF-B6BC-5E73255E874E}"/>
              </a:ext>
            </a:extLst>
          </p:cNvPr>
          <p:cNvSpPr txBox="1"/>
          <p:nvPr/>
        </p:nvSpPr>
        <p:spPr>
          <a:xfrm>
            <a:off x="7371966" y="4116415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AC3977DB-FF40-44BB-BE51-698ADD008557}"/>
              </a:ext>
            </a:extLst>
          </p:cNvPr>
          <p:cNvSpPr>
            <a:spLocks/>
          </p:cNvSpPr>
          <p:nvPr/>
        </p:nvSpPr>
        <p:spPr>
          <a:xfrm flipH="1" flipV="1">
            <a:off x="7110288" y="3750213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ACF371E-403D-49EF-BC69-3B23EE6B67D8}"/>
              </a:ext>
            </a:extLst>
          </p:cNvPr>
          <p:cNvSpPr txBox="1"/>
          <p:nvPr/>
        </p:nvSpPr>
        <p:spPr>
          <a:xfrm>
            <a:off x="4702881" y="5208861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0F997AB-ECC6-4612-8670-682AB7E8A1D1}"/>
              </a:ext>
            </a:extLst>
          </p:cNvPr>
          <p:cNvSpPr>
            <a:spLocks/>
          </p:cNvSpPr>
          <p:nvPr/>
        </p:nvSpPr>
        <p:spPr>
          <a:xfrm flipH="1" flipV="1">
            <a:off x="4432248" y="4933128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21C979D-792D-4B0D-AEB9-CCE8C502D504}"/>
              </a:ext>
            </a:extLst>
          </p:cNvPr>
          <p:cNvSpPr txBox="1"/>
          <p:nvPr/>
        </p:nvSpPr>
        <p:spPr>
          <a:xfrm>
            <a:off x="9132519" y="3997966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2F618B94-1334-46FE-B154-14953A98FEF9}"/>
              </a:ext>
            </a:extLst>
          </p:cNvPr>
          <p:cNvSpPr>
            <a:spLocks/>
          </p:cNvSpPr>
          <p:nvPr/>
        </p:nvSpPr>
        <p:spPr>
          <a:xfrm flipH="1" flipV="1">
            <a:off x="8670694" y="3558122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3759FF9-5460-4648-8404-64A6483B9FA9}"/>
              </a:ext>
            </a:extLst>
          </p:cNvPr>
          <p:cNvSpPr txBox="1"/>
          <p:nvPr/>
        </p:nvSpPr>
        <p:spPr>
          <a:xfrm>
            <a:off x="10539191" y="3880469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F4E7A75-313F-47EF-822C-A3B9200826C2}"/>
              </a:ext>
            </a:extLst>
          </p:cNvPr>
          <p:cNvSpPr>
            <a:spLocks/>
          </p:cNvSpPr>
          <p:nvPr/>
        </p:nvSpPr>
        <p:spPr>
          <a:xfrm flipH="1" flipV="1">
            <a:off x="10322743" y="3434069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E2754E5-8A78-419A-940A-BC207DF74933}"/>
              </a:ext>
            </a:extLst>
          </p:cNvPr>
          <p:cNvCxnSpPr>
            <a:cxnSpLocks/>
          </p:cNvCxnSpPr>
          <p:nvPr/>
        </p:nvCxnSpPr>
        <p:spPr>
          <a:xfrm>
            <a:off x="2578035" y="2133600"/>
            <a:ext cx="0" cy="4203055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F9CC7B6-AACB-4EED-9032-A6C9304EBB65}"/>
              </a:ext>
            </a:extLst>
          </p:cNvPr>
          <p:cNvCxnSpPr>
            <a:cxnSpLocks/>
          </p:cNvCxnSpPr>
          <p:nvPr/>
        </p:nvCxnSpPr>
        <p:spPr>
          <a:xfrm>
            <a:off x="8449892" y="2133600"/>
            <a:ext cx="0" cy="4203055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B4537-11CE-7679-9401-C7D85202F9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BE533F-4936-F24F-1062-973CB86D244D}"/>
              </a:ext>
            </a:extLst>
          </p:cNvPr>
          <p:cNvCxnSpPr>
            <a:cxnSpLocks/>
            <a:stCxn id="43" idx="2"/>
            <a:endCxn id="83" idx="0"/>
          </p:cNvCxnSpPr>
          <p:nvPr/>
        </p:nvCxnSpPr>
        <p:spPr>
          <a:xfrm>
            <a:off x="1985846" y="4868059"/>
            <a:ext cx="80472" cy="22953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1CC78A-AAFC-01F1-8119-F15B72779B94}"/>
              </a:ext>
            </a:extLst>
          </p:cNvPr>
          <p:cNvCxnSpPr>
            <a:stCxn id="176" idx="0"/>
            <a:endCxn id="178" idx="0"/>
          </p:cNvCxnSpPr>
          <p:nvPr/>
        </p:nvCxnSpPr>
        <p:spPr>
          <a:xfrm flipH="1" flipV="1">
            <a:off x="1014398" y="5305761"/>
            <a:ext cx="48107" cy="201546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ED5A5C-C0A6-3255-EAF6-B691B11024E1}"/>
              </a:ext>
            </a:extLst>
          </p:cNvPr>
          <p:cNvCxnSpPr>
            <a:stCxn id="140" idx="2"/>
            <a:endCxn id="184" idx="4"/>
          </p:cNvCxnSpPr>
          <p:nvPr/>
        </p:nvCxnSpPr>
        <p:spPr>
          <a:xfrm flipH="1">
            <a:off x="2981617" y="4801536"/>
            <a:ext cx="155399" cy="28912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773DEC-2FD5-9810-93C4-50F740FD929E}"/>
              </a:ext>
            </a:extLst>
          </p:cNvPr>
          <p:cNvCxnSpPr>
            <a:stCxn id="142" idx="4"/>
            <a:endCxn id="182" idx="0"/>
          </p:cNvCxnSpPr>
          <p:nvPr/>
        </p:nvCxnSpPr>
        <p:spPr>
          <a:xfrm>
            <a:off x="3769523" y="5196979"/>
            <a:ext cx="0" cy="205238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C5D102-8636-4AC2-5D18-5E880A31363A}"/>
              </a:ext>
            </a:extLst>
          </p:cNvPr>
          <p:cNvCxnSpPr>
            <a:stCxn id="148" idx="4"/>
            <a:endCxn id="200" idx="0"/>
          </p:cNvCxnSpPr>
          <p:nvPr/>
        </p:nvCxnSpPr>
        <p:spPr>
          <a:xfrm>
            <a:off x="5190859" y="4926675"/>
            <a:ext cx="0" cy="282186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AA9C4B-6D8F-3EDE-987F-51F093DB242B}"/>
              </a:ext>
            </a:extLst>
          </p:cNvPr>
          <p:cNvCxnSpPr>
            <a:stCxn id="154" idx="4"/>
            <a:endCxn id="188" idx="0"/>
          </p:cNvCxnSpPr>
          <p:nvPr/>
        </p:nvCxnSpPr>
        <p:spPr>
          <a:xfrm flipH="1">
            <a:off x="6306961" y="4175063"/>
            <a:ext cx="2495" cy="360684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75A99B-C0F2-15C2-C9AF-7CD332920FB0}"/>
              </a:ext>
            </a:extLst>
          </p:cNvPr>
          <p:cNvCxnSpPr>
            <a:stCxn id="160" idx="4"/>
            <a:endCxn id="194" idx="0"/>
          </p:cNvCxnSpPr>
          <p:nvPr/>
        </p:nvCxnSpPr>
        <p:spPr>
          <a:xfrm>
            <a:off x="7855266" y="3834007"/>
            <a:ext cx="4678" cy="282408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A7B900-6AA9-31D6-871E-96FB19D7D481}"/>
              </a:ext>
            </a:extLst>
          </p:cNvPr>
          <p:cNvCxnSpPr>
            <a:stCxn id="158" idx="2"/>
            <a:endCxn id="196" idx="4"/>
          </p:cNvCxnSpPr>
          <p:nvPr/>
        </p:nvCxnSpPr>
        <p:spPr>
          <a:xfrm flipH="1">
            <a:off x="7200288" y="3507596"/>
            <a:ext cx="3640" cy="242617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D978C5-C303-76FC-E1FE-0F146E14A585}"/>
              </a:ext>
            </a:extLst>
          </p:cNvPr>
          <p:cNvCxnSpPr>
            <a:stCxn id="152" idx="2"/>
            <a:endCxn id="190" idx="4"/>
          </p:cNvCxnSpPr>
          <p:nvPr/>
        </p:nvCxnSpPr>
        <p:spPr>
          <a:xfrm flipH="1">
            <a:off x="5778952" y="3620585"/>
            <a:ext cx="4033" cy="72388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E811A7-DCAB-EBFA-0A5F-911EF3F87872}"/>
              </a:ext>
            </a:extLst>
          </p:cNvPr>
          <p:cNvCxnSpPr>
            <a:stCxn id="146" idx="2"/>
            <a:endCxn id="202" idx="4"/>
          </p:cNvCxnSpPr>
          <p:nvPr/>
        </p:nvCxnSpPr>
        <p:spPr>
          <a:xfrm>
            <a:off x="4520800" y="4542350"/>
            <a:ext cx="1448" cy="390778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7D73E0-9658-69C1-ABA0-F89BCDAA0E6F}"/>
              </a:ext>
            </a:extLst>
          </p:cNvPr>
          <p:cNvCxnSpPr>
            <a:stCxn id="164" idx="2"/>
            <a:endCxn id="208" idx="4"/>
          </p:cNvCxnSpPr>
          <p:nvPr/>
        </p:nvCxnSpPr>
        <p:spPr>
          <a:xfrm flipH="1">
            <a:off x="8760694" y="3220640"/>
            <a:ext cx="227240" cy="33748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224046-F838-5D62-8BE6-6BAC4F23F92C}"/>
              </a:ext>
            </a:extLst>
          </p:cNvPr>
          <p:cNvCxnSpPr>
            <a:stCxn id="166" idx="4"/>
            <a:endCxn id="206" idx="0"/>
          </p:cNvCxnSpPr>
          <p:nvPr/>
        </p:nvCxnSpPr>
        <p:spPr>
          <a:xfrm flipH="1">
            <a:off x="9620497" y="3641247"/>
            <a:ext cx="5151" cy="356719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8527D4-308C-DA5C-FF8A-1092E4077640}"/>
              </a:ext>
            </a:extLst>
          </p:cNvPr>
          <p:cNvCxnSpPr>
            <a:stCxn id="170" idx="2"/>
            <a:endCxn id="214" idx="4"/>
          </p:cNvCxnSpPr>
          <p:nvPr/>
        </p:nvCxnSpPr>
        <p:spPr>
          <a:xfrm>
            <a:off x="10408877" y="3106023"/>
            <a:ext cx="3866" cy="328046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C304FC-71EE-12FC-58BB-67C0E2B7DABB}"/>
              </a:ext>
            </a:extLst>
          </p:cNvPr>
          <p:cNvCxnSpPr>
            <a:stCxn id="172" idx="4"/>
            <a:endCxn id="212" idx="0"/>
          </p:cNvCxnSpPr>
          <p:nvPr/>
        </p:nvCxnSpPr>
        <p:spPr>
          <a:xfrm flipH="1">
            <a:off x="11027169" y="3566766"/>
            <a:ext cx="183783" cy="313703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Gna1"/>
    </p:custDataLst>
    <p:extLst>
      <p:ext uri="{BB962C8B-B14F-4D97-AF65-F5344CB8AC3E}">
        <p14:creationId xmlns:p14="http://schemas.microsoft.com/office/powerpoint/2010/main" val="3340025625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