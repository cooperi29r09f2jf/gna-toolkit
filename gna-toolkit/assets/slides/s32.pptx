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130" r:id="rId3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36" Type="http://schemas.openxmlformats.org/officeDocument/2006/relationships/slide" Target="slides/slide32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Gna1" Type="http://schemas.openxmlformats.org/officeDocument/2006/relationships/tags" Target="../tags/gnatag1.xml"/></Relationships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ABF822-8375-D10F-D362-9FAF868D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[Three key trends slide / Insert action title]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5A5059-16DD-6428-1DBE-9B7AE1413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626244D-5ED9-C008-4459-C949AE3A76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606;p17">
            <a:extLst>
              <a:ext uri="{FF2B5EF4-FFF2-40B4-BE49-F238E27FC236}">
                <a16:creationId xmlns:a16="http://schemas.microsoft.com/office/drawing/2014/main" id="{C0F26B50-37D9-2A50-D638-20AD25072146}"/>
              </a:ext>
            </a:extLst>
          </p:cNvPr>
          <p:cNvSpPr/>
          <p:nvPr/>
        </p:nvSpPr>
        <p:spPr>
          <a:xfrm>
            <a:off x="1112382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n-lt"/>
                <a:ea typeface="Arial"/>
                <a:cs typeface="Arial"/>
                <a:sym typeface="Arial"/>
              </a:rPr>
              <a:t>[Trend 1]</a:t>
            </a:r>
            <a:endParaRPr lang="en-US" dirty="0"/>
          </a:p>
        </p:txBody>
      </p:sp>
      <p:sp>
        <p:nvSpPr>
          <p:cNvPr id="7" name="Google Shape;607;p17">
            <a:extLst>
              <a:ext uri="{FF2B5EF4-FFF2-40B4-BE49-F238E27FC236}">
                <a16:creationId xmlns:a16="http://schemas.microsoft.com/office/drawing/2014/main" id="{95B62342-0962-E4CD-95AB-93C3405C842C}"/>
              </a:ext>
            </a:extLst>
          </p:cNvPr>
          <p:cNvSpPr/>
          <p:nvPr/>
        </p:nvSpPr>
        <p:spPr>
          <a:xfrm>
            <a:off x="4756268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n-lt"/>
                <a:ea typeface="Arial"/>
                <a:cs typeface="Arial"/>
                <a:sym typeface="Arial"/>
              </a:rPr>
              <a:t>[Trend 2]</a:t>
            </a:r>
            <a:endParaRPr lang="en-US" dirty="0"/>
          </a:p>
        </p:txBody>
      </p:sp>
      <p:sp>
        <p:nvSpPr>
          <p:cNvPr id="8" name="Google Shape;608;p17">
            <a:extLst>
              <a:ext uri="{FF2B5EF4-FFF2-40B4-BE49-F238E27FC236}">
                <a16:creationId xmlns:a16="http://schemas.microsoft.com/office/drawing/2014/main" id="{F228F038-EB00-14BD-1B1C-C12284CF91D3}"/>
              </a:ext>
            </a:extLst>
          </p:cNvPr>
          <p:cNvSpPr/>
          <p:nvPr/>
        </p:nvSpPr>
        <p:spPr>
          <a:xfrm>
            <a:off x="8400154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n-lt"/>
                <a:ea typeface="Arial"/>
                <a:cs typeface="Arial"/>
                <a:sym typeface="Arial"/>
              </a:rPr>
              <a:t>[Trend 3]</a:t>
            </a:r>
            <a:endParaRPr lang="en-US" dirty="0"/>
          </a:p>
        </p:txBody>
      </p:sp>
      <p:sp>
        <p:nvSpPr>
          <p:cNvPr id="9" name="Google Shape;609;p17">
            <a:extLst>
              <a:ext uri="{FF2B5EF4-FFF2-40B4-BE49-F238E27FC236}">
                <a16:creationId xmlns:a16="http://schemas.microsoft.com/office/drawing/2014/main" id="{BC9F0C38-9704-F185-E785-634C6A7DB807}"/>
              </a:ext>
            </a:extLst>
          </p:cNvPr>
          <p:cNvSpPr/>
          <p:nvPr/>
        </p:nvSpPr>
        <p:spPr>
          <a:xfrm>
            <a:off x="1780585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10;p17">
            <a:extLst>
              <a:ext uri="{FF2B5EF4-FFF2-40B4-BE49-F238E27FC236}">
                <a16:creationId xmlns:a16="http://schemas.microsoft.com/office/drawing/2014/main" id="{729A6639-1C21-4344-C2E5-9EDA4C1BE523}"/>
              </a:ext>
            </a:extLst>
          </p:cNvPr>
          <p:cNvSpPr/>
          <p:nvPr/>
        </p:nvSpPr>
        <p:spPr>
          <a:xfrm>
            <a:off x="5424471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1;p17">
            <a:extLst>
              <a:ext uri="{FF2B5EF4-FFF2-40B4-BE49-F238E27FC236}">
                <a16:creationId xmlns:a16="http://schemas.microsoft.com/office/drawing/2014/main" id="{92A71C80-87E3-E48C-C8B9-6C5CAE57DC44}"/>
              </a:ext>
            </a:extLst>
          </p:cNvPr>
          <p:cNvSpPr/>
          <p:nvPr/>
        </p:nvSpPr>
        <p:spPr>
          <a:xfrm>
            <a:off x="9068357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n-lt"/>
              <a:ea typeface="Arial"/>
              <a:cs typeface="Arial"/>
              <a:sym typeface="Arial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C5266F-CB26-06CA-F474-AB393F0819AD}"/>
              </a:ext>
            </a:extLst>
          </p:cNvPr>
          <p:cNvCxnSpPr>
            <a:cxnSpLocks/>
            <a:stCxn id="9" idx="4"/>
            <a:endCxn id="6" idx="0"/>
          </p:cNvCxnSpPr>
          <p:nvPr/>
        </p:nvCxnSpPr>
        <p:spPr>
          <a:xfrm>
            <a:off x="2410585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B4C8C-D903-9D63-E1FD-DFC2DF7A1F49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6054471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C3A7E3-B124-8CB1-FC5E-DA64A17C6BC1}"/>
              </a:ext>
            </a:extLst>
          </p:cNvPr>
          <p:cNvCxnSpPr>
            <a:cxnSpLocks/>
            <a:stCxn id="11" idx="4"/>
            <a:endCxn id="8" idx="0"/>
          </p:cNvCxnSpPr>
          <p:nvPr/>
        </p:nvCxnSpPr>
        <p:spPr>
          <a:xfrm>
            <a:off x="9698357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1F5B952F-25B8-2108-04F3-CF1EDE24AA49}"/>
              </a:ext>
            </a:extLst>
          </p:cNvPr>
          <p:cNvSpPr/>
          <p:nvPr/>
        </p:nvSpPr>
        <p:spPr>
          <a:xfrm rot="5400000">
            <a:off x="5962526" y="-7934"/>
            <a:ext cx="266949" cy="98011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797255-2523-67F8-0652-43F4B8B81402}"/>
              </a:ext>
            </a:extLst>
          </p:cNvPr>
          <p:cNvSpPr/>
          <p:nvPr/>
        </p:nvSpPr>
        <p:spPr>
          <a:xfrm>
            <a:off x="1195439" y="5145341"/>
            <a:ext cx="9801121" cy="891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[Insert main takeaway]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F013A4-57A7-E715-EBA2-B7D30D07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61" y="2335453"/>
            <a:ext cx="612648" cy="6126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B2E32B-02DD-49C2-AE2D-04AB233B3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147" y="2335453"/>
            <a:ext cx="612648" cy="6126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459A45E-BCDC-5B95-453F-A54440098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033" y="2335453"/>
            <a:ext cx="612648" cy="612648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C5D07634-F99B-BBBE-A653-685F28F1E66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01AEEDB7-DB15-3FAC-10BA-5700CF4F736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922965850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