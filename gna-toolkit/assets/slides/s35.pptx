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382" r:id="rId3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39" Type="http://schemas.openxmlformats.org/officeDocument/2006/relationships/slide" Target="slides/slide35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35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1501853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5.xml.rels><?xml version="1.0" encoding="UTF-8" standalone="yes"?>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Gna1" Type="http://schemas.openxmlformats.org/officeDocument/2006/relationships/tags" Target="../tags/gnatag1.xml"/></Relationships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5806D-170E-EC9D-EC96-D24D1149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[Assessment or status overview / Insert action title]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269D688-DBE2-F38C-1F0C-74ECD45E84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41F702-BD1C-5BB3-2BBD-1FFF4F51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107138"/>
              </p:ext>
            </p:extLst>
          </p:nvPr>
        </p:nvGraphicFramePr>
        <p:xfrm>
          <a:off x="509334" y="1447023"/>
          <a:ext cx="11090275" cy="4554868"/>
        </p:xfrm>
        <a:graphic>
          <a:graphicData uri="http://schemas.openxmlformats.org/drawingml/2006/table">
            <a:tbl>
              <a:tblPr firstRow="1" bandRow="1"/>
              <a:tblGrid>
                <a:gridCol w="1529328">
                  <a:extLst>
                    <a:ext uri="{9D8B030D-6E8A-4147-A177-3AD203B41FA5}">
                      <a16:colId xmlns:a16="http://schemas.microsoft.com/office/drawing/2014/main" val="1671348256"/>
                    </a:ext>
                  </a:extLst>
                </a:gridCol>
                <a:gridCol w="2906782">
                  <a:extLst>
                    <a:ext uri="{9D8B030D-6E8A-4147-A177-3AD203B41FA5}">
                      <a16:colId xmlns:a16="http://schemas.microsoft.com/office/drawing/2014/main" val="3433937100"/>
                    </a:ext>
                  </a:extLst>
                </a:gridCol>
                <a:gridCol w="2013014">
                  <a:extLst>
                    <a:ext uri="{9D8B030D-6E8A-4147-A177-3AD203B41FA5}">
                      <a16:colId xmlns:a16="http://schemas.microsoft.com/office/drawing/2014/main" val="3674175211"/>
                    </a:ext>
                  </a:extLst>
                </a:gridCol>
                <a:gridCol w="2013014">
                  <a:extLst>
                    <a:ext uri="{9D8B030D-6E8A-4147-A177-3AD203B41FA5}">
                      <a16:colId xmlns:a16="http://schemas.microsoft.com/office/drawing/2014/main" val="710266631"/>
                    </a:ext>
                  </a:extLst>
                </a:gridCol>
                <a:gridCol w="2628137">
                  <a:extLst>
                    <a:ext uri="{9D8B030D-6E8A-4147-A177-3AD203B41FA5}">
                      <a16:colId xmlns:a16="http://schemas.microsoft.com/office/drawing/2014/main" val="819017608"/>
                    </a:ext>
                  </a:extLst>
                </a:gridCol>
              </a:tblGrid>
              <a:tr h="5466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Key Performance Indicators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Actual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49068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[Area/BU 1]</a:t>
                      </a:r>
                    </a:p>
                  </a:txBody>
                  <a:tcPr marT="612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7082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700658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67490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4673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[Area/BU 2]</a:t>
                      </a:r>
                    </a:p>
                  </a:txBody>
                  <a:tcPr marT="612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932327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002764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99004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D9FF77A-D91D-BE7C-9D55-04767980A47F}"/>
              </a:ext>
            </a:extLst>
          </p:cNvPr>
          <p:cNvSpPr/>
          <p:nvPr/>
        </p:nvSpPr>
        <p:spPr>
          <a:xfrm>
            <a:off x="11164566" y="2171351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D01FA4-D45B-22DE-6C14-5D8A9EDAE042}"/>
              </a:ext>
            </a:extLst>
          </p:cNvPr>
          <p:cNvSpPr/>
          <p:nvPr/>
        </p:nvSpPr>
        <p:spPr>
          <a:xfrm>
            <a:off x="11164566" y="2741762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102AE-EAAA-BFA7-F09B-6D3B11B6E943}"/>
              </a:ext>
            </a:extLst>
          </p:cNvPr>
          <p:cNvSpPr/>
          <p:nvPr/>
        </p:nvSpPr>
        <p:spPr>
          <a:xfrm>
            <a:off x="11164566" y="3312173"/>
            <a:ext cx="288000" cy="288000"/>
          </a:xfrm>
          <a:prstGeom prst="ellipse">
            <a:avLst/>
          </a:prstGeom>
          <a:solidFill>
            <a:srgbClr val="E55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BC513E-9B16-351A-B913-AB919409C240}"/>
              </a:ext>
            </a:extLst>
          </p:cNvPr>
          <p:cNvSpPr/>
          <p:nvPr/>
        </p:nvSpPr>
        <p:spPr>
          <a:xfrm>
            <a:off x="11164566" y="3882584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6CABEA-E6C1-7866-0FF7-27C17334A39D}"/>
              </a:ext>
            </a:extLst>
          </p:cNvPr>
          <p:cNvSpPr/>
          <p:nvPr/>
        </p:nvSpPr>
        <p:spPr>
          <a:xfrm>
            <a:off x="11164566" y="5023406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CD2DBF-5451-9966-19CC-1EFAEC72D536}"/>
              </a:ext>
            </a:extLst>
          </p:cNvPr>
          <p:cNvSpPr/>
          <p:nvPr/>
        </p:nvSpPr>
        <p:spPr>
          <a:xfrm>
            <a:off x="11164566" y="5593815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830A5F-0E10-930C-DD95-E2B1159B0DCE}"/>
              </a:ext>
            </a:extLst>
          </p:cNvPr>
          <p:cNvSpPr/>
          <p:nvPr/>
        </p:nvSpPr>
        <p:spPr>
          <a:xfrm>
            <a:off x="11164566" y="4452995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E77C89-042D-689B-06E9-B34CA7114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33" y="2652477"/>
            <a:ext cx="57150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DB9EB5-9802-8839-D4D2-DFD3C742A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33" y="4671248"/>
            <a:ext cx="571500" cy="571500"/>
          </a:xfrm>
          <a:prstGeom prst="rect">
            <a:avLst/>
          </a:prstGeom>
        </p:spPr>
      </p:pic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277A3174-4E0E-C4A7-AEE3-8AB4A1C6FDED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25043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38;p14">
            <a:extLst>
              <a:ext uri="{FF2B5EF4-FFF2-40B4-BE49-F238E27FC236}">
                <a16:creationId xmlns:a16="http://schemas.microsoft.com/office/drawing/2014/main" id="{E12E75DD-FB2F-734A-38AF-5DD5ABAC7727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solidFill>
                <a:srgbClr val="025043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7642-1A63-A9D6-0F0D-0F9DE019D6D2}"/>
              </a:ext>
            </a:extLst>
          </p:cNvPr>
          <p:cNvSpPr txBox="1"/>
          <p:nvPr/>
        </p:nvSpPr>
        <p:spPr>
          <a:xfrm>
            <a:off x="13563600" y="195430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00196966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