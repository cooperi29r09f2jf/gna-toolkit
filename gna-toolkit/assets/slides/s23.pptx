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145" r:id="rId27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27" Type="http://schemas.openxmlformats.org/officeDocument/2006/relationships/slide" Target="slides/slide23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model 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241380</c:v>
                </c:pt>
                <c:pt idx="1">
                  <c:v>1487169</c:v>
                </c:pt>
                <c:pt idx="2">
                  <c:v>3819141.1799999997</c:v>
                </c:pt>
                <c:pt idx="3">
                  <c:v>7892063.3916000007</c:v>
                </c:pt>
                <c:pt idx="4">
                  <c:v>16318052.251991998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E4-4D49-9749-3F6F97AC8D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model 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121500</c:v>
                </c:pt>
                <c:pt idx="1">
                  <c:v>782641.5</c:v>
                </c:pt>
                <c:pt idx="2">
                  <c:v>2153889.3426000001</c:v>
                </c:pt>
                <c:pt idx="3">
                  <c:v>5051664.0107642403</c:v>
                </c:pt>
                <c:pt idx="4">
                  <c:v>11151873.489189604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E4-4D49-9749-3F6F97AC8D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Sheet1!$D$2:$D$6</c:f>
              <c:numCache>
                <c:formatCode>#,##0</c:formatCode>
                <c:ptCount val="5"/>
                <c:pt idx="0">
                  <c:v>3177500</c:v>
                </c:pt>
                <c:pt idx="1">
                  <c:v>5019562.5</c:v>
                </c:pt>
                <c:pt idx="2">
                  <c:v>6263021.25</c:v>
                </c:pt>
                <c:pt idx="3">
                  <c:v>8642256.9250000007</c:v>
                </c:pt>
                <c:pt idx="4">
                  <c:v>13628654.2685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7E4-4D49-9749-3F6F97AC8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6953087"/>
        <c:axId val="593334287"/>
      </c:lineChart>
      <c:catAx>
        <c:axId val="5669530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3334287"/>
        <c:crosses val="autoZero"/>
        <c:auto val="1"/>
        <c:lblAlgn val="ctr"/>
        <c:lblOffset val="100"/>
        <c:noMultiLvlLbl val="0"/>
      </c:catAx>
      <c:valAx>
        <c:axId val="59333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numFmt formatCode="#,##0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953087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0.11573</cdr:x>
      <cdr:y>0.04384</cdr:y>
    </cdr:from>
    <cdr:to>
      <cdr:x>0.27343</cdr:x>
      <cdr:y>0.14071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4498F4E8-8ADC-3143-B687-37611DD67BAB}"/>
            </a:ext>
          </a:extLst>
        </cdr:cNvPr>
        <cdr:cNvSpPr txBox="1"/>
      </cdr:nvSpPr>
      <cdr:spPr>
        <a:xfrm xmlns:a="http://schemas.openxmlformats.org/drawingml/2006/main">
          <a:off x="1294177" y="179615"/>
          <a:ext cx="1763485" cy="39692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da-DK" sz="11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3.xml.rels><?xml version="1.0" encoding="UTF-8" standalone="yes"?>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B9F0BF-0DA1-0A1F-5A06-D943E2C0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[Line graph / Insert action title]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897AA29-75F7-7A98-F3BB-9A80CEBD03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B012203-23F5-8F60-FF2C-A2BBD4B7EA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B3EB6FC-FB3A-94E9-90AF-4B233128B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0694461"/>
              </p:ext>
            </p:extLst>
          </p:nvPr>
        </p:nvGraphicFramePr>
        <p:xfrm>
          <a:off x="467805" y="2470980"/>
          <a:ext cx="10939336" cy="3716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9F04B1-E62F-AFD6-3790-96AA99E23B86}"/>
              </a:ext>
            </a:extLst>
          </p:cNvPr>
          <p:cNvSpPr txBox="1"/>
          <p:nvPr/>
        </p:nvSpPr>
        <p:spPr>
          <a:xfrm>
            <a:off x="10380621" y="2689382"/>
            <a:ext cx="145155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/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[Series 1]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7BD10-4CD3-E835-82AD-AF549A30EE68}"/>
              </a:ext>
            </a:extLst>
          </p:cNvPr>
          <p:cNvSpPr txBox="1"/>
          <p:nvPr/>
        </p:nvSpPr>
        <p:spPr>
          <a:xfrm>
            <a:off x="10380621" y="3263959"/>
            <a:ext cx="145155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[Series 2]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945678-8F37-B442-EE25-9E543759CF7E}"/>
              </a:ext>
            </a:extLst>
          </p:cNvPr>
          <p:cNvSpPr/>
          <p:nvPr/>
        </p:nvSpPr>
        <p:spPr>
          <a:xfrm>
            <a:off x="467806" y="1885023"/>
            <a:ext cx="193033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ＭＳ Ｐゴシック"/>
                <a:cs typeface="Arial" panose="020B0604020202020204" pitchFamily="34" charset="0"/>
              </a:rPr>
              <a:t>[Description/data]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cs typeface="Arial" panose="020B0604020202020204" pitchFamily="34" charset="0"/>
                <a:sym typeface="Arial" panose="020B0604020202020204" pitchFamily="34" charset="0"/>
              </a:rPr>
              <a:t>[Unit]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01D9B7-2E9B-0188-15C1-CEC2088F2B9E}"/>
              </a:ext>
            </a:extLst>
          </p:cNvPr>
          <p:cNvSpPr txBox="1"/>
          <p:nvPr/>
        </p:nvSpPr>
        <p:spPr>
          <a:xfrm>
            <a:off x="10380620" y="3753919"/>
            <a:ext cx="145155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[Series 3]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2D96311-0EDE-B9E3-4233-F924FC75613D}"/>
              </a:ext>
            </a:extLst>
          </p:cNvPr>
          <p:cNvSpPr txBox="1">
            <a:spLocks/>
          </p:cNvSpPr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r" defTabSz="914400" rtl="0" eaLnBrk="1" latinLnBrk="0" hangingPunct="1">
              <a:defRPr sz="900" kern="1200">
                <a:solidFill>
                  <a:srgbClr val="02504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xx</a:t>
            </a:r>
            <a:endParaRPr kumimoji="0" lang="en-DK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Line Callout 1 15">
            <a:extLst>
              <a:ext uri="{FF2B5EF4-FFF2-40B4-BE49-F238E27FC236}">
                <a16:creationId xmlns:a16="http://schemas.microsoft.com/office/drawing/2014/main" id="{694ABB91-50F5-2120-3ED1-DF0A25D616DC}"/>
              </a:ext>
            </a:extLst>
          </p:cNvPr>
          <p:cNvSpPr/>
          <p:nvPr/>
        </p:nvSpPr>
        <p:spPr>
          <a:xfrm>
            <a:off x="5238780" y="3104350"/>
            <a:ext cx="2391380" cy="803457"/>
          </a:xfrm>
          <a:prstGeom prst="borderCallout1">
            <a:avLst>
              <a:gd name="adj1" fmla="val 100011"/>
              <a:gd name="adj2" fmla="val 50938"/>
              <a:gd name="adj3" fmla="val 145125"/>
              <a:gd name="adj4" fmla="val 11484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[Insert key takeaway]</a:t>
            </a:r>
          </a:p>
        </p:txBody>
      </p:sp>
      <p:sp>
        <p:nvSpPr>
          <p:cNvPr id="17" name="Google Shape;538;p14">
            <a:extLst>
              <a:ext uri="{FF2B5EF4-FFF2-40B4-BE49-F238E27FC236}">
                <a16:creationId xmlns:a16="http://schemas.microsoft.com/office/drawing/2014/main" id="{537FE485-D3E8-ECE2-EBDF-12459AC0871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415669743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3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