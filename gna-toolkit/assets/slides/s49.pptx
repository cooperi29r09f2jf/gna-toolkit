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553" r:id="rId5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53" Type="http://schemas.openxmlformats.org/officeDocument/2006/relationships/slide" Target="slides/slide49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49</a:t>
            </a:fld>
            <a:endParaRPr lang="en-GB" sz="1200" u="none" strike="noStrike" cap="none" dirty="0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8716403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9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4" Type="http://schemas.openxmlformats.org/officeDocument/2006/relationships/notesSlide" Target="../notesSlides/notesSlide17.xml"/><Relationship Id="rIdGna1" Type="http://schemas.openxmlformats.org/officeDocument/2006/relationships/tags" Target="../tags/gnatag1.xml"/></Relationships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339CB6-0C34-7D3D-8CE1-0E8AB1BF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Prioritization of [features/components/segments]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37D6EA6-F5AB-280D-5E26-F702F24BEB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F8880-8A8C-3CA4-CC9D-7BBCE6CC18C0}"/>
              </a:ext>
            </a:extLst>
          </p:cNvPr>
          <p:cNvSpPr txBox="1">
            <a:spLocks/>
          </p:cNvSpPr>
          <p:nvPr/>
        </p:nvSpPr>
        <p:spPr>
          <a:xfrm>
            <a:off x="467806" y="1904999"/>
            <a:ext cx="138813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Impact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50FA59-47AF-F8F0-A012-411427B8B7CE}"/>
              </a:ext>
            </a:extLst>
          </p:cNvPr>
          <p:cNvSpPr>
            <a:spLocks/>
          </p:cNvSpPr>
          <p:nvPr/>
        </p:nvSpPr>
        <p:spPr>
          <a:xfrm>
            <a:off x="2599127" y="1904997"/>
            <a:ext cx="4314574" cy="35529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13A3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  <a:sym typeface="Arial"/>
            </a:endParaRPr>
          </a:p>
        </p:txBody>
      </p:sp>
      <p:cxnSp>
        <p:nvCxnSpPr>
          <p:cNvPr id="7" name="LineBasicDefault 45">
            <a:extLst>
              <a:ext uri="{FF2B5EF4-FFF2-40B4-BE49-F238E27FC236}">
                <a16:creationId xmlns:a16="http://schemas.microsoft.com/office/drawing/2014/main" id="{AF5778C2-15A9-C416-17A6-64F84837DBB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2599127" y="3686517"/>
            <a:ext cx="4314574" cy="0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neBasicDefault 45">
            <a:extLst>
              <a:ext uri="{FF2B5EF4-FFF2-40B4-BE49-F238E27FC236}">
                <a16:creationId xmlns:a16="http://schemas.microsoft.com/office/drawing/2014/main" id="{9DDE5EA6-C2C0-83B6-488C-1E3C0A49FC82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4756413" y="1910063"/>
            <a:ext cx="0" cy="3552908"/>
          </a:xfrm>
          <a:prstGeom prst="straightConnector1">
            <a:avLst/>
          </a:prstGeom>
          <a:ln w="6350" cap="sq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C886FC-401E-7FE7-6E30-B53264C51F92}"/>
              </a:ext>
            </a:extLst>
          </p:cNvPr>
          <p:cNvCxnSpPr>
            <a:cxnSpLocks/>
          </p:cNvCxnSpPr>
          <p:nvPr/>
        </p:nvCxnSpPr>
        <p:spPr>
          <a:xfrm flipV="1">
            <a:off x="2497169" y="1904999"/>
            <a:ext cx="0" cy="3629026"/>
          </a:xfrm>
          <a:prstGeom prst="straightConnector1">
            <a:avLst/>
          </a:prstGeom>
          <a:ln w="9525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B5FE2D-610C-070F-2319-F3C0D8CC23B3}"/>
              </a:ext>
            </a:extLst>
          </p:cNvPr>
          <p:cNvCxnSpPr>
            <a:cxnSpLocks/>
          </p:cNvCxnSpPr>
          <p:nvPr/>
        </p:nvCxnSpPr>
        <p:spPr>
          <a:xfrm>
            <a:off x="2495856" y="5536680"/>
            <a:ext cx="4417845" cy="0"/>
          </a:xfrm>
          <a:prstGeom prst="straightConnector1">
            <a:avLst/>
          </a:prstGeom>
          <a:ln w="9525" cap="sq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8A16EE-A9BB-1007-FF3B-8886F2181663}"/>
              </a:ext>
            </a:extLst>
          </p:cNvPr>
          <p:cNvSpPr txBox="1">
            <a:spLocks/>
          </p:cNvSpPr>
          <p:nvPr/>
        </p:nvSpPr>
        <p:spPr>
          <a:xfrm>
            <a:off x="2599127" y="5615236"/>
            <a:ext cx="280526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49ABAE-606C-E42B-2956-5D97361C395B}"/>
              </a:ext>
            </a:extLst>
          </p:cNvPr>
          <p:cNvSpPr txBox="1">
            <a:spLocks/>
          </p:cNvSpPr>
          <p:nvPr/>
        </p:nvSpPr>
        <p:spPr>
          <a:xfrm>
            <a:off x="4605220" y="5615236"/>
            <a:ext cx="246862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Mid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8B062-26DF-2A94-5846-40933A9A58C6}"/>
              </a:ext>
            </a:extLst>
          </p:cNvPr>
          <p:cNvSpPr txBox="1">
            <a:spLocks/>
          </p:cNvSpPr>
          <p:nvPr/>
        </p:nvSpPr>
        <p:spPr>
          <a:xfrm>
            <a:off x="6535274" y="5615236"/>
            <a:ext cx="31418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High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664ECE-4C0B-FD35-D014-FB23749CEC39}"/>
              </a:ext>
            </a:extLst>
          </p:cNvPr>
          <p:cNvSpPr txBox="1">
            <a:spLocks/>
          </p:cNvSpPr>
          <p:nvPr/>
        </p:nvSpPr>
        <p:spPr>
          <a:xfrm>
            <a:off x="2069122" y="5273239"/>
            <a:ext cx="280525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CBEAB-8E0F-F8EE-3101-FEA9F09FA08D}"/>
              </a:ext>
            </a:extLst>
          </p:cNvPr>
          <p:cNvSpPr txBox="1">
            <a:spLocks/>
          </p:cNvSpPr>
          <p:nvPr/>
        </p:nvSpPr>
        <p:spPr>
          <a:xfrm>
            <a:off x="2102785" y="3589118"/>
            <a:ext cx="246862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Mid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1BC312-225A-9C4F-5E09-03A6858E62AA}"/>
              </a:ext>
            </a:extLst>
          </p:cNvPr>
          <p:cNvSpPr txBox="1">
            <a:spLocks/>
          </p:cNvSpPr>
          <p:nvPr/>
        </p:nvSpPr>
        <p:spPr>
          <a:xfrm>
            <a:off x="2035458" y="1904997"/>
            <a:ext cx="314189" cy="18466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High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039EB7-27FC-BECA-7C32-C99A4873BD60}"/>
              </a:ext>
            </a:extLst>
          </p:cNvPr>
          <p:cNvSpPr txBox="1"/>
          <p:nvPr/>
        </p:nvSpPr>
        <p:spPr>
          <a:xfrm>
            <a:off x="6040065" y="5875847"/>
            <a:ext cx="873636" cy="215444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13A31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Feasibility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E7521F-4A78-143E-FA47-2FBC1C034C9E}"/>
              </a:ext>
            </a:extLst>
          </p:cNvPr>
          <p:cNvSpPr txBox="1">
            <a:spLocks/>
          </p:cNvSpPr>
          <p:nvPr/>
        </p:nvSpPr>
        <p:spPr>
          <a:xfrm>
            <a:off x="8007478" y="1904999"/>
            <a:ext cx="3627438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Prioritized initiatives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0F1AD1-0B4F-2317-F083-A019F1826DED}"/>
              </a:ext>
            </a:extLst>
          </p:cNvPr>
          <p:cNvSpPr txBox="1">
            <a:spLocks/>
          </p:cNvSpPr>
          <p:nvPr/>
        </p:nvSpPr>
        <p:spPr>
          <a:xfrm>
            <a:off x="8007478" y="3930343"/>
            <a:ext cx="3627438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Backlog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6AC8B3-D120-C8B7-43DE-C135F0BB924D}"/>
              </a:ext>
            </a:extLst>
          </p:cNvPr>
          <p:cNvSpPr txBox="1">
            <a:spLocks/>
          </p:cNvSpPr>
          <p:nvPr/>
        </p:nvSpPr>
        <p:spPr>
          <a:xfrm>
            <a:off x="8007478" y="4271767"/>
            <a:ext cx="3627438" cy="100147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[Insert description]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E4A6B0-8B30-F1BA-604D-7F31665D78E4}"/>
              </a:ext>
            </a:extLst>
          </p:cNvPr>
          <p:cNvSpPr txBox="1">
            <a:spLocks/>
          </p:cNvSpPr>
          <p:nvPr/>
        </p:nvSpPr>
        <p:spPr>
          <a:xfrm>
            <a:off x="8007478" y="2246421"/>
            <a:ext cx="3627438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pis For Office" panose="020B05040101010101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  <a:sym typeface="Arial"/>
              </a:rPr>
              <a:t>[Insert description]</a:t>
            </a:r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015C3395-3C57-62F7-4B12-BFC6C40B0DB9}"/>
              </a:ext>
            </a:extLst>
          </p:cNvPr>
          <p:cNvSpPr/>
          <p:nvPr/>
        </p:nvSpPr>
        <p:spPr>
          <a:xfrm rot="5400000">
            <a:off x="6193766" y="3542473"/>
            <a:ext cx="2563330" cy="277956"/>
          </a:xfrm>
          <a:prstGeom prst="triangle">
            <a:avLst/>
          </a:prstGeom>
          <a:solidFill>
            <a:srgbClr val="0250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88DD00-7075-1641-70FD-F09D20494DD9}"/>
              </a:ext>
            </a:extLst>
          </p:cNvPr>
          <p:cNvCxnSpPr>
            <a:cxnSpLocks/>
          </p:cNvCxnSpPr>
          <p:nvPr/>
        </p:nvCxnSpPr>
        <p:spPr>
          <a:xfrm>
            <a:off x="8007478" y="3550047"/>
            <a:ext cx="362743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6ACB7B0-C57F-B566-E9E3-00CA790D0131}"/>
              </a:ext>
            </a:extLst>
          </p:cNvPr>
          <p:cNvSpPr/>
          <p:nvPr/>
        </p:nvSpPr>
        <p:spPr>
          <a:xfrm>
            <a:off x="3133344" y="2271134"/>
            <a:ext cx="457591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49C8C-C902-4404-E64C-D7D934ED4B5B}"/>
              </a:ext>
            </a:extLst>
          </p:cNvPr>
          <p:cNvSpPr/>
          <p:nvPr/>
        </p:nvSpPr>
        <p:spPr>
          <a:xfrm>
            <a:off x="4019048" y="3945419"/>
            <a:ext cx="457591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F38F705-1332-5457-CFC0-2B5ABA963E15}"/>
              </a:ext>
            </a:extLst>
          </p:cNvPr>
          <p:cNvSpPr/>
          <p:nvPr/>
        </p:nvSpPr>
        <p:spPr>
          <a:xfrm>
            <a:off x="5377466" y="3254687"/>
            <a:ext cx="457591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CB4085-F5F9-EFDE-CCCE-1FA88FEA52C7}"/>
              </a:ext>
            </a:extLst>
          </p:cNvPr>
          <p:cNvSpPr txBox="1"/>
          <p:nvPr/>
        </p:nvSpPr>
        <p:spPr>
          <a:xfrm>
            <a:off x="2410650" y="2758121"/>
            <a:ext cx="19029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[Insert solution/</a:t>
            </a:r>
            <a:br>
              <a:rPr lang="en-US" sz="1200" dirty="0"/>
            </a:br>
            <a:r>
              <a:rPr lang="en-US" sz="1200" dirty="0"/>
              <a:t>initiative]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3B0E45-9E50-C998-470B-F92B62BB196B}"/>
              </a:ext>
            </a:extLst>
          </p:cNvPr>
          <p:cNvSpPr txBox="1"/>
          <p:nvPr/>
        </p:nvSpPr>
        <p:spPr>
          <a:xfrm>
            <a:off x="3296354" y="4456156"/>
            <a:ext cx="19029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[Insert solution/</a:t>
            </a:r>
            <a:br>
              <a:rPr lang="en-US" sz="1200" dirty="0"/>
            </a:br>
            <a:r>
              <a:rPr lang="en-US" sz="1200" dirty="0"/>
              <a:t>initiative]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D1D3D2-513C-678D-95B8-D7520FB0F510}"/>
              </a:ext>
            </a:extLst>
          </p:cNvPr>
          <p:cNvSpPr txBox="1"/>
          <p:nvPr/>
        </p:nvSpPr>
        <p:spPr>
          <a:xfrm>
            <a:off x="4654772" y="3765268"/>
            <a:ext cx="19029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[Insert solution/</a:t>
            </a:r>
            <a:br>
              <a:rPr lang="en-US" sz="1200" dirty="0"/>
            </a:br>
            <a:r>
              <a:rPr lang="en-US" sz="1200" dirty="0"/>
              <a:t>initiative]</a:t>
            </a: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39567E29-A4DE-019E-E645-74A9AB21E5B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solidFill>
                <a:srgbClr val="025043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BC904CE8-CA8E-457C-FFF4-E66F106F2F30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solidFill>
                  <a:srgbClr val="025043"/>
                </a:solidFill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solidFill>
                <a:srgbClr val="025043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926844757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