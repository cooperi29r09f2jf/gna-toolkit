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04" r:id="rId19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9" Type="http://schemas.openxmlformats.org/officeDocument/2006/relationships/slide" Target="slides/slide15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Gna1" Type="http://schemas.openxmlformats.org/officeDocument/2006/relationships/tags" Target="../tags/gnatag1.xml"/></Relationships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2F6958-2DB3-48C3-E1BA-E57CF245A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believe the time to act is now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29F0F0-6B58-660E-5FAF-1A0E29465F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D8D130-4BF6-6DC3-02D4-0612D502EBB5}"/>
              </a:ext>
            </a:extLst>
          </p:cNvPr>
          <p:cNvSpPr txBox="1"/>
          <p:nvPr/>
        </p:nvSpPr>
        <p:spPr>
          <a:xfrm>
            <a:off x="842962" y="2993572"/>
            <a:ext cx="2257425" cy="12573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/>
              <a:t>[Insert main reason to act]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2898A-DD70-A00B-2C99-B8513FA20B6F}"/>
              </a:ext>
            </a:extLst>
          </p:cNvPr>
          <p:cNvSpPr txBox="1"/>
          <p:nvPr/>
        </p:nvSpPr>
        <p:spPr>
          <a:xfrm>
            <a:off x="3592512" y="2993572"/>
            <a:ext cx="2257425" cy="12573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/>
              <a:t>[Insert main reason to act]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72D1D-2B4C-ED9F-7397-F12E8C87D73C}"/>
              </a:ext>
            </a:extLst>
          </p:cNvPr>
          <p:cNvSpPr txBox="1"/>
          <p:nvPr/>
        </p:nvSpPr>
        <p:spPr>
          <a:xfrm>
            <a:off x="6342062" y="2993572"/>
            <a:ext cx="2257425" cy="12573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/>
              <a:t>[Insert main reason to act]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0306B-3CBA-20FE-74A8-20BE2A9E971B}"/>
              </a:ext>
            </a:extLst>
          </p:cNvPr>
          <p:cNvSpPr txBox="1"/>
          <p:nvPr/>
        </p:nvSpPr>
        <p:spPr>
          <a:xfrm>
            <a:off x="9091613" y="2993572"/>
            <a:ext cx="2257425" cy="12573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/>
              <a:t>[Insert main reason to act]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0F30A5-C53C-EA1C-C52A-9967C6FB3E14}"/>
              </a:ext>
            </a:extLst>
          </p:cNvPr>
          <p:cNvSpPr txBox="1"/>
          <p:nvPr/>
        </p:nvSpPr>
        <p:spPr>
          <a:xfrm>
            <a:off x="842962" y="4200989"/>
            <a:ext cx="2257425" cy="12573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[Insert short description]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8AFF97-8FD4-7542-9236-CFEF2D0909E6}"/>
              </a:ext>
            </a:extLst>
          </p:cNvPr>
          <p:cNvSpPr txBox="1"/>
          <p:nvPr/>
        </p:nvSpPr>
        <p:spPr>
          <a:xfrm>
            <a:off x="3592511" y="4200989"/>
            <a:ext cx="2257425" cy="12573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[Insert short description]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7A57A7-CB4E-8BFB-90F1-6F3B643AE27F}"/>
              </a:ext>
            </a:extLst>
          </p:cNvPr>
          <p:cNvSpPr txBox="1"/>
          <p:nvPr/>
        </p:nvSpPr>
        <p:spPr>
          <a:xfrm>
            <a:off x="6342062" y="4200989"/>
            <a:ext cx="2257425" cy="12573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[Insert short description]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C23E9A-D0FF-06A4-6EDB-62C08F449447}"/>
              </a:ext>
            </a:extLst>
          </p:cNvPr>
          <p:cNvSpPr txBox="1"/>
          <p:nvPr/>
        </p:nvSpPr>
        <p:spPr>
          <a:xfrm>
            <a:off x="9091613" y="4200989"/>
            <a:ext cx="2257425" cy="12573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[Insert short description]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140736-169E-C66A-86B7-AD0336341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2000762"/>
            <a:ext cx="762000" cy="762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6ED978-B562-B22A-DC4E-5B2F2EF21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512" y="2000762"/>
            <a:ext cx="762000" cy="762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15388B9-925E-CA43-B832-DC46F612E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062" y="2000762"/>
            <a:ext cx="762000" cy="762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1811BB-A6EA-97DF-00D5-2C3364DFD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1613" y="2000762"/>
            <a:ext cx="762000" cy="762000"/>
          </a:xfrm>
          <a:prstGeom prst="rect">
            <a:avLst/>
          </a:prstGeom>
        </p:spPr>
      </p:pic>
      <p:sp>
        <p:nvSpPr>
          <p:cNvPr id="6" name="Google Shape;507;p14">
            <a:extLst>
              <a:ext uri="{FF2B5EF4-FFF2-40B4-BE49-F238E27FC236}">
                <a16:creationId xmlns:a16="http://schemas.microsoft.com/office/drawing/2014/main" id="{12F56042-0460-2073-13FF-D589659FAEA1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25521884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15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