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13" r:id="rId71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820FD-930C-8F99-0FE2-35211B1A6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will be led by [insert] and supported by [insert]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B8F3AE-AA72-9565-D0AE-82C4AB1088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93BC49-7C3E-6332-C838-0091392EFE4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5877C9-98FD-08F6-C24F-9CE9E63611CA}"/>
              </a:ext>
            </a:extLst>
          </p:cNvPr>
          <p:cNvSpPr txBox="1"/>
          <p:nvPr/>
        </p:nvSpPr>
        <p:spPr>
          <a:xfrm>
            <a:off x="554735" y="2120721"/>
            <a:ext cx="6948033" cy="30777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Steering Committee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8B94F6-B3A9-7A5B-A8CA-FF73310886D3}"/>
              </a:ext>
            </a:extLst>
          </p:cNvPr>
          <p:cNvSpPr txBox="1"/>
          <p:nvPr/>
        </p:nvSpPr>
        <p:spPr>
          <a:xfrm>
            <a:off x="554735" y="5040297"/>
            <a:ext cx="6948033" cy="30777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Core team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4B9632-0583-19F4-CE26-EBC170FDB50E}"/>
              </a:ext>
            </a:extLst>
          </p:cNvPr>
          <p:cNvSpPr txBox="1"/>
          <p:nvPr/>
        </p:nvSpPr>
        <p:spPr>
          <a:xfrm>
            <a:off x="8204674" y="5040297"/>
            <a:ext cx="3457783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[Experts, functions]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18A3D5-54F6-DB64-2F53-A1BB8CD4EE9E}"/>
              </a:ext>
            </a:extLst>
          </p:cNvPr>
          <p:cNvSpPr/>
          <p:nvPr/>
        </p:nvSpPr>
        <p:spPr>
          <a:xfrm>
            <a:off x="554735" y="2454054"/>
            <a:ext cx="6948033" cy="883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 1, title, BU/division/role]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(chair)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 2, title, BU/division/role]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 3, title, BU/division/role]</a:t>
            </a: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 4, title, BU/division/role]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 5, title, BU/division/role]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 6, title, BU/division/role]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E6E909-2164-D583-E941-ABDE803B107E}"/>
              </a:ext>
            </a:extLst>
          </p:cNvPr>
          <p:cNvSpPr/>
          <p:nvPr/>
        </p:nvSpPr>
        <p:spPr>
          <a:xfrm>
            <a:off x="554735" y="5373630"/>
            <a:ext cx="6948033" cy="883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 1, title, BU/division/role]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 2, title, BU/division/role]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 3, title, BU/division/role]</a:t>
            </a: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 4, title, BU/division/role]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 5, title, BU/division/role]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 6, title, BU/division/role]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2B84600-31FB-13F1-9B9B-2C261C2D7169}"/>
              </a:ext>
            </a:extLst>
          </p:cNvPr>
          <p:cNvSpPr/>
          <p:nvPr/>
        </p:nvSpPr>
        <p:spPr>
          <a:xfrm>
            <a:off x="8204674" y="5373630"/>
            <a:ext cx="3457784" cy="883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[Group 1]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[Group 2]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[Group 3]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FB7017-7CE7-B6F5-7683-DEF304668E93}"/>
              </a:ext>
            </a:extLst>
          </p:cNvPr>
          <p:cNvSpPr txBox="1"/>
          <p:nvPr/>
        </p:nvSpPr>
        <p:spPr>
          <a:xfrm>
            <a:off x="2084737" y="3579203"/>
            <a:ext cx="3888029" cy="30777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Project leadership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DCCA51-F927-5F08-427E-89A604BB65F7}"/>
              </a:ext>
            </a:extLst>
          </p:cNvPr>
          <p:cNvSpPr/>
          <p:nvPr/>
        </p:nvSpPr>
        <p:spPr>
          <a:xfrm>
            <a:off x="2084737" y="3915147"/>
            <a:ext cx="3888029" cy="883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 1, title, BU/division/role]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(lead)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 2, title, BU/division/role]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 3, title, BU/division/role]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6AFFD8C-90A6-A0A6-07DD-F298B76DAE44}"/>
              </a:ext>
            </a:extLst>
          </p:cNvPr>
          <p:cNvCxnSpPr>
            <a:cxnSpLocks/>
            <a:stCxn id="15" idx="2"/>
            <a:endCxn id="12" idx="0"/>
          </p:cNvCxnSpPr>
          <p:nvPr/>
        </p:nvCxnSpPr>
        <p:spPr>
          <a:xfrm>
            <a:off x="4028752" y="3337219"/>
            <a:ext cx="0" cy="2419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D0C6DFE-47CF-532E-77D9-F009FDDE760F}"/>
              </a:ext>
            </a:extLst>
          </p:cNvPr>
          <p:cNvCxnSpPr>
            <a:cxnSpLocks/>
            <a:stCxn id="29" idx="2"/>
            <a:endCxn id="9" idx="0"/>
          </p:cNvCxnSpPr>
          <p:nvPr/>
        </p:nvCxnSpPr>
        <p:spPr>
          <a:xfrm>
            <a:off x="4028752" y="4798312"/>
            <a:ext cx="0" cy="2419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97CA0DD-18FF-1527-5E22-F76786CB13FE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7502768" y="5194186"/>
            <a:ext cx="7019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7793892-0AA0-74C6-7E26-1B16BA2D37DA}"/>
              </a:ext>
            </a:extLst>
          </p:cNvPr>
          <p:cNvSpPr txBox="1">
            <a:spLocks/>
          </p:cNvSpPr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DK"/>
            </a:defPPr>
            <a:lvl1pPr marL="0" algn="r" defTabSz="914400" rtl="0" eaLnBrk="1" latinLnBrk="0" hangingPunct="1">
              <a:defRPr sz="900" kern="1200">
                <a:solidFill>
                  <a:srgbClr val="025043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xx</a:t>
            </a:r>
            <a:endParaRPr kumimoji="0" lang="en-DK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68C686-BEFA-3E5A-078B-2319592F3C42}"/>
              </a:ext>
            </a:extLst>
          </p:cNvPr>
          <p:cNvSpPr txBox="1"/>
          <p:nvPr/>
        </p:nvSpPr>
        <p:spPr>
          <a:xfrm>
            <a:off x="8179480" y="3579203"/>
            <a:ext cx="3457783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[Experts, functions]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2196E3-DD67-C379-5C29-ED56449E2C3F}"/>
              </a:ext>
            </a:extLst>
          </p:cNvPr>
          <p:cNvSpPr/>
          <p:nvPr/>
        </p:nvSpPr>
        <p:spPr>
          <a:xfrm>
            <a:off x="8179480" y="3915147"/>
            <a:ext cx="3457784" cy="883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[Group 1]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[Group 2]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[Group 3]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E8032CDC-37A7-6003-7630-63F87946CAAB}"/>
              </a:ext>
            </a:extLst>
          </p:cNvPr>
          <p:cNvCxnSpPr>
            <a:stCxn id="9" idx="3"/>
            <a:endCxn id="6" idx="1"/>
          </p:cNvCxnSpPr>
          <p:nvPr/>
        </p:nvCxnSpPr>
        <p:spPr>
          <a:xfrm flipV="1">
            <a:off x="7502768" y="3733092"/>
            <a:ext cx="676712" cy="1461094"/>
          </a:xfrm>
          <a:prstGeom prst="bentConnector3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Gna1"/>
    </p:custDataLst>
    <p:extLst>
      <p:ext uri="{BB962C8B-B14F-4D97-AF65-F5344CB8AC3E}">
        <p14:creationId xmlns:p14="http://schemas.microsoft.com/office/powerpoint/2010/main" val="3148469122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67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