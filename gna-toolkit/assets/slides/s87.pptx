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8" r:id="rId91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91" Type="http://schemas.openxmlformats.org/officeDocument/2006/relationships/slide" Target="slides/slide87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[Four principles guide how we work / Insert action title]</a:t>
            </a:r>
          </a:p>
        </p:txBody>
      </p:sp>
      <p:sp>
        <p:nvSpPr>
          <p:cNvPr id="3" name="Principle 1 numeral"/>
          <p:cNvSpPr txBox="1"/>
          <p:nvPr/>
        </p:nvSpPr>
        <p:spPr>
          <a:xfrm>
            <a:off x="557784" y="1600200"/>
            <a:ext cx="253060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6000" b="1" i="0">
                <a:solidFill>
                  <a:srgbClr val="025043"/>
                </a:solidFill>
              </a:rPr>
              <a:t>01</a:t>
            </a:r>
          </a:p>
        </p:txBody>
      </p:sp>
      <p:cxnSp>
        <p:nvCxnSpPr>
          <p:cNvPr id="4" name="Principle 1 rule"/>
          <p:cNvCxnSpPr/>
          <p:nvPr/>
        </p:nvCxnSpPr>
        <p:spPr>
          <a:xfrm>
            <a:off x="557784" y="2834640"/>
            <a:ext cx="2530602" cy="0"/>
          </a:xfrm>
          <a:prstGeom prst="line">
            <a:avLst/>
          </a:prstGeom>
          <a:ln w="12700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rinciple 1 title"/>
          <p:cNvSpPr txBox="1"/>
          <p:nvPr/>
        </p:nvSpPr>
        <p:spPr>
          <a:xfrm>
            <a:off x="557784" y="2971800"/>
            <a:ext cx="253060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5043"/>
                </a:solidFill>
              </a:rPr>
              <a:t>[Principle 1]</a:t>
            </a:r>
          </a:p>
        </p:txBody>
      </p:sp>
      <p:sp>
        <p:nvSpPr>
          <p:cNvPr id="6" name="Principle 1 text"/>
          <p:cNvSpPr txBox="1"/>
          <p:nvPr/>
        </p:nvSpPr>
        <p:spPr>
          <a:xfrm>
            <a:off x="557784" y="3611880"/>
            <a:ext cx="253060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</a:rPr>
              <a:t>[Two or three sentences on what this principle means in practice and how a client would notice it]</a:t>
            </a:r>
          </a:p>
        </p:txBody>
      </p:sp>
      <p:sp>
        <p:nvSpPr>
          <p:cNvPr id="7" name="Principle 2 numeral"/>
          <p:cNvSpPr txBox="1"/>
          <p:nvPr/>
        </p:nvSpPr>
        <p:spPr>
          <a:xfrm>
            <a:off x="3408426" y="1600200"/>
            <a:ext cx="253060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6000" b="1" i="0">
                <a:solidFill>
                  <a:srgbClr val="B3CBC7"/>
                </a:solidFill>
              </a:rPr>
              <a:t>02</a:t>
            </a:r>
          </a:p>
        </p:txBody>
      </p:sp>
      <p:cxnSp>
        <p:nvCxnSpPr>
          <p:cNvPr id="8" name="Principle 2 rule"/>
          <p:cNvCxnSpPr/>
          <p:nvPr/>
        </p:nvCxnSpPr>
        <p:spPr>
          <a:xfrm>
            <a:off x="3408426" y="2834640"/>
            <a:ext cx="2530602" cy="0"/>
          </a:xfrm>
          <a:prstGeom prst="line">
            <a:avLst/>
          </a:prstGeom>
          <a:ln w="12700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inciple 2 title"/>
          <p:cNvSpPr txBox="1"/>
          <p:nvPr/>
        </p:nvSpPr>
        <p:spPr>
          <a:xfrm>
            <a:off x="3408426" y="2971800"/>
            <a:ext cx="253060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5043"/>
                </a:solidFill>
              </a:rPr>
              <a:t>[Principle 2]</a:t>
            </a:r>
          </a:p>
        </p:txBody>
      </p:sp>
      <p:sp>
        <p:nvSpPr>
          <p:cNvPr id="10" name="Principle 2 text"/>
          <p:cNvSpPr txBox="1"/>
          <p:nvPr/>
        </p:nvSpPr>
        <p:spPr>
          <a:xfrm>
            <a:off x="3408426" y="3611880"/>
            <a:ext cx="253060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</a:rPr>
              <a:t>[Two or three sentences on what this principle means in practice and how a client would notice it]</a:t>
            </a:r>
          </a:p>
        </p:txBody>
      </p:sp>
      <p:sp>
        <p:nvSpPr>
          <p:cNvPr id="11" name="Principle 3 numeral"/>
          <p:cNvSpPr txBox="1"/>
          <p:nvPr/>
        </p:nvSpPr>
        <p:spPr>
          <a:xfrm>
            <a:off x="6259068" y="1600200"/>
            <a:ext cx="253060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6000" b="1" i="0">
                <a:solidFill>
                  <a:srgbClr val="B3CBC7"/>
                </a:solidFill>
              </a:rPr>
              <a:t>03</a:t>
            </a:r>
          </a:p>
        </p:txBody>
      </p:sp>
      <p:cxnSp>
        <p:nvCxnSpPr>
          <p:cNvPr id="12" name="Principle 3 rule"/>
          <p:cNvCxnSpPr/>
          <p:nvPr/>
        </p:nvCxnSpPr>
        <p:spPr>
          <a:xfrm>
            <a:off x="6259068" y="2834640"/>
            <a:ext cx="2530602" cy="0"/>
          </a:xfrm>
          <a:prstGeom prst="line">
            <a:avLst/>
          </a:prstGeom>
          <a:ln w="12700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inciple 3 title"/>
          <p:cNvSpPr txBox="1"/>
          <p:nvPr/>
        </p:nvSpPr>
        <p:spPr>
          <a:xfrm>
            <a:off x="6259068" y="2971800"/>
            <a:ext cx="253060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5043"/>
                </a:solidFill>
              </a:rPr>
              <a:t>[Principle 3]</a:t>
            </a:r>
          </a:p>
        </p:txBody>
      </p:sp>
      <p:sp>
        <p:nvSpPr>
          <p:cNvPr id="14" name="Principle 3 text"/>
          <p:cNvSpPr txBox="1"/>
          <p:nvPr/>
        </p:nvSpPr>
        <p:spPr>
          <a:xfrm>
            <a:off x="6259068" y="3611880"/>
            <a:ext cx="253060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</a:rPr>
              <a:t>[Two or three sentences on what this principle means in practice and how a client would notice it]</a:t>
            </a:r>
          </a:p>
        </p:txBody>
      </p:sp>
      <p:sp>
        <p:nvSpPr>
          <p:cNvPr id="15" name="Principle 4 numeral"/>
          <p:cNvSpPr txBox="1"/>
          <p:nvPr/>
        </p:nvSpPr>
        <p:spPr>
          <a:xfrm>
            <a:off x="9109710" y="1600200"/>
            <a:ext cx="253060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6000" b="1" i="0">
                <a:solidFill>
                  <a:srgbClr val="B3CBC7"/>
                </a:solidFill>
              </a:rPr>
              <a:t>04</a:t>
            </a:r>
          </a:p>
        </p:txBody>
      </p:sp>
      <p:cxnSp>
        <p:nvCxnSpPr>
          <p:cNvPr id="16" name="Principle 4 rule"/>
          <p:cNvCxnSpPr/>
          <p:nvPr/>
        </p:nvCxnSpPr>
        <p:spPr>
          <a:xfrm>
            <a:off x="9109710" y="2834640"/>
            <a:ext cx="2530602" cy="0"/>
          </a:xfrm>
          <a:prstGeom prst="line">
            <a:avLst/>
          </a:prstGeom>
          <a:ln w="12700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inciple 4 title"/>
          <p:cNvSpPr txBox="1"/>
          <p:nvPr/>
        </p:nvSpPr>
        <p:spPr>
          <a:xfrm>
            <a:off x="9109710" y="2971800"/>
            <a:ext cx="253060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5043"/>
                </a:solidFill>
              </a:rPr>
              <a:t>[Principle 4]</a:t>
            </a:r>
          </a:p>
        </p:txBody>
      </p:sp>
      <p:sp>
        <p:nvSpPr>
          <p:cNvPr id="18" name="Principle 4 text"/>
          <p:cNvSpPr txBox="1"/>
          <p:nvPr/>
        </p:nvSpPr>
        <p:spPr>
          <a:xfrm>
            <a:off x="9109710" y="3611880"/>
            <a:ext cx="253060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</a:rPr>
              <a:t>[Two or three sentences on what this principle means in practice and how a client would notice it]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7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