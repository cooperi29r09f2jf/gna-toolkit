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0587" r:id="rId38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38" Type="http://schemas.openxmlformats.org/officeDocument/2006/relationships/slide" Target="slides/slide34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u="none" strike="noStrike" cap="none" smtClean="0">
                <a:solidFill>
                  <a:schemeClr val="dk1"/>
                </a:solidFill>
                <a:ea typeface="Calibri"/>
                <a:sym typeface="Calibri"/>
              </a:rPr>
              <a:t>34</a:t>
            </a:fld>
            <a:endParaRPr lang="en-GB" sz="1200" u="none" strike="noStrike" cap="none">
              <a:solidFill>
                <a:schemeClr val="dk1"/>
              </a:solidFill>
              <a:ea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62827763"/>
      </p:ext>
    </p:extLst>
  </p:cSld>
  <p:clrMapOvr>
    <a:masterClrMapping/>
  </p:clrMapOvr>
</p:note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34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1.xml"/></Relationships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BA67FB8-A91E-06F4-B26F-CD5E0A1C5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[Five key areas slide / Insert action title]</a:t>
            </a:r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34203063-7A07-7B45-A1A9-6D4595ECED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1764789-99F3-8611-8B28-56D186F336E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Google Shape;251;p36">
            <a:extLst>
              <a:ext uri="{FF2B5EF4-FFF2-40B4-BE49-F238E27FC236}">
                <a16:creationId xmlns:a16="http://schemas.microsoft.com/office/drawing/2014/main" id="{ADC9B505-6DE0-54AC-29D1-225DE5733491}"/>
              </a:ext>
            </a:extLst>
          </p:cNvPr>
          <p:cNvSpPr/>
          <p:nvPr/>
        </p:nvSpPr>
        <p:spPr>
          <a:xfrm>
            <a:off x="0" y="1841965"/>
            <a:ext cx="12192000" cy="50580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7" name="Google Shape;252;p36">
            <a:extLst>
              <a:ext uri="{FF2B5EF4-FFF2-40B4-BE49-F238E27FC236}">
                <a16:creationId xmlns:a16="http://schemas.microsoft.com/office/drawing/2014/main" id="{6132816B-A859-BFBD-BFA5-184BFA7042FC}"/>
              </a:ext>
            </a:extLst>
          </p:cNvPr>
          <p:cNvSpPr txBox="1"/>
          <p:nvPr/>
        </p:nvSpPr>
        <p:spPr>
          <a:xfrm>
            <a:off x="654921" y="1931588"/>
            <a:ext cx="1876800" cy="1927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da-DK" sz="3600" b="1" u="none" strike="noStrike" cap="none" dirty="0">
                <a:solidFill>
                  <a:schemeClr val="accent2"/>
                </a:solidFill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  <a:t>01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da-DK" sz="3600" b="1" u="none" strike="noStrike" cap="none" dirty="0">
              <a:latin typeface="+mn-lt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" name="Google Shape;253;p36">
            <a:extLst>
              <a:ext uri="{FF2B5EF4-FFF2-40B4-BE49-F238E27FC236}">
                <a16:creationId xmlns:a16="http://schemas.microsoft.com/office/drawing/2014/main" id="{862452A5-F530-8977-4D54-85F6CF8CBA3F}"/>
              </a:ext>
            </a:extLst>
          </p:cNvPr>
          <p:cNvSpPr txBox="1"/>
          <p:nvPr/>
        </p:nvSpPr>
        <p:spPr>
          <a:xfrm>
            <a:off x="623900" y="2734112"/>
            <a:ext cx="1975104" cy="9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u="none" strike="noStrike" cap="none" dirty="0"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  <a:t>[Area]: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lang="en-US" sz="1600" u="none" strike="noStrike" cap="none" dirty="0"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</a:br>
            <a:r>
              <a:rPr lang="en-US" sz="1600" u="none" strike="noStrike" cap="none" dirty="0"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  <a:t>[Description of area]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n-US" sz="1600" dirty="0">
              <a:latin typeface="+mn-lt"/>
              <a:ea typeface="Helvetica Neue"/>
              <a:cs typeface="Arial" panose="020B0604020202020204" pitchFamily="34" charset="0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u="none" strike="noStrike" cap="none" dirty="0"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  <a:t>[Description of specific initiatives or details, if relevant] </a:t>
            </a:r>
          </a:p>
        </p:txBody>
      </p:sp>
      <p:sp>
        <p:nvSpPr>
          <p:cNvPr id="9" name="Google Shape;254;p36">
            <a:extLst>
              <a:ext uri="{FF2B5EF4-FFF2-40B4-BE49-F238E27FC236}">
                <a16:creationId xmlns:a16="http://schemas.microsoft.com/office/drawing/2014/main" id="{6E2C8A7E-CDBC-97FC-5662-53C2E33C1061}"/>
              </a:ext>
            </a:extLst>
          </p:cNvPr>
          <p:cNvSpPr txBox="1"/>
          <p:nvPr/>
        </p:nvSpPr>
        <p:spPr>
          <a:xfrm>
            <a:off x="2909838" y="1931588"/>
            <a:ext cx="1876800" cy="1927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da-DK" sz="3600" b="1" u="none" strike="noStrike" cap="none" dirty="0">
                <a:solidFill>
                  <a:schemeClr val="accent2"/>
                </a:solidFill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  <a:t>02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da-DK" sz="3600" b="1" u="none" strike="noStrike" cap="none" dirty="0">
              <a:latin typeface="+mn-lt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0" name="Google Shape;255;p36">
            <a:extLst>
              <a:ext uri="{FF2B5EF4-FFF2-40B4-BE49-F238E27FC236}">
                <a16:creationId xmlns:a16="http://schemas.microsoft.com/office/drawing/2014/main" id="{DB1FB83B-52C1-BED4-908A-695659FBB625}"/>
              </a:ext>
            </a:extLst>
          </p:cNvPr>
          <p:cNvSpPr txBox="1"/>
          <p:nvPr/>
        </p:nvSpPr>
        <p:spPr>
          <a:xfrm>
            <a:off x="2887317" y="2734112"/>
            <a:ext cx="1975104" cy="9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u="none" strike="noStrike" cap="none" dirty="0"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  <a:t>[Area]: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lang="en-US" sz="1600" u="none" strike="noStrike" cap="none" dirty="0"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</a:br>
            <a:r>
              <a:rPr lang="en-US" sz="1600" u="none" strike="noStrike" cap="none" dirty="0"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  <a:t>[Description of area]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n-US" sz="1600" dirty="0">
              <a:latin typeface="+mn-lt"/>
              <a:ea typeface="Helvetica Neue"/>
              <a:cs typeface="Arial" panose="020B0604020202020204" pitchFamily="34" charset="0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u="none" strike="noStrike" cap="none" dirty="0"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  <a:t>[Description of specific initiatives or details, if relevant] </a:t>
            </a:r>
          </a:p>
        </p:txBody>
      </p:sp>
      <p:sp>
        <p:nvSpPr>
          <p:cNvPr id="11" name="Google Shape;256;p36">
            <a:extLst>
              <a:ext uri="{FF2B5EF4-FFF2-40B4-BE49-F238E27FC236}">
                <a16:creationId xmlns:a16="http://schemas.microsoft.com/office/drawing/2014/main" id="{88625D2C-6582-364C-EB55-A252A7ECB9B2}"/>
              </a:ext>
            </a:extLst>
          </p:cNvPr>
          <p:cNvSpPr txBox="1"/>
          <p:nvPr/>
        </p:nvSpPr>
        <p:spPr>
          <a:xfrm>
            <a:off x="5164755" y="1931588"/>
            <a:ext cx="1876800" cy="1927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da-DK" sz="3600" b="1" u="none" strike="noStrike" cap="none" dirty="0">
                <a:solidFill>
                  <a:schemeClr val="accent2"/>
                </a:solidFill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  <a:t>03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da-DK" sz="3600" b="1" u="none" strike="noStrike" cap="none" dirty="0">
              <a:latin typeface="+mn-lt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cxnSp>
        <p:nvCxnSpPr>
          <p:cNvPr id="12" name="Google Shape;257;p36">
            <a:extLst>
              <a:ext uri="{FF2B5EF4-FFF2-40B4-BE49-F238E27FC236}">
                <a16:creationId xmlns:a16="http://schemas.microsoft.com/office/drawing/2014/main" id="{1D87BFCC-B257-267F-0C90-EC8203C19337}"/>
              </a:ext>
            </a:extLst>
          </p:cNvPr>
          <p:cNvCxnSpPr>
            <a:cxnSpLocks/>
          </p:cNvCxnSpPr>
          <p:nvPr/>
        </p:nvCxnSpPr>
        <p:spPr>
          <a:xfrm>
            <a:off x="5153084" y="2715110"/>
            <a:ext cx="1921200" cy="0"/>
          </a:xfrm>
          <a:prstGeom prst="straightConnector1">
            <a:avLst/>
          </a:prstGeom>
          <a:noFill/>
          <a:ln w="158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258;p36">
            <a:extLst>
              <a:ext uri="{FF2B5EF4-FFF2-40B4-BE49-F238E27FC236}">
                <a16:creationId xmlns:a16="http://schemas.microsoft.com/office/drawing/2014/main" id="{77CC4BED-F094-3F64-8DD1-BC330B46BBE1}"/>
              </a:ext>
            </a:extLst>
          </p:cNvPr>
          <p:cNvSpPr txBox="1"/>
          <p:nvPr/>
        </p:nvSpPr>
        <p:spPr>
          <a:xfrm>
            <a:off x="5150734" y="2734112"/>
            <a:ext cx="1976100" cy="9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u="none" strike="noStrike" cap="none" dirty="0"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  <a:t>[Area]: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lang="en-US" sz="1600" u="none" strike="noStrike" cap="none" dirty="0"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</a:br>
            <a:r>
              <a:rPr lang="en-US" sz="1600" u="none" strike="noStrike" cap="none" dirty="0"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  <a:t>[Description of area]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n-US" sz="1600" dirty="0">
              <a:latin typeface="+mn-lt"/>
              <a:ea typeface="Helvetica Neue"/>
              <a:cs typeface="Arial" panose="020B0604020202020204" pitchFamily="34" charset="0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u="none" strike="noStrike" cap="none" dirty="0"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  <a:t>[Description of specific initiatives or details, if relevant] </a:t>
            </a:r>
          </a:p>
        </p:txBody>
      </p:sp>
      <p:cxnSp>
        <p:nvCxnSpPr>
          <p:cNvPr id="14" name="Google Shape;259;p36">
            <a:extLst>
              <a:ext uri="{FF2B5EF4-FFF2-40B4-BE49-F238E27FC236}">
                <a16:creationId xmlns:a16="http://schemas.microsoft.com/office/drawing/2014/main" id="{614B116D-62BB-D28F-EDC6-9E4C8429A825}"/>
              </a:ext>
            </a:extLst>
          </p:cNvPr>
          <p:cNvCxnSpPr>
            <a:cxnSpLocks/>
          </p:cNvCxnSpPr>
          <p:nvPr/>
        </p:nvCxnSpPr>
        <p:spPr>
          <a:xfrm>
            <a:off x="644960" y="2715110"/>
            <a:ext cx="1921200" cy="0"/>
          </a:xfrm>
          <a:prstGeom prst="straightConnector1">
            <a:avLst/>
          </a:prstGeom>
          <a:noFill/>
          <a:ln w="158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" name="Google Shape;260;p36">
            <a:extLst>
              <a:ext uri="{FF2B5EF4-FFF2-40B4-BE49-F238E27FC236}">
                <a16:creationId xmlns:a16="http://schemas.microsoft.com/office/drawing/2014/main" id="{9676B407-4A3C-1205-3A7C-649AD3EECC6E}"/>
              </a:ext>
            </a:extLst>
          </p:cNvPr>
          <p:cNvCxnSpPr>
            <a:cxnSpLocks/>
          </p:cNvCxnSpPr>
          <p:nvPr/>
        </p:nvCxnSpPr>
        <p:spPr>
          <a:xfrm>
            <a:off x="2899022" y="2715110"/>
            <a:ext cx="1921200" cy="0"/>
          </a:xfrm>
          <a:prstGeom prst="straightConnector1">
            <a:avLst/>
          </a:prstGeom>
          <a:noFill/>
          <a:ln w="158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261;p36">
            <a:extLst>
              <a:ext uri="{FF2B5EF4-FFF2-40B4-BE49-F238E27FC236}">
                <a16:creationId xmlns:a16="http://schemas.microsoft.com/office/drawing/2014/main" id="{D12AC37B-C65F-1924-B694-A215EC000E0E}"/>
              </a:ext>
            </a:extLst>
          </p:cNvPr>
          <p:cNvCxnSpPr>
            <a:cxnSpLocks/>
          </p:cNvCxnSpPr>
          <p:nvPr/>
        </p:nvCxnSpPr>
        <p:spPr>
          <a:xfrm>
            <a:off x="7407146" y="2715110"/>
            <a:ext cx="1921200" cy="0"/>
          </a:xfrm>
          <a:prstGeom prst="straightConnector1">
            <a:avLst/>
          </a:prstGeom>
          <a:noFill/>
          <a:ln w="158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262;p36">
            <a:extLst>
              <a:ext uri="{FF2B5EF4-FFF2-40B4-BE49-F238E27FC236}">
                <a16:creationId xmlns:a16="http://schemas.microsoft.com/office/drawing/2014/main" id="{2E6FC69D-AD3D-E318-CE0D-3B69AD3590BE}"/>
              </a:ext>
            </a:extLst>
          </p:cNvPr>
          <p:cNvCxnSpPr>
            <a:cxnSpLocks/>
          </p:cNvCxnSpPr>
          <p:nvPr/>
        </p:nvCxnSpPr>
        <p:spPr>
          <a:xfrm>
            <a:off x="9661210" y="2715110"/>
            <a:ext cx="1921200" cy="0"/>
          </a:xfrm>
          <a:prstGeom prst="straightConnector1">
            <a:avLst/>
          </a:prstGeom>
          <a:noFill/>
          <a:ln w="158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263;p36">
            <a:extLst>
              <a:ext uri="{FF2B5EF4-FFF2-40B4-BE49-F238E27FC236}">
                <a16:creationId xmlns:a16="http://schemas.microsoft.com/office/drawing/2014/main" id="{E9A166D7-95AA-4F6A-E4B3-5448ACFC4DD3}"/>
              </a:ext>
            </a:extLst>
          </p:cNvPr>
          <p:cNvSpPr txBox="1"/>
          <p:nvPr/>
        </p:nvSpPr>
        <p:spPr>
          <a:xfrm>
            <a:off x="7419672" y="1931588"/>
            <a:ext cx="1876800" cy="1927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da-DK" sz="3600" b="1" u="none" strike="noStrike" cap="none" dirty="0">
                <a:solidFill>
                  <a:schemeClr val="accent2"/>
                </a:solidFill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  <a:t>04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da-DK" sz="3600" b="1" u="none" strike="noStrike" cap="none" dirty="0">
              <a:latin typeface="+mn-lt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9" name="Google Shape;264;p36">
            <a:extLst>
              <a:ext uri="{FF2B5EF4-FFF2-40B4-BE49-F238E27FC236}">
                <a16:creationId xmlns:a16="http://schemas.microsoft.com/office/drawing/2014/main" id="{D5B9A526-C338-ABA6-2622-CB57867D3C3B}"/>
              </a:ext>
            </a:extLst>
          </p:cNvPr>
          <p:cNvSpPr txBox="1"/>
          <p:nvPr/>
        </p:nvSpPr>
        <p:spPr>
          <a:xfrm>
            <a:off x="9674590" y="1931588"/>
            <a:ext cx="1876800" cy="1927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da-DK" sz="3600" b="1" u="none" strike="noStrike" cap="none" dirty="0">
                <a:solidFill>
                  <a:schemeClr val="accent2"/>
                </a:solidFill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  <a:t>05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da-DK" sz="3600" b="1" u="none" strike="noStrike" cap="none" dirty="0">
              <a:latin typeface="+mn-lt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20" name="Google Shape;265;p36">
            <a:extLst>
              <a:ext uri="{FF2B5EF4-FFF2-40B4-BE49-F238E27FC236}">
                <a16:creationId xmlns:a16="http://schemas.microsoft.com/office/drawing/2014/main" id="{223BE8AF-6B41-A4AB-55A7-3D99F0D929BF}"/>
              </a:ext>
            </a:extLst>
          </p:cNvPr>
          <p:cNvSpPr txBox="1"/>
          <p:nvPr/>
        </p:nvSpPr>
        <p:spPr>
          <a:xfrm>
            <a:off x="7415147" y="2734112"/>
            <a:ext cx="1975104" cy="9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u="none" strike="noStrike" cap="none" dirty="0"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  <a:t>[Area]: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lang="en-US" sz="1600" u="none" strike="noStrike" cap="none" dirty="0"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</a:br>
            <a:r>
              <a:rPr lang="en-US" sz="1600" u="none" strike="noStrike" cap="none" dirty="0"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  <a:t>[Description of area]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n-US" sz="1600" dirty="0">
              <a:latin typeface="+mn-lt"/>
              <a:ea typeface="Helvetica Neue"/>
              <a:cs typeface="Arial" panose="020B0604020202020204" pitchFamily="34" charset="0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u="none" strike="noStrike" cap="none" dirty="0"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  <a:t>[Description of specific initiatives or details, if relevant] </a:t>
            </a:r>
          </a:p>
        </p:txBody>
      </p:sp>
      <p:sp>
        <p:nvSpPr>
          <p:cNvPr id="21" name="Google Shape;266;p36">
            <a:extLst>
              <a:ext uri="{FF2B5EF4-FFF2-40B4-BE49-F238E27FC236}">
                <a16:creationId xmlns:a16="http://schemas.microsoft.com/office/drawing/2014/main" id="{61518048-6B64-25E1-FD8F-B2C9ACAE0629}"/>
              </a:ext>
            </a:extLst>
          </p:cNvPr>
          <p:cNvSpPr txBox="1"/>
          <p:nvPr/>
        </p:nvSpPr>
        <p:spPr>
          <a:xfrm>
            <a:off x="9678563" y="2734112"/>
            <a:ext cx="1976100" cy="9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u="none" strike="noStrike" cap="none" dirty="0"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  <a:t>[Area]: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lang="en-US" sz="1600" u="none" strike="noStrike" cap="none" dirty="0"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</a:br>
            <a:r>
              <a:rPr lang="en-US" sz="1600" u="none" strike="noStrike" cap="none" dirty="0"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  <a:t>[Description of area]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n-US" sz="1600" dirty="0">
              <a:latin typeface="+mn-lt"/>
              <a:ea typeface="Helvetica Neue"/>
              <a:cs typeface="Arial" panose="020B0604020202020204" pitchFamily="34" charset="0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u="none" strike="noStrike" cap="none" dirty="0"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  <a:t>[Description of specific initiatives or details, if relevant] </a:t>
            </a: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1429867792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34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