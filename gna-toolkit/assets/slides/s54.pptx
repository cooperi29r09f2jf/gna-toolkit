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335" r:id="rId58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58" Type="http://schemas.openxmlformats.org/officeDocument/2006/relationships/slide" Target="slides/slide54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84FB-D0A0-9B28-1642-68338E9F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[Process overview / Insert action title]</a:t>
            </a:r>
            <a:endParaRPr lang="en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1A23D-5C1B-E48A-67C6-DFEC35AA8D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2E2622-0C54-A9FE-E71D-7582E965F7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Chevron 10">
            <a:extLst>
              <a:ext uri="{FF2B5EF4-FFF2-40B4-BE49-F238E27FC236}">
                <a16:creationId xmlns:a16="http://schemas.microsoft.com/office/drawing/2014/main" id="{4ADA10AC-CC54-E486-CAAD-0A92BC06276B}"/>
              </a:ext>
            </a:extLst>
          </p:cNvPr>
          <p:cNvSpPr/>
          <p:nvPr/>
        </p:nvSpPr>
        <p:spPr bwMode="auto">
          <a:xfrm>
            <a:off x="2763458" y="2287724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400" b="1" dirty="0">
                <a:solidFill>
                  <a:schemeClr val="bg1"/>
                </a:solidFill>
                <a:cs typeface="Times New Roman" pitchFamily="18" charset="0"/>
              </a:rPr>
              <a:t>[Insert phase name]</a:t>
            </a:r>
          </a:p>
        </p:txBody>
      </p:sp>
      <p:sp>
        <p:nvSpPr>
          <p:cNvPr id="32" name="Chevron 17">
            <a:extLst>
              <a:ext uri="{FF2B5EF4-FFF2-40B4-BE49-F238E27FC236}">
                <a16:creationId xmlns:a16="http://schemas.microsoft.com/office/drawing/2014/main" id="{8C73411B-16FE-D653-45AE-3DC70B290A50}"/>
              </a:ext>
            </a:extLst>
          </p:cNvPr>
          <p:cNvSpPr/>
          <p:nvPr/>
        </p:nvSpPr>
        <p:spPr bwMode="auto">
          <a:xfrm>
            <a:off x="7202316" y="2287724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400" b="1" dirty="0">
                <a:solidFill>
                  <a:schemeClr val="bg1"/>
                </a:solidFill>
                <a:cs typeface="Times New Roman" pitchFamily="18" charset="0"/>
              </a:rPr>
              <a:t>[Insert phase name]</a:t>
            </a:r>
          </a:p>
        </p:txBody>
      </p:sp>
      <p:sp>
        <p:nvSpPr>
          <p:cNvPr id="33" name="Chevron 103">
            <a:extLst>
              <a:ext uri="{FF2B5EF4-FFF2-40B4-BE49-F238E27FC236}">
                <a16:creationId xmlns:a16="http://schemas.microsoft.com/office/drawing/2014/main" id="{9336FA72-44B6-DBEF-B1C7-829B2BAD3ECA}"/>
              </a:ext>
            </a:extLst>
          </p:cNvPr>
          <p:cNvSpPr/>
          <p:nvPr/>
        </p:nvSpPr>
        <p:spPr bwMode="auto">
          <a:xfrm>
            <a:off x="9421744" y="2287724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400" b="1" dirty="0">
                <a:solidFill>
                  <a:schemeClr val="bg1"/>
                </a:solidFill>
                <a:cs typeface="Times New Roman" pitchFamily="18" charset="0"/>
              </a:rPr>
              <a:t>[Insert phase name]</a:t>
            </a:r>
          </a:p>
        </p:txBody>
      </p:sp>
      <p:sp>
        <p:nvSpPr>
          <p:cNvPr id="34" name="Chevron 167">
            <a:extLst>
              <a:ext uri="{FF2B5EF4-FFF2-40B4-BE49-F238E27FC236}">
                <a16:creationId xmlns:a16="http://schemas.microsoft.com/office/drawing/2014/main" id="{6CDCA47A-65B2-E8EC-DF63-7070668C417D}"/>
              </a:ext>
            </a:extLst>
          </p:cNvPr>
          <p:cNvSpPr/>
          <p:nvPr/>
        </p:nvSpPr>
        <p:spPr bwMode="auto">
          <a:xfrm>
            <a:off x="544029" y="2287724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400" b="1" dirty="0">
                <a:solidFill>
                  <a:schemeClr val="bg1"/>
                </a:solidFill>
                <a:cs typeface="Times New Roman" pitchFamily="18" charset="0"/>
              </a:rPr>
              <a:t>[Insert phase name]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9EB36B-4A03-9A7A-8522-53D0D4E6E039}"/>
              </a:ext>
            </a:extLst>
          </p:cNvPr>
          <p:cNvSpPr/>
          <p:nvPr/>
        </p:nvSpPr>
        <p:spPr>
          <a:xfrm>
            <a:off x="544029" y="3086609"/>
            <a:ext cx="2086201" cy="1713290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…</a:t>
            </a:r>
            <a:endParaRPr lang="en-US" sz="1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D13808-41D0-6F49-DF46-E9D58B181A99}"/>
              </a:ext>
            </a:extLst>
          </p:cNvPr>
          <p:cNvSpPr/>
          <p:nvPr/>
        </p:nvSpPr>
        <p:spPr>
          <a:xfrm>
            <a:off x="9421744" y="3086609"/>
            <a:ext cx="2086201" cy="1713290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…</a:t>
            </a:r>
            <a:endParaRPr lang="en-US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C35204-2B09-D01A-CE29-324046709419}"/>
              </a:ext>
            </a:extLst>
          </p:cNvPr>
          <p:cNvSpPr/>
          <p:nvPr/>
        </p:nvSpPr>
        <p:spPr>
          <a:xfrm>
            <a:off x="2763458" y="3086609"/>
            <a:ext cx="2086201" cy="1713290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…</a:t>
            </a:r>
            <a:endParaRPr lang="en-US" sz="12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16B8475-4B9C-2AA7-66BE-1CC8073E3E7D}"/>
              </a:ext>
            </a:extLst>
          </p:cNvPr>
          <p:cNvSpPr/>
          <p:nvPr/>
        </p:nvSpPr>
        <p:spPr>
          <a:xfrm>
            <a:off x="7202316" y="3086609"/>
            <a:ext cx="2086201" cy="1713290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…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346B25-174B-47AA-38A3-90F41F3D68D8}"/>
              </a:ext>
            </a:extLst>
          </p:cNvPr>
          <p:cNvSpPr txBox="1"/>
          <p:nvPr/>
        </p:nvSpPr>
        <p:spPr>
          <a:xfrm>
            <a:off x="467806" y="1915669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Phase 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3FD1C5-33D6-7729-71CF-80A00ED1AC0E}"/>
              </a:ext>
            </a:extLst>
          </p:cNvPr>
          <p:cNvSpPr txBox="1"/>
          <p:nvPr/>
        </p:nvSpPr>
        <p:spPr>
          <a:xfrm>
            <a:off x="2763458" y="1915669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A9B87F-D59E-E6EC-0B87-53C15B352473}"/>
              </a:ext>
            </a:extLst>
          </p:cNvPr>
          <p:cNvSpPr txBox="1"/>
          <p:nvPr/>
        </p:nvSpPr>
        <p:spPr>
          <a:xfrm>
            <a:off x="7202316" y="1915669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82553D-0DFD-A732-7B68-6C6C129112EE}"/>
              </a:ext>
            </a:extLst>
          </p:cNvPr>
          <p:cNvSpPr txBox="1"/>
          <p:nvPr/>
        </p:nvSpPr>
        <p:spPr>
          <a:xfrm>
            <a:off x="9421744" y="1915669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5</a:t>
            </a:r>
          </a:p>
        </p:txBody>
      </p:sp>
      <p:sp>
        <p:nvSpPr>
          <p:cNvPr id="31" name="Chevron 14">
            <a:extLst>
              <a:ext uri="{FF2B5EF4-FFF2-40B4-BE49-F238E27FC236}">
                <a16:creationId xmlns:a16="http://schemas.microsoft.com/office/drawing/2014/main" id="{B9C5049E-F03D-32F7-9C0F-3C150C9F0E76}"/>
              </a:ext>
            </a:extLst>
          </p:cNvPr>
          <p:cNvSpPr/>
          <p:nvPr/>
        </p:nvSpPr>
        <p:spPr bwMode="auto">
          <a:xfrm>
            <a:off x="4982887" y="2287724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400" b="1" dirty="0">
                <a:solidFill>
                  <a:schemeClr val="bg1"/>
                </a:solidFill>
                <a:cs typeface="Times New Roman" pitchFamily="18" charset="0"/>
              </a:rPr>
              <a:t>[Insert phase name]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D3654B-8EB7-5DC6-D9B1-0D9A9B3D5B8D}"/>
              </a:ext>
            </a:extLst>
          </p:cNvPr>
          <p:cNvSpPr/>
          <p:nvPr/>
        </p:nvSpPr>
        <p:spPr>
          <a:xfrm>
            <a:off x="4982887" y="3086609"/>
            <a:ext cx="2086201" cy="1713290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[Insert key activity]</a:t>
            </a:r>
            <a:endParaRPr lang="en-US" sz="1200" dirty="0"/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GB" sz="1200" dirty="0"/>
              <a:t>…</a:t>
            </a:r>
            <a:endParaRPr lang="en-US" sz="1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74B00B-7AE9-9E9A-8F9C-96174EB6E937}"/>
              </a:ext>
            </a:extLst>
          </p:cNvPr>
          <p:cNvSpPr txBox="1"/>
          <p:nvPr/>
        </p:nvSpPr>
        <p:spPr>
          <a:xfrm>
            <a:off x="4929061" y="1915669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3</a:t>
            </a:r>
          </a:p>
        </p:txBody>
      </p:sp>
      <p:sp>
        <p:nvSpPr>
          <p:cNvPr id="5" name="Google Shape;507;p14">
            <a:extLst>
              <a:ext uri="{FF2B5EF4-FFF2-40B4-BE49-F238E27FC236}">
                <a16:creationId xmlns:a16="http://schemas.microsoft.com/office/drawing/2014/main" id="{E267BE38-A031-931A-3DED-69C74A40165C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6" name="Google Shape;538;p14">
            <a:extLst>
              <a:ext uri="{FF2B5EF4-FFF2-40B4-BE49-F238E27FC236}">
                <a16:creationId xmlns:a16="http://schemas.microsoft.com/office/drawing/2014/main" id="{6258F9C9-D8BA-ECE4-6EC5-ABB131D7CE57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618203365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54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