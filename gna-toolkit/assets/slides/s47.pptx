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300" r:id="rId5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51" Type="http://schemas.openxmlformats.org/officeDocument/2006/relationships/slide" Target="slides/slide47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406326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[Challenges and solutions summary / Insert action title]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6" y="1712167"/>
            <a:ext cx="5211581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Challenges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425189" y="1712167"/>
            <a:ext cx="5212080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Solutions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432326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83771" y="222316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key challenge]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6425189" y="222316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main solution points]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4691991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5907124" y="266460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5907124" y="3924273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5907124" y="518393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B32DE-8843-4C5B-2258-30F274D9F519}"/>
              </a:ext>
            </a:extLst>
          </p:cNvPr>
          <p:cNvSpPr txBox="1"/>
          <p:nvPr/>
        </p:nvSpPr>
        <p:spPr>
          <a:xfrm>
            <a:off x="783771" y="3482825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key challenge]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F8040-34B2-326E-E8C5-FBA409B772BF}"/>
              </a:ext>
            </a:extLst>
          </p:cNvPr>
          <p:cNvSpPr txBox="1"/>
          <p:nvPr/>
        </p:nvSpPr>
        <p:spPr>
          <a:xfrm>
            <a:off x="6425189" y="3482825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main solution points]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59BC3-5E2A-FB90-ED0D-A5285D1F8487}"/>
              </a:ext>
            </a:extLst>
          </p:cNvPr>
          <p:cNvSpPr txBox="1"/>
          <p:nvPr/>
        </p:nvSpPr>
        <p:spPr>
          <a:xfrm>
            <a:off x="783771" y="474249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key challenge]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22DAD-9FF7-459F-7A3A-C853F0360EB9}"/>
              </a:ext>
            </a:extLst>
          </p:cNvPr>
          <p:cNvSpPr txBox="1"/>
          <p:nvPr/>
        </p:nvSpPr>
        <p:spPr>
          <a:xfrm>
            <a:off x="6425189" y="474249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600" dirty="0">
                <a:latin typeface="+mn-lt"/>
              </a:rPr>
              <a:t>[Insert description of main solution points]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CF8556-BDDF-B26E-50BB-A581EC8C1899}"/>
              </a:ext>
            </a:extLst>
          </p:cNvPr>
          <p:cNvSpPr/>
          <p:nvPr/>
        </p:nvSpPr>
        <p:spPr>
          <a:xfrm>
            <a:off x="554736" y="2573039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DAB2F34-D6F9-46A6-99FB-B98FC4B9E902}"/>
              </a:ext>
            </a:extLst>
          </p:cNvPr>
          <p:cNvSpPr/>
          <p:nvPr/>
        </p:nvSpPr>
        <p:spPr>
          <a:xfrm>
            <a:off x="554736" y="3833131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7E8FD92-10D9-6962-8BED-8DA0405C67F4}"/>
              </a:ext>
            </a:extLst>
          </p:cNvPr>
          <p:cNvSpPr/>
          <p:nvPr/>
        </p:nvSpPr>
        <p:spPr>
          <a:xfrm>
            <a:off x="554736" y="5093223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2E02E9-0128-A435-CB52-9ED2FBAF4744}"/>
              </a:ext>
            </a:extLst>
          </p:cNvPr>
          <p:cNvCxnSpPr>
            <a:cxnSpLocks/>
          </p:cNvCxnSpPr>
          <p:nvPr/>
        </p:nvCxnSpPr>
        <p:spPr>
          <a:xfrm>
            <a:off x="554736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6AF357-1B43-02FC-3D91-BF23C0C7963D}"/>
              </a:ext>
            </a:extLst>
          </p:cNvPr>
          <p:cNvCxnSpPr>
            <a:cxnSpLocks/>
          </p:cNvCxnSpPr>
          <p:nvPr/>
        </p:nvCxnSpPr>
        <p:spPr>
          <a:xfrm>
            <a:off x="6425688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391277927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