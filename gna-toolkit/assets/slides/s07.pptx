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0" r:id="rId1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9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Content 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01" name="Isosceles Triangle 400">
            <a:extLst>
              <a:ext uri="{FF2B5EF4-FFF2-40B4-BE49-F238E27FC236}">
                <a16:creationId xmlns:a16="http://schemas.microsoft.com/office/drawing/2014/main" id="{8BBA615D-5B1D-7157-DD03-BDA4D423F88A}"/>
              </a:ext>
            </a:extLst>
          </p:cNvPr>
          <p:cNvSpPr/>
          <p:nvPr/>
        </p:nvSpPr>
        <p:spPr>
          <a:xfrm rot="5400000">
            <a:off x="5623440" y="6246213"/>
            <a:ext cx="343568" cy="182880"/>
          </a:xfrm>
          <a:prstGeom prst="triangle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>
              <a:lnSpc>
                <a:spcPct val="93000"/>
              </a:lnSpc>
            </a:pPr>
            <a:endParaRPr lang="en-GB" sz="800" noProof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3808D2-0D32-C072-840A-40BDAE62C080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1859365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869E2E-555F-ED6A-DF4A-A94870B6A65D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3778386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F63F00-C93C-1264-0450-04E26379D61D}"/>
              </a:ext>
            </a:extLst>
          </p:cNvPr>
          <p:cNvCxnSpPr>
            <a:cxnSpLocks/>
            <a:stCxn id="26" idx="6"/>
            <a:endCxn id="12" idx="2"/>
          </p:cNvCxnSpPr>
          <p:nvPr/>
        </p:nvCxnSpPr>
        <p:spPr>
          <a:xfrm>
            <a:off x="5697407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4D15EC-80CE-3E59-6ECF-4C3B381A518C}"/>
              </a:ext>
            </a:extLst>
          </p:cNvPr>
          <p:cNvCxnSpPr>
            <a:cxnSpLocks/>
            <a:stCxn id="12" idx="6"/>
            <a:endCxn id="48" idx="2"/>
          </p:cNvCxnSpPr>
          <p:nvPr/>
        </p:nvCxnSpPr>
        <p:spPr>
          <a:xfrm>
            <a:off x="7616428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92361B-3F1F-BEF8-C8B0-813846CDE7FE}"/>
              </a:ext>
            </a:extLst>
          </p:cNvPr>
          <p:cNvCxnSpPr>
            <a:cxnSpLocks/>
            <a:stCxn id="48" idx="6"/>
            <a:endCxn id="52" idx="2"/>
          </p:cNvCxnSpPr>
          <p:nvPr/>
        </p:nvCxnSpPr>
        <p:spPr>
          <a:xfrm>
            <a:off x="9535449" y="3231299"/>
            <a:ext cx="797186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B8FA621-CB68-54FD-41F9-297EF4AE41D1}"/>
              </a:ext>
            </a:extLst>
          </p:cNvPr>
          <p:cNvSpPr/>
          <p:nvPr/>
        </p:nvSpPr>
        <p:spPr>
          <a:xfrm>
            <a:off x="737531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9D5D0-5D2F-FE7C-A11E-A8F85AEE101F}"/>
              </a:ext>
            </a:extLst>
          </p:cNvPr>
          <p:cNvSpPr txBox="1"/>
          <p:nvPr/>
        </p:nvSpPr>
        <p:spPr>
          <a:xfrm>
            <a:off x="554736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89A74957-6A82-6B8B-8E38-613B9B79A351}"/>
              </a:ext>
            </a:extLst>
          </p:cNvPr>
          <p:cNvSpPr txBox="1">
            <a:spLocks/>
          </p:cNvSpPr>
          <p:nvPr/>
        </p:nvSpPr>
        <p:spPr>
          <a:xfrm>
            <a:off x="554736" y="4408410"/>
            <a:ext cx="1487424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06210A74-E96E-C6D8-7FC4-996260A9735A}"/>
              </a:ext>
            </a:extLst>
          </p:cNvPr>
          <p:cNvSpPr txBox="1">
            <a:spLocks/>
          </p:cNvSpPr>
          <p:nvPr/>
        </p:nvSpPr>
        <p:spPr>
          <a:xfrm>
            <a:off x="1013114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BE7D50-DE3B-D135-25BF-D4FEE20FE8BD}"/>
              </a:ext>
            </a:extLst>
          </p:cNvPr>
          <p:cNvSpPr/>
          <p:nvPr/>
        </p:nvSpPr>
        <p:spPr>
          <a:xfrm>
            <a:off x="2656552" y="2670382"/>
            <a:ext cx="1121834" cy="11218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9BBC9-768F-08F2-903A-80DA4FE6668E}"/>
              </a:ext>
            </a:extLst>
          </p:cNvPr>
          <p:cNvSpPr txBox="1"/>
          <p:nvPr/>
        </p:nvSpPr>
        <p:spPr>
          <a:xfrm>
            <a:off x="2473757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D10CD1E-0DD5-E06C-A604-B8967C396F59}"/>
              </a:ext>
            </a:extLst>
          </p:cNvPr>
          <p:cNvSpPr txBox="1">
            <a:spLocks/>
          </p:cNvSpPr>
          <p:nvPr/>
        </p:nvSpPr>
        <p:spPr>
          <a:xfrm>
            <a:off x="2473757" y="4408410"/>
            <a:ext cx="1487423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73B4065-CB1D-6AE6-0F13-53CCF35EE219}"/>
              </a:ext>
            </a:extLst>
          </p:cNvPr>
          <p:cNvSpPr txBox="1">
            <a:spLocks/>
          </p:cNvSpPr>
          <p:nvPr/>
        </p:nvSpPr>
        <p:spPr>
          <a:xfrm>
            <a:off x="2932135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74D0EA-2F8E-B204-518F-4C327A9CE4AA}"/>
              </a:ext>
            </a:extLst>
          </p:cNvPr>
          <p:cNvSpPr/>
          <p:nvPr/>
        </p:nvSpPr>
        <p:spPr>
          <a:xfrm>
            <a:off x="4575573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CBDE07-37F5-BFBB-CD29-F8C662FA3D7C}"/>
              </a:ext>
            </a:extLst>
          </p:cNvPr>
          <p:cNvSpPr txBox="1"/>
          <p:nvPr/>
        </p:nvSpPr>
        <p:spPr>
          <a:xfrm>
            <a:off x="4392778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144E5CC9-3C79-A3BD-9294-E0AEBFA8068C}"/>
              </a:ext>
            </a:extLst>
          </p:cNvPr>
          <p:cNvSpPr txBox="1">
            <a:spLocks/>
          </p:cNvSpPr>
          <p:nvPr/>
        </p:nvSpPr>
        <p:spPr>
          <a:xfrm>
            <a:off x="4392777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D34A5626-4FF9-DBF6-B2F4-4FB185A88C43}"/>
              </a:ext>
            </a:extLst>
          </p:cNvPr>
          <p:cNvSpPr txBox="1">
            <a:spLocks/>
          </p:cNvSpPr>
          <p:nvPr/>
        </p:nvSpPr>
        <p:spPr>
          <a:xfrm>
            <a:off x="4851156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F15D48-3C5A-A191-9F07-C0043474117C}"/>
              </a:ext>
            </a:extLst>
          </p:cNvPr>
          <p:cNvSpPr/>
          <p:nvPr/>
        </p:nvSpPr>
        <p:spPr>
          <a:xfrm>
            <a:off x="6494594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7EE728-C6A3-DEBC-480A-9196C9A0B46E}"/>
              </a:ext>
            </a:extLst>
          </p:cNvPr>
          <p:cNvSpPr txBox="1"/>
          <p:nvPr/>
        </p:nvSpPr>
        <p:spPr>
          <a:xfrm>
            <a:off x="6311799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227937CB-B23F-38DC-3096-25F5AF079FA9}"/>
              </a:ext>
            </a:extLst>
          </p:cNvPr>
          <p:cNvSpPr txBox="1">
            <a:spLocks/>
          </p:cNvSpPr>
          <p:nvPr/>
        </p:nvSpPr>
        <p:spPr>
          <a:xfrm>
            <a:off x="6311799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C90C118E-A422-E136-3DAD-A9DA81B5B36A}"/>
              </a:ext>
            </a:extLst>
          </p:cNvPr>
          <p:cNvSpPr txBox="1">
            <a:spLocks/>
          </p:cNvSpPr>
          <p:nvPr/>
        </p:nvSpPr>
        <p:spPr>
          <a:xfrm>
            <a:off x="6770177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3362557-02DD-D662-2B4E-228F4FAA4CDA}"/>
              </a:ext>
            </a:extLst>
          </p:cNvPr>
          <p:cNvSpPr/>
          <p:nvPr/>
        </p:nvSpPr>
        <p:spPr>
          <a:xfrm>
            <a:off x="8413615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12007-4949-7377-44E9-AE398E419048}"/>
              </a:ext>
            </a:extLst>
          </p:cNvPr>
          <p:cNvSpPr txBox="1"/>
          <p:nvPr/>
        </p:nvSpPr>
        <p:spPr>
          <a:xfrm>
            <a:off x="8230820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5EAF5AC-D01C-8798-203F-38D4CACDDD0C}"/>
              </a:ext>
            </a:extLst>
          </p:cNvPr>
          <p:cNvSpPr txBox="1">
            <a:spLocks/>
          </p:cNvSpPr>
          <p:nvPr/>
        </p:nvSpPr>
        <p:spPr>
          <a:xfrm>
            <a:off x="8230821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E40E029B-1B4B-2900-5FEF-0FCDD43468C0}"/>
              </a:ext>
            </a:extLst>
          </p:cNvPr>
          <p:cNvSpPr txBox="1">
            <a:spLocks/>
          </p:cNvSpPr>
          <p:nvPr/>
        </p:nvSpPr>
        <p:spPr>
          <a:xfrm>
            <a:off x="8689198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0C517D8-FBEF-8629-564C-C607BC00E10E}"/>
              </a:ext>
            </a:extLst>
          </p:cNvPr>
          <p:cNvSpPr/>
          <p:nvPr/>
        </p:nvSpPr>
        <p:spPr>
          <a:xfrm>
            <a:off x="10332635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62C4F0-8E5A-C50B-8266-18A07007501E}"/>
              </a:ext>
            </a:extLst>
          </p:cNvPr>
          <p:cNvSpPr txBox="1"/>
          <p:nvPr/>
        </p:nvSpPr>
        <p:spPr>
          <a:xfrm>
            <a:off x="10149840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FCD42068-053D-F578-815E-15C69E10AE68}"/>
              </a:ext>
            </a:extLst>
          </p:cNvPr>
          <p:cNvSpPr txBox="1">
            <a:spLocks/>
          </p:cNvSpPr>
          <p:nvPr/>
        </p:nvSpPr>
        <p:spPr>
          <a:xfrm>
            <a:off x="10149841" y="4408410"/>
            <a:ext cx="1487422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53956A69-B50F-B4B7-6633-91DFAD13258C}"/>
              </a:ext>
            </a:extLst>
          </p:cNvPr>
          <p:cNvSpPr txBox="1">
            <a:spLocks/>
          </p:cNvSpPr>
          <p:nvPr/>
        </p:nvSpPr>
        <p:spPr>
          <a:xfrm>
            <a:off x="10608218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06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53711758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