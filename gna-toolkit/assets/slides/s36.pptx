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1199" r:id="rId40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40" Type="http://schemas.openxmlformats.org/officeDocument/2006/relationships/slide" Target="slides/slide36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1.xml"/></Relationships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6DA45-D881-2D26-C5CA-684D9692E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[Option evaluation slide / Insert action title]</a:t>
            </a:r>
            <a:endParaRPr lang="en-US" dirty="0"/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F050D927-E4D0-ECAF-8DE6-698FF4FDB29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1F4F73-94C8-0E8E-6F17-A738CF53141A}"/>
              </a:ext>
            </a:extLst>
          </p:cNvPr>
          <p:cNvSpPr/>
          <p:nvPr/>
        </p:nvSpPr>
        <p:spPr>
          <a:xfrm>
            <a:off x="554736" y="1569854"/>
            <a:ext cx="1586298" cy="542807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Option for [insert]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B0AD50-CFCC-002F-2007-296FFDDE9912}"/>
              </a:ext>
            </a:extLst>
          </p:cNvPr>
          <p:cNvSpPr/>
          <p:nvPr/>
        </p:nvSpPr>
        <p:spPr>
          <a:xfrm>
            <a:off x="554736" y="2184017"/>
            <a:ext cx="1586298" cy="1026341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Pros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20E0FF-94C5-8FC6-E2DD-97632D930AA8}"/>
              </a:ext>
            </a:extLst>
          </p:cNvPr>
          <p:cNvSpPr/>
          <p:nvPr/>
        </p:nvSpPr>
        <p:spPr>
          <a:xfrm>
            <a:off x="554736" y="3281714"/>
            <a:ext cx="1586298" cy="1026341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Cons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7230F1-57DC-00BF-F301-AC2925D551B2}"/>
              </a:ext>
            </a:extLst>
          </p:cNvPr>
          <p:cNvSpPr/>
          <p:nvPr/>
        </p:nvSpPr>
        <p:spPr>
          <a:xfrm>
            <a:off x="554736" y="4379411"/>
            <a:ext cx="1586298" cy="438007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[Parameter 1]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051DEA-8883-9A7F-F953-AE88A0CA0F30}"/>
              </a:ext>
            </a:extLst>
          </p:cNvPr>
          <p:cNvSpPr/>
          <p:nvPr/>
        </p:nvSpPr>
        <p:spPr>
          <a:xfrm>
            <a:off x="554736" y="4888774"/>
            <a:ext cx="1586298" cy="438007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[Parameter 2]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9891D7-7155-CF5B-2DDA-DCB9BFC9C57E}"/>
              </a:ext>
            </a:extLst>
          </p:cNvPr>
          <p:cNvSpPr/>
          <p:nvPr/>
        </p:nvSpPr>
        <p:spPr>
          <a:xfrm>
            <a:off x="554736" y="5400717"/>
            <a:ext cx="1586298" cy="438007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[Parameter 3]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343C23-02B9-2E3F-4488-721FB5F9571C}"/>
              </a:ext>
            </a:extLst>
          </p:cNvPr>
          <p:cNvSpPr/>
          <p:nvPr/>
        </p:nvSpPr>
        <p:spPr>
          <a:xfrm>
            <a:off x="554736" y="5907496"/>
            <a:ext cx="1586298" cy="438007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[Parameter 4]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41E6E7F-0938-F998-CABD-6B5E59C7F5E5}"/>
              </a:ext>
            </a:extLst>
          </p:cNvPr>
          <p:cNvCxnSpPr>
            <a:cxnSpLocks/>
          </p:cNvCxnSpPr>
          <p:nvPr/>
        </p:nvCxnSpPr>
        <p:spPr>
          <a:xfrm>
            <a:off x="554736" y="2148339"/>
            <a:ext cx="11082528" cy="0"/>
          </a:xfrm>
          <a:prstGeom prst="line">
            <a:avLst/>
          </a:prstGeom>
          <a:ln w="6350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FA2B576-A241-B845-9D39-01D866A36D60}"/>
              </a:ext>
            </a:extLst>
          </p:cNvPr>
          <p:cNvCxnSpPr>
            <a:cxnSpLocks/>
          </p:cNvCxnSpPr>
          <p:nvPr/>
        </p:nvCxnSpPr>
        <p:spPr>
          <a:xfrm>
            <a:off x="554736" y="3246036"/>
            <a:ext cx="11082528" cy="0"/>
          </a:xfrm>
          <a:prstGeom prst="line">
            <a:avLst/>
          </a:prstGeom>
          <a:ln w="6350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0831BA9-0FBA-2EEE-3B3C-BF8235BCF734}"/>
              </a:ext>
            </a:extLst>
          </p:cNvPr>
          <p:cNvCxnSpPr>
            <a:cxnSpLocks/>
          </p:cNvCxnSpPr>
          <p:nvPr/>
        </p:nvCxnSpPr>
        <p:spPr>
          <a:xfrm>
            <a:off x="554736" y="4343733"/>
            <a:ext cx="11082528" cy="0"/>
          </a:xfrm>
          <a:prstGeom prst="line">
            <a:avLst/>
          </a:prstGeom>
          <a:ln w="6350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48F4142-E695-A525-2922-9C62990C6FB7}"/>
              </a:ext>
            </a:extLst>
          </p:cNvPr>
          <p:cNvCxnSpPr>
            <a:cxnSpLocks/>
          </p:cNvCxnSpPr>
          <p:nvPr/>
        </p:nvCxnSpPr>
        <p:spPr>
          <a:xfrm>
            <a:off x="554736" y="4853096"/>
            <a:ext cx="11082528" cy="0"/>
          </a:xfrm>
          <a:prstGeom prst="line">
            <a:avLst/>
          </a:prstGeom>
          <a:ln w="6350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A2F3DBF-7616-4E28-6D31-27F39EA739A3}"/>
              </a:ext>
            </a:extLst>
          </p:cNvPr>
          <p:cNvCxnSpPr>
            <a:cxnSpLocks/>
          </p:cNvCxnSpPr>
          <p:nvPr/>
        </p:nvCxnSpPr>
        <p:spPr>
          <a:xfrm>
            <a:off x="554736" y="5362459"/>
            <a:ext cx="11082528" cy="0"/>
          </a:xfrm>
          <a:prstGeom prst="line">
            <a:avLst/>
          </a:prstGeom>
          <a:ln w="6350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85B3CAA-FA2A-67FE-B901-B95EF99F63E6}"/>
              </a:ext>
            </a:extLst>
          </p:cNvPr>
          <p:cNvCxnSpPr>
            <a:cxnSpLocks/>
          </p:cNvCxnSpPr>
          <p:nvPr/>
        </p:nvCxnSpPr>
        <p:spPr>
          <a:xfrm>
            <a:off x="554736" y="5871822"/>
            <a:ext cx="11082528" cy="0"/>
          </a:xfrm>
          <a:prstGeom prst="line">
            <a:avLst/>
          </a:prstGeom>
          <a:ln w="6350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27C92CC-C6B8-F523-1D6F-D74335C02643}"/>
              </a:ext>
            </a:extLst>
          </p:cNvPr>
          <p:cNvSpPr>
            <a:spLocks noChangeAspect="1"/>
          </p:cNvSpPr>
          <p:nvPr/>
        </p:nvSpPr>
        <p:spPr>
          <a:xfrm>
            <a:off x="2946230" y="5436840"/>
            <a:ext cx="369083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Pie 19">
            <a:extLst>
              <a:ext uri="{FF2B5EF4-FFF2-40B4-BE49-F238E27FC236}">
                <a16:creationId xmlns:a16="http://schemas.microsoft.com/office/drawing/2014/main" id="{80FB6D99-AE98-50A6-C6F3-05C0931A6C25}"/>
              </a:ext>
            </a:extLst>
          </p:cNvPr>
          <p:cNvSpPr>
            <a:spLocks noChangeAspect="1"/>
          </p:cNvSpPr>
          <p:nvPr/>
        </p:nvSpPr>
        <p:spPr>
          <a:xfrm>
            <a:off x="2946230" y="5436840"/>
            <a:ext cx="365760" cy="365760"/>
          </a:xfrm>
          <a:prstGeom prst="pie">
            <a:avLst>
              <a:gd name="adj1" fmla="val 5449099"/>
              <a:gd name="adj2" fmla="val 16200000"/>
            </a:avLst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8C0C3A9-29FF-834F-2459-B265CD1D3521}"/>
              </a:ext>
            </a:extLst>
          </p:cNvPr>
          <p:cNvSpPr>
            <a:spLocks noChangeAspect="1"/>
          </p:cNvSpPr>
          <p:nvPr/>
        </p:nvSpPr>
        <p:spPr>
          <a:xfrm>
            <a:off x="4841390" y="5436840"/>
            <a:ext cx="369083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D6A2BC3-C871-F706-6087-BDCBA7160A79}"/>
              </a:ext>
            </a:extLst>
          </p:cNvPr>
          <p:cNvSpPr>
            <a:spLocks noChangeAspect="1"/>
          </p:cNvSpPr>
          <p:nvPr/>
        </p:nvSpPr>
        <p:spPr>
          <a:xfrm>
            <a:off x="6736550" y="5436840"/>
            <a:ext cx="369083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0FCDC98-E2A7-FA1E-AF70-E6DCD3A9EC61}"/>
              </a:ext>
            </a:extLst>
          </p:cNvPr>
          <p:cNvSpPr>
            <a:spLocks noChangeAspect="1"/>
          </p:cNvSpPr>
          <p:nvPr/>
        </p:nvSpPr>
        <p:spPr>
          <a:xfrm>
            <a:off x="8631710" y="5436840"/>
            <a:ext cx="369083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7339401-E021-EA10-19DC-95F8CD41A7FF}"/>
              </a:ext>
            </a:extLst>
          </p:cNvPr>
          <p:cNvSpPr>
            <a:spLocks noChangeAspect="1"/>
          </p:cNvSpPr>
          <p:nvPr/>
        </p:nvSpPr>
        <p:spPr>
          <a:xfrm>
            <a:off x="10526870" y="5436840"/>
            <a:ext cx="369083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Pie 25">
            <a:extLst>
              <a:ext uri="{FF2B5EF4-FFF2-40B4-BE49-F238E27FC236}">
                <a16:creationId xmlns:a16="http://schemas.microsoft.com/office/drawing/2014/main" id="{11609BCF-56E7-DBC2-E3B8-A4697EF31D3B}"/>
              </a:ext>
            </a:extLst>
          </p:cNvPr>
          <p:cNvSpPr>
            <a:spLocks noChangeAspect="1"/>
          </p:cNvSpPr>
          <p:nvPr/>
        </p:nvSpPr>
        <p:spPr>
          <a:xfrm>
            <a:off x="4841390" y="5436840"/>
            <a:ext cx="365760" cy="365760"/>
          </a:xfrm>
          <a:prstGeom prst="pie">
            <a:avLst/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8" name="Pie 27">
            <a:extLst>
              <a:ext uri="{FF2B5EF4-FFF2-40B4-BE49-F238E27FC236}">
                <a16:creationId xmlns:a16="http://schemas.microsoft.com/office/drawing/2014/main" id="{66A5499D-7CF1-D69D-4761-BD2E7988C7A6}"/>
              </a:ext>
            </a:extLst>
          </p:cNvPr>
          <p:cNvSpPr>
            <a:spLocks noChangeAspect="1"/>
          </p:cNvSpPr>
          <p:nvPr/>
        </p:nvSpPr>
        <p:spPr>
          <a:xfrm>
            <a:off x="8631710" y="5436840"/>
            <a:ext cx="365760" cy="365760"/>
          </a:xfrm>
          <a:prstGeom prst="pie">
            <a:avLst/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4BAC4CF-FB07-FCA2-1BBE-3B173EC58B7A}"/>
              </a:ext>
            </a:extLst>
          </p:cNvPr>
          <p:cNvSpPr/>
          <p:nvPr/>
        </p:nvSpPr>
        <p:spPr>
          <a:xfrm>
            <a:off x="2204918" y="1302020"/>
            <a:ext cx="1851706" cy="257463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[Option 1]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D70273D-5F3D-0471-50C5-16E172C0959B}"/>
              </a:ext>
            </a:extLst>
          </p:cNvPr>
          <p:cNvCxnSpPr>
            <a:cxnSpLocks/>
          </p:cNvCxnSpPr>
          <p:nvPr/>
        </p:nvCxnSpPr>
        <p:spPr>
          <a:xfrm>
            <a:off x="2204918" y="1559483"/>
            <a:ext cx="185623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5BBD86D4-896E-F46F-23E0-747C96A74E20}"/>
              </a:ext>
            </a:extLst>
          </p:cNvPr>
          <p:cNvSpPr/>
          <p:nvPr/>
        </p:nvSpPr>
        <p:spPr>
          <a:xfrm>
            <a:off x="9785558" y="1302020"/>
            <a:ext cx="1851706" cy="257463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[Option 5]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D159250-7842-F634-6C81-D5A7E9A20D12}"/>
              </a:ext>
            </a:extLst>
          </p:cNvPr>
          <p:cNvCxnSpPr>
            <a:cxnSpLocks/>
          </p:cNvCxnSpPr>
          <p:nvPr/>
        </p:nvCxnSpPr>
        <p:spPr>
          <a:xfrm>
            <a:off x="9781033" y="1559483"/>
            <a:ext cx="185623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7D8FAE1A-DBE2-28C6-5BF0-F84D31372855}"/>
              </a:ext>
            </a:extLst>
          </p:cNvPr>
          <p:cNvSpPr>
            <a:spLocks noChangeAspect="1"/>
          </p:cNvSpPr>
          <p:nvPr/>
        </p:nvSpPr>
        <p:spPr>
          <a:xfrm>
            <a:off x="2946230" y="4924897"/>
            <a:ext cx="369083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1" name="Pie 40">
            <a:extLst>
              <a:ext uri="{FF2B5EF4-FFF2-40B4-BE49-F238E27FC236}">
                <a16:creationId xmlns:a16="http://schemas.microsoft.com/office/drawing/2014/main" id="{8D78767C-C4EC-2BDE-9869-D2694B46223A}"/>
              </a:ext>
            </a:extLst>
          </p:cNvPr>
          <p:cNvSpPr>
            <a:spLocks noChangeAspect="1"/>
          </p:cNvSpPr>
          <p:nvPr/>
        </p:nvSpPr>
        <p:spPr>
          <a:xfrm>
            <a:off x="2946230" y="4924897"/>
            <a:ext cx="365760" cy="365760"/>
          </a:xfrm>
          <a:prstGeom prst="pie">
            <a:avLst>
              <a:gd name="adj1" fmla="val 10753203"/>
              <a:gd name="adj2" fmla="val 16200000"/>
            </a:avLst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45C343B-3CF4-6E7F-7B6E-E7EEA9FEC055}"/>
              </a:ext>
            </a:extLst>
          </p:cNvPr>
          <p:cNvSpPr>
            <a:spLocks noChangeAspect="1"/>
          </p:cNvSpPr>
          <p:nvPr/>
        </p:nvSpPr>
        <p:spPr>
          <a:xfrm>
            <a:off x="4841390" y="4924897"/>
            <a:ext cx="369083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BABFDA5-10CF-034A-38B9-59612DFACECE}"/>
              </a:ext>
            </a:extLst>
          </p:cNvPr>
          <p:cNvSpPr>
            <a:spLocks noChangeAspect="1"/>
          </p:cNvSpPr>
          <p:nvPr/>
        </p:nvSpPr>
        <p:spPr>
          <a:xfrm>
            <a:off x="6736550" y="4924897"/>
            <a:ext cx="369083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B857EEA-468E-56C9-E2E9-E9420E46DE89}"/>
              </a:ext>
            </a:extLst>
          </p:cNvPr>
          <p:cNvSpPr>
            <a:spLocks noChangeAspect="1"/>
          </p:cNvSpPr>
          <p:nvPr/>
        </p:nvSpPr>
        <p:spPr>
          <a:xfrm>
            <a:off x="8631710" y="4924897"/>
            <a:ext cx="369083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D53D546-F2E1-93AB-BF82-88FE607D88F3}"/>
              </a:ext>
            </a:extLst>
          </p:cNvPr>
          <p:cNvSpPr>
            <a:spLocks noChangeAspect="1"/>
          </p:cNvSpPr>
          <p:nvPr/>
        </p:nvSpPr>
        <p:spPr>
          <a:xfrm>
            <a:off x="10526870" y="4924897"/>
            <a:ext cx="369083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6" name="Pie 45">
            <a:extLst>
              <a:ext uri="{FF2B5EF4-FFF2-40B4-BE49-F238E27FC236}">
                <a16:creationId xmlns:a16="http://schemas.microsoft.com/office/drawing/2014/main" id="{C1750B5D-0488-DE44-A791-054C4BFE99F7}"/>
              </a:ext>
            </a:extLst>
          </p:cNvPr>
          <p:cNvSpPr>
            <a:spLocks noChangeAspect="1"/>
          </p:cNvSpPr>
          <p:nvPr/>
        </p:nvSpPr>
        <p:spPr>
          <a:xfrm>
            <a:off x="4841390" y="4924897"/>
            <a:ext cx="365760" cy="365760"/>
          </a:xfrm>
          <a:prstGeom prst="pie">
            <a:avLst>
              <a:gd name="adj1" fmla="val 5337496"/>
              <a:gd name="adj2" fmla="val 16200000"/>
            </a:avLst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8" name="Pie 47">
            <a:extLst>
              <a:ext uri="{FF2B5EF4-FFF2-40B4-BE49-F238E27FC236}">
                <a16:creationId xmlns:a16="http://schemas.microsoft.com/office/drawing/2014/main" id="{057C126B-AD4E-A763-E810-187D85BE52B9}"/>
              </a:ext>
            </a:extLst>
          </p:cNvPr>
          <p:cNvSpPr>
            <a:spLocks noChangeAspect="1"/>
          </p:cNvSpPr>
          <p:nvPr/>
        </p:nvSpPr>
        <p:spPr>
          <a:xfrm>
            <a:off x="8631710" y="4924897"/>
            <a:ext cx="365760" cy="365760"/>
          </a:xfrm>
          <a:prstGeom prst="pie">
            <a:avLst/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9" name="Pie 48">
            <a:extLst>
              <a:ext uri="{FF2B5EF4-FFF2-40B4-BE49-F238E27FC236}">
                <a16:creationId xmlns:a16="http://schemas.microsoft.com/office/drawing/2014/main" id="{93B2F786-104B-A90C-019F-7CE1E6CE1B10}"/>
              </a:ext>
            </a:extLst>
          </p:cNvPr>
          <p:cNvSpPr>
            <a:spLocks noChangeAspect="1"/>
          </p:cNvSpPr>
          <p:nvPr/>
        </p:nvSpPr>
        <p:spPr>
          <a:xfrm>
            <a:off x="10526870" y="4924897"/>
            <a:ext cx="365760" cy="365760"/>
          </a:xfrm>
          <a:prstGeom prst="pie">
            <a:avLst/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976AAFD-14D4-1BD4-F71F-49C443FDF400}"/>
              </a:ext>
            </a:extLst>
          </p:cNvPr>
          <p:cNvSpPr>
            <a:spLocks noChangeAspect="1"/>
          </p:cNvSpPr>
          <p:nvPr/>
        </p:nvSpPr>
        <p:spPr>
          <a:xfrm>
            <a:off x="2946230" y="4415534"/>
            <a:ext cx="369083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1" name="Pie 50">
            <a:extLst>
              <a:ext uri="{FF2B5EF4-FFF2-40B4-BE49-F238E27FC236}">
                <a16:creationId xmlns:a16="http://schemas.microsoft.com/office/drawing/2014/main" id="{F1A2E315-4983-FEDC-5E13-AB9DF99590DA}"/>
              </a:ext>
            </a:extLst>
          </p:cNvPr>
          <p:cNvSpPr>
            <a:spLocks noChangeAspect="1"/>
          </p:cNvSpPr>
          <p:nvPr/>
        </p:nvSpPr>
        <p:spPr>
          <a:xfrm>
            <a:off x="2946230" y="4415534"/>
            <a:ext cx="365760" cy="365760"/>
          </a:xfrm>
          <a:prstGeom prst="pie">
            <a:avLst>
              <a:gd name="adj1" fmla="val 10818979"/>
              <a:gd name="adj2" fmla="val 16200000"/>
            </a:avLst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AA89181-1AB1-D0F5-47C3-B3EB845B877D}"/>
              </a:ext>
            </a:extLst>
          </p:cNvPr>
          <p:cNvSpPr>
            <a:spLocks noChangeAspect="1"/>
          </p:cNvSpPr>
          <p:nvPr/>
        </p:nvSpPr>
        <p:spPr>
          <a:xfrm>
            <a:off x="4841390" y="4415534"/>
            <a:ext cx="369083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51D42F2-AE84-B863-07A2-F057EBF3CFE4}"/>
              </a:ext>
            </a:extLst>
          </p:cNvPr>
          <p:cNvSpPr>
            <a:spLocks noChangeAspect="1"/>
          </p:cNvSpPr>
          <p:nvPr/>
        </p:nvSpPr>
        <p:spPr>
          <a:xfrm>
            <a:off x="6736550" y="4415534"/>
            <a:ext cx="369083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E0B7C3B-5E86-2D5F-F138-C4722300A411}"/>
              </a:ext>
            </a:extLst>
          </p:cNvPr>
          <p:cNvSpPr>
            <a:spLocks noChangeAspect="1"/>
          </p:cNvSpPr>
          <p:nvPr/>
        </p:nvSpPr>
        <p:spPr>
          <a:xfrm>
            <a:off x="8631710" y="4415534"/>
            <a:ext cx="369083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0BF1D72B-E195-C2AD-D98A-36A5C8E61A8D}"/>
              </a:ext>
            </a:extLst>
          </p:cNvPr>
          <p:cNvSpPr>
            <a:spLocks noChangeAspect="1"/>
          </p:cNvSpPr>
          <p:nvPr/>
        </p:nvSpPr>
        <p:spPr>
          <a:xfrm>
            <a:off x="10526870" y="4415534"/>
            <a:ext cx="369083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6" name="Pie 55">
            <a:extLst>
              <a:ext uri="{FF2B5EF4-FFF2-40B4-BE49-F238E27FC236}">
                <a16:creationId xmlns:a16="http://schemas.microsoft.com/office/drawing/2014/main" id="{23AA99F5-DEDC-83DF-5A00-FE0E4F5BC129}"/>
              </a:ext>
            </a:extLst>
          </p:cNvPr>
          <p:cNvSpPr>
            <a:spLocks noChangeAspect="1"/>
          </p:cNvSpPr>
          <p:nvPr/>
        </p:nvSpPr>
        <p:spPr>
          <a:xfrm>
            <a:off x="4841390" y="4415534"/>
            <a:ext cx="365760" cy="365760"/>
          </a:xfrm>
          <a:prstGeom prst="pie">
            <a:avLst>
              <a:gd name="adj1" fmla="val 5354182"/>
              <a:gd name="adj2" fmla="val 16200000"/>
            </a:avLst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0" name="Pie 59">
            <a:extLst>
              <a:ext uri="{FF2B5EF4-FFF2-40B4-BE49-F238E27FC236}">
                <a16:creationId xmlns:a16="http://schemas.microsoft.com/office/drawing/2014/main" id="{198E1608-34CB-FE6F-17B0-1951EA427B72}"/>
              </a:ext>
            </a:extLst>
          </p:cNvPr>
          <p:cNvSpPr>
            <a:spLocks noChangeAspect="1"/>
          </p:cNvSpPr>
          <p:nvPr/>
        </p:nvSpPr>
        <p:spPr>
          <a:xfrm>
            <a:off x="8631710" y="4415534"/>
            <a:ext cx="365760" cy="365760"/>
          </a:xfrm>
          <a:prstGeom prst="pie">
            <a:avLst/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1" name="Pie 60">
            <a:extLst>
              <a:ext uri="{FF2B5EF4-FFF2-40B4-BE49-F238E27FC236}">
                <a16:creationId xmlns:a16="http://schemas.microsoft.com/office/drawing/2014/main" id="{44F1A020-623D-DD5E-070E-7BCD549AC22F}"/>
              </a:ext>
            </a:extLst>
          </p:cNvPr>
          <p:cNvSpPr>
            <a:spLocks noChangeAspect="1"/>
          </p:cNvSpPr>
          <p:nvPr/>
        </p:nvSpPr>
        <p:spPr>
          <a:xfrm>
            <a:off x="10526870" y="4415534"/>
            <a:ext cx="365760" cy="365760"/>
          </a:xfrm>
          <a:prstGeom prst="pie">
            <a:avLst/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469C2DB-DC83-6AE4-36AA-7607139BA286}"/>
              </a:ext>
            </a:extLst>
          </p:cNvPr>
          <p:cNvSpPr/>
          <p:nvPr/>
        </p:nvSpPr>
        <p:spPr>
          <a:xfrm>
            <a:off x="2204918" y="2184017"/>
            <a:ext cx="1851706" cy="1023312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pros]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pros]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pros]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5FAA315-4F53-6466-15DF-B3D7B8952227}"/>
              </a:ext>
            </a:extLst>
          </p:cNvPr>
          <p:cNvSpPr/>
          <p:nvPr/>
        </p:nvSpPr>
        <p:spPr>
          <a:xfrm>
            <a:off x="2204918" y="3281714"/>
            <a:ext cx="1851706" cy="102331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cons]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cons]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cons]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1412653-D174-85F5-0EB7-92FFEE9EBF83}"/>
              </a:ext>
            </a:extLst>
          </p:cNvPr>
          <p:cNvSpPr/>
          <p:nvPr/>
        </p:nvSpPr>
        <p:spPr>
          <a:xfrm>
            <a:off x="2204918" y="1569854"/>
            <a:ext cx="1851706" cy="539782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description]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614C6BA-7646-6725-527F-1F6448D33593}"/>
              </a:ext>
            </a:extLst>
          </p:cNvPr>
          <p:cNvSpPr/>
          <p:nvPr/>
        </p:nvSpPr>
        <p:spPr>
          <a:xfrm>
            <a:off x="4100078" y="2184017"/>
            <a:ext cx="1851706" cy="1023312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pros]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pros]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pros]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3FC8479-CEBF-7C3F-2D63-53BAF00A96DC}"/>
              </a:ext>
            </a:extLst>
          </p:cNvPr>
          <p:cNvSpPr/>
          <p:nvPr/>
        </p:nvSpPr>
        <p:spPr>
          <a:xfrm>
            <a:off x="4100078" y="3281714"/>
            <a:ext cx="1851706" cy="102331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cons]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cons]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cons]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CB83501-F5B5-B6B8-2E61-076F3DCA21FE}"/>
              </a:ext>
            </a:extLst>
          </p:cNvPr>
          <p:cNvSpPr/>
          <p:nvPr/>
        </p:nvSpPr>
        <p:spPr>
          <a:xfrm>
            <a:off x="4100078" y="1569854"/>
            <a:ext cx="1851706" cy="539782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description]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8D2FCA7-236F-89BD-85BC-DBD036B13BC3}"/>
              </a:ext>
            </a:extLst>
          </p:cNvPr>
          <p:cNvSpPr/>
          <p:nvPr/>
        </p:nvSpPr>
        <p:spPr>
          <a:xfrm>
            <a:off x="5995238" y="2184017"/>
            <a:ext cx="1851706" cy="1023312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pros]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pros]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pros]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829DBF3-AC37-5BB4-6418-BE467C99835C}"/>
              </a:ext>
            </a:extLst>
          </p:cNvPr>
          <p:cNvSpPr/>
          <p:nvPr/>
        </p:nvSpPr>
        <p:spPr>
          <a:xfrm>
            <a:off x="5995238" y="3281714"/>
            <a:ext cx="1851706" cy="102331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cons]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cons]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cons]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8DBD7D8-CC61-FAA7-5792-443F2A605B75}"/>
              </a:ext>
            </a:extLst>
          </p:cNvPr>
          <p:cNvSpPr/>
          <p:nvPr/>
        </p:nvSpPr>
        <p:spPr>
          <a:xfrm>
            <a:off x="5995238" y="1569854"/>
            <a:ext cx="1851706" cy="539782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description]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333E00E-6718-E587-DB0C-DCA5FE72DC00}"/>
              </a:ext>
            </a:extLst>
          </p:cNvPr>
          <p:cNvSpPr/>
          <p:nvPr/>
        </p:nvSpPr>
        <p:spPr>
          <a:xfrm>
            <a:off x="7890398" y="2184017"/>
            <a:ext cx="1851706" cy="1023312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pros]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pros]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pros]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39A89B6-278E-12DB-1C69-FEA5F87F7E63}"/>
              </a:ext>
            </a:extLst>
          </p:cNvPr>
          <p:cNvSpPr/>
          <p:nvPr/>
        </p:nvSpPr>
        <p:spPr>
          <a:xfrm>
            <a:off x="7890398" y="3281714"/>
            <a:ext cx="1851706" cy="102331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cons]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cons]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cons]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731BEB1-B55B-2FFA-EC43-3C73B909C0F0}"/>
              </a:ext>
            </a:extLst>
          </p:cNvPr>
          <p:cNvSpPr/>
          <p:nvPr/>
        </p:nvSpPr>
        <p:spPr>
          <a:xfrm>
            <a:off x="7890398" y="1569854"/>
            <a:ext cx="1851706" cy="539782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description]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E3A0D0B-9614-3052-2987-B6FDE5963A85}"/>
              </a:ext>
            </a:extLst>
          </p:cNvPr>
          <p:cNvSpPr/>
          <p:nvPr/>
        </p:nvSpPr>
        <p:spPr>
          <a:xfrm>
            <a:off x="9785558" y="2184017"/>
            <a:ext cx="1851706" cy="1023312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pros]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pros]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pros]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2074360-34FE-2778-0081-F0D88A6DFB66}"/>
              </a:ext>
            </a:extLst>
          </p:cNvPr>
          <p:cNvSpPr/>
          <p:nvPr/>
        </p:nvSpPr>
        <p:spPr>
          <a:xfrm>
            <a:off x="9785558" y="3281714"/>
            <a:ext cx="1851706" cy="102331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cons]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cons]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cons]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C3266C4-D0D2-8626-C5D2-2335D8BB1833}"/>
              </a:ext>
            </a:extLst>
          </p:cNvPr>
          <p:cNvSpPr/>
          <p:nvPr/>
        </p:nvSpPr>
        <p:spPr>
          <a:xfrm>
            <a:off x="9785558" y="1569854"/>
            <a:ext cx="1851706" cy="539782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description]</a:t>
            </a:r>
          </a:p>
        </p:txBody>
      </p:sp>
      <p:sp>
        <p:nvSpPr>
          <p:cNvPr id="77" name="Pie 76">
            <a:extLst>
              <a:ext uri="{FF2B5EF4-FFF2-40B4-BE49-F238E27FC236}">
                <a16:creationId xmlns:a16="http://schemas.microsoft.com/office/drawing/2014/main" id="{0C0FB095-4DDF-4B75-CAE2-3747BB27D652}"/>
              </a:ext>
            </a:extLst>
          </p:cNvPr>
          <p:cNvSpPr>
            <a:spLocks noChangeAspect="1"/>
          </p:cNvSpPr>
          <p:nvPr/>
        </p:nvSpPr>
        <p:spPr>
          <a:xfrm>
            <a:off x="6739873" y="5436840"/>
            <a:ext cx="365760" cy="365760"/>
          </a:xfrm>
          <a:prstGeom prst="pie">
            <a:avLst/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8" name="Pie 77">
            <a:extLst>
              <a:ext uri="{FF2B5EF4-FFF2-40B4-BE49-F238E27FC236}">
                <a16:creationId xmlns:a16="http://schemas.microsoft.com/office/drawing/2014/main" id="{EC620853-F13B-EB60-0095-656D2DF02415}"/>
              </a:ext>
            </a:extLst>
          </p:cNvPr>
          <p:cNvSpPr>
            <a:spLocks noChangeAspect="1"/>
          </p:cNvSpPr>
          <p:nvPr/>
        </p:nvSpPr>
        <p:spPr>
          <a:xfrm>
            <a:off x="6739873" y="4924897"/>
            <a:ext cx="365760" cy="365760"/>
          </a:xfrm>
          <a:prstGeom prst="pie">
            <a:avLst>
              <a:gd name="adj1" fmla="val 10810053"/>
              <a:gd name="adj2" fmla="val 16200000"/>
            </a:avLst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9" name="Pie 78">
            <a:extLst>
              <a:ext uri="{FF2B5EF4-FFF2-40B4-BE49-F238E27FC236}">
                <a16:creationId xmlns:a16="http://schemas.microsoft.com/office/drawing/2014/main" id="{71348C13-A5D6-5D46-CAD0-F3E573D775CE}"/>
              </a:ext>
            </a:extLst>
          </p:cNvPr>
          <p:cNvSpPr>
            <a:spLocks noChangeAspect="1"/>
          </p:cNvSpPr>
          <p:nvPr/>
        </p:nvSpPr>
        <p:spPr>
          <a:xfrm>
            <a:off x="6739873" y="4415534"/>
            <a:ext cx="365760" cy="365760"/>
          </a:xfrm>
          <a:prstGeom prst="pie">
            <a:avLst>
              <a:gd name="adj1" fmla="val 5421441"/>
              <a:gd name="adj2" fmla="val 16200000"/>
            </a:avLst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861B4FC-19CE-F4AE-EC82-0248F7E07F17}"/>
              </a:ext>
            </a:extLst>
          </p:cNvPr>
          <p:cNvSpPr/>
          <p:nvPr/>
        </p:nvSpPr>
        <p:spPr>
          <a:xfrm>
            <a:off x="2203257" y="5904921"/>
            <a:ext cx="1851706" cy="438006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description]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977324-431E-027D-68D8-D0EE9AF29E87}"/>
              </a:ext>
            </a:extLst>
          </p:cNvPr>
          <p:cNvSpPr/>
          <p:nvPr/>
        </p:nvSpPr>
        <p:spPr>
          <a:xfrm>
            <a:off x="5994407" y="5904921"/>
            <a:ext cx="1851706" cy="438006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description]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25D2A8-C734-4BA6-BDBB-357B1E81C65F}"/>
              </a:ext>
            </a:extLst>
          </p:cNvPr>
          <p:cNvSpPr/>
          <p:nvPr/>
        </p:nvSpPr>
        <p:spPr>
          <a:xfrm>
            <a:off x="7889982" y="5904921"/>
            <a:ext cx="1851706" cy="438006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description]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84B9B-B4C1-FDE4-C568-CA11C50CF602}"/>
              </a:ext>
            </a:extLst>
          </p:cNvPr>
          <p:cNvSpPr/>
          <p:nvPr/>
        </p:nvSpPr>
        <p:spPr>
          <a:xfrm>
            <a:off x="4098832" y="5904921"/>
            <a:ext cx="1851706" cy="438006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description]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7BBAA3B-00F9-5D7F-4660-CA436CAEAD04}"/>
              </a:ext>
            </a:extLst>
          </p:cNvPr>
          <p:cNvSpPr/>
          <p:nvPr/>
        </p:nvSpPr>
        <p:spPr>
          <a:xfrm>
            <a:off x="9785558" y="5904921"/>
            <a:ext cx="1851706" cy="438006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description]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2A88AA0-C52D-F8BA-9C68-30C76F521E6A}"/>
              </a:ext>
            </a:extLst>
          </p:cNvPr>
          <p:cNvSpPr/>
          <p:nvPr/>
        </p:nvSpPr>
        <p:spPr>
          <a:xfrm>
            <a:off x="5995238" y="1302020"/>
            <a:ext cx="1851706" cy="257463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[Option 3]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E9C168A-FFC5-7EDA-F3A1-D5C36A8422A3}"/>
              </a:ext>
            </a:extLst>
          </p:cNvPr>
          <p:cNvSpPr/>
          <p:nvPr/>
        </p:nvSpPr>
        <p:spPr>
          <a:xfrm>
            <a:off x="7890398" y="1302020"/>
            <a:ext cx="1851706" cy="257463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[Option 4]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41C7472-DBF3-C42B-74C9-8FC4F2B20940}"/>
              </a:ext>
            </a:extLst>
          </p:cNvPr>
          <p:cNvSpPr/>
          <p:nvPr/>
        </p:nvSpPr>
        <p:spPr>
          <a:xfrm>
            <a:off x="4100078" y="1302020"/>
            <a:ext cx="1851706" cy="257463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[Option 2]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97C2055-8A71-480F-BC34-15956B338646}"/>
              </a:ext>
            </a:extLst>
          </p:cNvPr>
          <p:cNvCxnSpPr>
            <a:cxnSpLocks/>
          </p:cNvCxnSpPr>
          <p:nvPr/>
        </p:nvCxnSpPr>
        <p:spPr>
          <a:xfrm>
            <a:off x="4098947" y="1559483"/>
            <a:ext cx="185623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F9A2A47-5B6B-0369-352A-0C4D7F959E01}"/>
              </a:ext>
            </a:extLst>
          </p:cNvPr>
          <p:cNvCxnSpPr>
            <a:cxnSpLocks/>
          </p:cNvCxnSpPr>
          <p:nvPr/>
        </p:nvCxnSpPr>
        <p:spPr>
          <a:xfrm>
            <a:off x="5992976" y="1559483"/>
            <a:ext cx="185623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283E167-3CFF-6EC1-6BC5-381C4A822E75}"/>
              </a:ext>
            </a:extLst>
          </p:cNvPr>
          <p:cNvCxnSpPr>
            <a:cxnSpLocks/>
          </p:cNvCxnSpPr>
          <p:nvPr/>
        </p:nvCxnSpPr>
        <p:spPr>
          <a:xfrm>
            <a:off x="7887005" y="1559483"/>
            <a:ext cx="185623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Footer Placeholder 2">
            <a:extLst>
              <a:ext uri="{FF2B5EF4-FFF2-40B4-BE49-F238E27FC236}">
                <a16:creationId xmlns:a16="http://schemas.microsoft.com/office/drawing/2014/main" id="{5FBDFCB3-6410-7ABB-83D1-D213E0741A78}"/>
              </a:ext>
            </a:extLst>
          </p:cNvPr>
          <p:cNvSpPr txBox="1">
            <a:spLocks/>
          </p:cNvSpPr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DK"/>
            </a:defPPr>
            <a:lvl1pPr marL="0" algn="r" defTabSz="914400" rtl="0" eaLnBrk="1" latinLnBrk="0" hangingPunct="1">
              <a:defRPr sz="900" kern="1200">
                <a:solidFill>
                  <a:srgbClr val="025043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xx</a:t>
            </a:r>
            <a:endParaRPr kumimoji="0" lang="en-DK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4038755212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36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