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1245" r:id="rId31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31" Type="http://schemas.openxmlformats.org/officeDocument/2006/relationships/slide" Target="slides/slide27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revenue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1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11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693F-764A-B101-6F88BA733F15}"/>
              </c:ext>
            </c:extLst>
          </c:dPt>
          <c:dPt>
            <c:idx val="3"/>
            <c:marker>
              <c:symbol val="circle"/>
              <c:size val="11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693F-764A-B101-6F88BA733F15}"/>
              </c:ext>
            </c:extLst>
          </c:dPt>
          <c:dPt>
            <c:idx val="4"/>
            <c:marker>
              <c:symbol val="circle"/>
              <c:size val="11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A-693F-764A-B101-6F88BA733F15}"/>
              </c:ext>
            </c:extLst>
          </c:dPt>
          <c:dPt>
            <c:idx val="6"/>
            <c:marker>
              <c:symbol val="circle"/>
              <c:size val="11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693F-764A-B101-6F88BA733F15}"/>
              </c:ext>
            </c:extLst>
          </c:dPt>
          <c:dPt>
            <c:idx val="8"/>
            <c:marker>
              <c:symbol val="circle"/>
              <c:size val="11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693F-764A-B101-6F88BA733F15}"/>
              </c:ext>
            </c:extLst>
          </c:dPt>
          <c:dPt>
            <c:idx val="9"/>
            <c:marker>
              <c:symbol val="circle"/>
              <c:size val="11"/>
              <c:spPr>
                <a:solidFill>
                  <a:schemeClr val="accent1"/>
                </a:solidFill>
                <a:ln w="9525">
                  <a:noFill/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C-693F-764A-B101-6F88BA733F15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Player 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693F-764A-B101-6F88BA733F1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Player 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93F-764A-B101-6F88BA733F15}"/>
                </c:ext>
              </c:extLst>
            </c:dLbl>
            <c:dLbl>
              <c:idx val="2"/>
              <c:layout>
                <c:manualLayout>
                  <c:x val="-2.7483540983748462E-2"/>
                  <c:y val="-7.969953651267969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Player 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693F-764A-B101-6F88BA733F1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Player 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93F-764A-B101-6F88BA733F1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Player 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93F-764A-B101-6F88BA733F15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Player 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93F-764A-B101-6F88BA733F15}"/>
                </c:ext>
              </c:extLst>
            </c:dLbl>
            <c:dLbl>
              <c:idx val="6"/>
              <c:layout>
                <c:manualLayout>
                  <c:x val="-9.3902098361140579E-2"/>
                  <c:y val="-6.694761067065088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Player 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693F-764A-B101-6F88BA733F15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dirty="0"/>
                      <a:t>Player 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93F-764A-B101-6F88BA733F15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dirty="0"/>
                      <a:t>Player 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693F-764A-B101-6F88BA733F15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dirty="0"/>
                      <a:t>Player 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693F-764A-B101-6F88BA733F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bg1">
                          <a:lumMod val="7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710</c:v>
                </c:pt>
                <c:pt idx="1">
                  <c:v>268</c:v>
                </c:pt>
                <c:pt idx="2">
                  <c:v>439</c:v>
                </c:pt>
                <c:pt idx="3">
                  <c:v>142</c:v>
                </c:pt>
                <c:pt idx="4">
                  <c:v>317</c:v>
                </c:pt>
                <c:pt idx="5">
                  <c:v>200</c:v>
                </c:pt>
                <c:pt idx="6">
                  <c:v>278</c:v>
                </c:pt>
                <c:pt idx="7">
                  <c:v>277</c:v>
                </c:pt>
                <c:pt idx="8">
                  <c:v>454</c:v>
                </c:pt>
                <c:pt idx="9">
                  <c:v>558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2316</c:v>
                </c:pt>
                <c:pt idx="1">
                  <c:v>2232</c:v>
                </c:pt>
                <c:pt idx="2">
                  <c:v>1514</c:v>
                </c:pt>
                <c:pt idx="3">
                  <c:v>1872</c:v>
                </c:pt>
                <c:pt idx="4">
                  <c:v>1530</c:v>
                </c:pt>
                <c:pt idx="5">
                  <c:v>1200</c:v>
                </c:pt>
                <c:pt idx="6">
                  <c:v>1344</c:v>
                </c:pt>
                <c:pt idx="7">
                  <c:v>731</c:v>
                </c:pt>
                <c:pt idx="8">
                  <c:v>1422</c:v>
                </c:pt>
                <c:pt idx="9">
                  <c:v>2303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93F-764A-B101-6F88BA733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8438992"/>
        <c:axId val="1078567568"/>
      </c:scatterChart>
      <c:valAx>
        <c:axId val="1078438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567568"/>
        <c:crosses val="autoZero"/>
        <c:crossBetween val="midCat"/>
      </c:valAx>
      <c:valAx>
        <c:axId val="107856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8438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8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27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2329609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7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7.xml"/><Relationship Id="rId1" Type="http://schemas.openxmlformats.org/officeDocument/2006/relationships/tags" Target="../tags/tag326.xml"/><Relationship Id="rId5" Type="http://schemas.openxmlformats.org/officeDocument/2006/relationships/chart" Target="../charts/chart7.xml"/><Relationship Id="rId4" Type="http://schemas.openxmlformats.org/officeDocument/2006/relationships/notesSlide" Target="../notesSlides/notesSlide4.xml"/><Relationship Id="rIdGna1" Type="http://schemas.openxmlformats.org/officeDocument/2006/relationships/tags" Target="../tags/gnatag1.xml"/></Relationships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44291A-1373-095C-4C48-2D96DEEF1236}"/>
              </a:ext>
            </a:extLst>
          </p:cNvPr>
          <p:cNvSpPr/>
          <p:nvPr/>
        </p:nvSpPr>
        <p:spPr>
          <a:xfrm>
            <a:off x="1124776" y="4594773"/>
            <a:ext cx="3812983" cy="10007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A7DAC4-D222-67F7-7E36-05C505F04060}"/>
              </a:ext>
            </a:extLst>
          </p:cNvPr>
          <p:cNvSpPr/>
          <p:nvPr/>
        </p:nvSpPr>
        <p:spPr>
          <a:xfrm>
            <a:off x="1124776" y="2092012"/>
            <a:ext cx="3812983" cy="2502761"/>
          </a:xfrm>
          <a:prstGeom prst="rect">
            <a:avLst/>
          </a:prstGeom>
          <a:solidFill>
            <a:srgbClr val="E6E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D860BE-1F3C-933F-0345-FB1BFF7EAFD5}"/>
              </a:ext>
            </a:extLst>
          </p:cNvPr>
          <p:cNvSpPr/>
          <p:nvPr/>
        </p:nvSpPr>
        <p:spPr>
          <a:xfrm>
            <a:off x="4937759" y="4594773"/>
            <a:ext cx="6437078" cy="1000715"/>
          </a:xfrm>
          <a:prstGeom prst="rect">
            <a:avLst/>
          </a:prstGeom>
          <a:solidFill>
            <a:srgbClr val="E6E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5244B6-8F5C-BE8F-CEF1-73704508DCEF}"/>
              </a:ext>
            </a:extLst>
          </p:cNvPr>
          <p:cNvSpPr/>
          <p:nvPr/>
        </p:nvSpPr>
        <p:spPr>
          <a:xfrm>
            <a:off x="4937759" y="2092012"/>
            <a:ext cx="6437078" cy="2502761"/>
          </a:xfrm>
          <a:prstGeom prst="rect">
            <a:avLst/>
          </a:prstGeom>
          <a:solidFill>
            <a:schemeClr val="accent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4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91BE2A-EB8E-F06F-0B2E-D2083945A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[Scatter chart with quadrants/ Insert action title]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7C67018-0F50-2E45-F865-C32D8A5D54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654F6857-1BFD-E331-ABC4-2AF87C5179BE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7ECA4C63-C65A-8DED-CCC2-BF183CC310D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>
              <a:latin typeface="+mn-lt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CCAF05A-91A3-0CB7-D75C-E41593FA9E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3153271"/>
              </p:ext>
            </p:extLst>
          </p:nvPr>
        </p:nvGraphicFramePr>
        <p:xfrm>
          <a:off x="550863" y="1961733"/>
          <a:ext cx="11090274" cy="3983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29551B1-A40E-5B0A-27A3-8F4D63543D52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 bwMode="auto">
          <a:xfrm>
            <a:off x="9342269" y="6028963"/>
            <a:ext cx="2078038" cy="256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ct val="0"/>
              </a:spcAft>
              <a:buNone/>
            </a:pPr>
            <a:r>
              <a:rPr lang="da-DK" altLang="en-US" sz="1400" b="1" dirty="0">
                <a:latin typeface="+mn-lt"/>
                <a:cs typeface="Arial" panose="020B0604020202020204" pitchFamily="34" charset="0"/>
                <a:sym typeface="Graphik Regular" panose="020B0503030202060203" pitchFamily="34" charset="77"/>
              </a:rPr>
              <a:t>[Dimension 2],</a:t>
            </a:r>
            <a:r>
              <a:rPr lang="da-DK" altLang="en-US" sz="1400" dirty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  <a:sym typeface="Graphik Regular" panose="020B0503030202060203" pitchFamily="34" charset="77"/>
              </a:rPr>
              <a:t> [Unit]</a:t>
            </a:r>
            <a:endParaRPr lang="da-DK" sz="1400" dirty="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  <a:sym typeface="Graphik Regular" panose="020B0503030202060203" pitchFamily="34" charset="77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9DA030E-8F69-FCA8-8DFA-F91AB3DB8B1F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550863" y="1598577"/>
            <a:ext cx="2078038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Graphik Regular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da-DK" altLang="en-US" sz="1400" b="1" dirty="0">
                <a:latin typeface="+mn-lt"/>
                <a:cs typeface="Arial" panose="020B0604020202020204" pitchFamily="34" charset="0"/>
                <a:sym typeface="Graphik Regular" panose="020B0503030202060203" pitchFamily="34" charset="77"/>
              </a:rPr>
              <a:t>[Dimension 1], </a:t>
            </a:r>
            <a:r>
              <a:rPr lang="da-DK" altLang="en-US" sz="1400" dirty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  <a:sym typeface="Graphik Regular" panose="020B0503030202060203" pitchFamily="34" charset="77"/>
              </a:rPr>
              <a:t>[Unit]</a:t>
            </a:r>
            <a:endParaRPr lang="da-DK" sz="1400" dirty="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  <a:sym typeface="Graphik Regular" panose="020B0503030202060203" pitchFamily="34" charset="77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916001178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7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tMY5tqzkI8ZwUVyiD1Y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G9i6r7aQ7tk2xRmTxS2A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