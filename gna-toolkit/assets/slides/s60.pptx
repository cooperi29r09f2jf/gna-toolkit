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4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11" r:id="rId64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64" Type="http://schemas.openxmlformats.org/officeDocument/2006/relationships/slide" Target="slides/slide60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60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There are three main project deliverables</a:t>
            </a:r>
            <a:endParaRPr lang="en-DK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E4DAC51-CB08-8A29-9216-A4B0453B3F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CB15DC5-3B3E-3755-185F-B3D3AEC097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Oval 59">
            <a:extLst>
              <a:ext uri="{FF2B5EF4-FFF2-40B4-BE49-F238E27FC236}">
                <a16:creationId xmlns:a16="http://schemas.microsoft.com/office/drawing/2014/main" id="{8B40D645-7010-3B28-B622-1861CBBAE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5550" y="2115874"/>
            <a:ext cx="1554480" cy="1554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16" name="Oval 59">
            <a:extLst>
              <a:ext uri="{FF2B5EF4-FFF2-40B4-BE49-F238E27FC236}">
                <a16:creationId xmlns:a16="http://schemas.microsoft.com/office/drawing/2014/main" id="{ADF81F8A-9E88-20FD-7532-EB17BBF57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760" y="2115874"/>
            <a:ext cx="1554480" cy="1554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21" name="Oval 59">
            <a:extLst>
              <a:ext uri="{FF2B5EF4-FFF2-40B4-BE49-F238E27FC236}">
                <a16:creationId xmlns:a16="http://schemas.microsoft.com/office/drawing/2014/main" id="{457EEAE8-9367-C3A3-5132-A1A68DD47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1970" y="2115874"/>
            <a:ext cx="1554480" cy="1554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1E94DE-8411-4962-149E-7CD6A7463344}"/>
              </a:ext>
            </a:extLst>
          </p:cNvPr>
          <p:cNvSpPr/>
          <p:nvPr/>
        </p:nvSpPr>
        <p:spPr>
          <a:xfrm>
            <a:off x="1071190" y="4956112"/>
            <a:ext cx="27432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Gotham Bold" charset="0"/>
                <a:cs typeface="Arial" panose="020B0604020202020204" pitchFamily="34" charset="0"/>
              </a:rPr>
              <a:t>[Insert description e.g., Challenge, strengthen, and detail current strategy based on [insert].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37CD2-B1E5-55F4-D44A-FA3F58B0160F}"/>
              </a:ext>
            </a:extLst>
          </p:cNvPr>
          <p:cNvSpPr/>
          <p:nvPr/>
        </p:nvSpPr>
        <p:spPr>
          <a:xfrm>
            <a:off x="4724400" y="4956112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Gotham Bold" charset="0"/>
                <a:cs typeface="Arial" panose="020B0604020202020204" pitchFamily="34" charset="0"/>
              </a:rPr>
              <a:t>[Insert description]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BC5B5E-7951-6367-FDE3-7425288D89DF}"/>
              </a:ext>
            </a:extLst>
          </p:cNvPr>
          <p:cNvSpPr/>
          <p:nvPr/>
        </p:nvSpPr>
        <p:spPr>
          <a:xfrm>
            <a:off x="8377610" y="4956112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Gotham Bold" charset="0"/>
                <a:cs typeface="Arial" panose="020B0604020202020204" pitchFamily="34" charset="0"/>
              </a:rPr>
              <a:t>[Insert description]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CEC8E0-EA8D-BFE7-354F-B4D80EF490AD}"/>
              </a:ext>
            </a:extLst>
          </p:cNvPr>
          <p:cNvSpPr/>
          <p:nvPr/>
        </p:nvSpPr>
        <p:spPr>
          <a:xfrm>
            <a:off x="1071190" y="4012091"/>
            <a:ext cx="2743200" cy="861774"/>
          </a:xfrm>
          <a:prstGeom prst="rect">
            <a:avLst/>
          </a:prstGeom>
          <a:noFill/>
        </p:spPr>
        <p:txBody>
          <a:bodyPr wrap="square" lIns="0" tIns="182880" rIns="0" bIns="182880" anchor="t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Gotham Bold" charset="0"/>
                <a:cs typeface="Arial" panose="020B0604020202020204" pitchFamily="34" charset="0"/>
              </a:rPr>
              <a:t>[Insert deliverable 1 e.g., Strengthen the strategy]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D99437-1737-1488-2AA4-63F91C395D26}"/>
              </a:ext>
            </a:extLst>
          </p:cNvPr>
          <p:cNvSpPr/>
          <p:nvPr/>
        </p:nvSpPr>
        <p:spPr>
          <a:xfrm>
            <a:off x="4724400" y="4012091"/>
            <a:ext cx="2743200" cy="615553"/>
          </a:xfrm>
          <a:prstGeom prst="rect">
            <a:avLst/>
          </a:prstGeom>
          <a:noFill/>
        </p:spPr>
        <p:txBody>
          <a:bodyPr wrap="square" lIns="0" tIns="182880" rIns="0" bIns="182880" anchor="t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/>
              <a:t>[Insert deliverable 2]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80D73E-2F4D-0BE5-F98B-19385DF07052}"/>
              </a:ext>
            </a:extLst>
          </p:cNvPr>
          <p:cNvSpPr/>
          <p:nvPr/>
        </p:nvSpPr>
        <p:spPr>
          <a:xfrm>
            <a:off x="8377610" y="4012091"/>
            <a:ext cx="2743200" cy="615553"/>
          </a:xfrm>
          <a:prstGeom prst="rect">
            <a:avLst/>
          </a:prstGeom>
          <a:noFill/>
        </p:spPr>
        <p:txBody>
          <a:bodyPr wrap="square" lIns="0" tIns="182880" rIns="0" bIns="182880" anchor="t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/>
              <a:t>[Insert deliverable 3]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AEB7BF6-6406-9B79-6277-2F7B00462C69}"/>
              </a:ext>
            </a:extLst>
          </p:cNvPr>
          <p:cNvCxnSpPr>
            <a:stCxn id="11" idx="4"/>
            <a:endCxn id="15" idx="0"/>
          </p:cNvCxnSpPr>
          <p:nvPr/>
        </p:nvCxnSpPr>
        <p:spPr>
          <a:xfrm>
            <a:off x="2442790" y="3670354"/>
            <a:ext cx="0" cy="341737"/>
          </a:xfrm>
          <a:prstGeom prst="line">
            <a:avLst/>
          </a:prstGeom>
          <a:ln w="19050" cap="sq">
            <a:solidFill>
              <a:srgbClr val="000000"/>
            </a:solidFill>
            <a:miter lim="800000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E56BA5A-A11B-F6D8-7410-BEAEBF8FC0B2}"/>
              </a:ext>
            </a:extLst>
          </p:cNvPr>
          <p:cNvCxnSpPr>
            <a:cxnSpLocks/>
            <a:stCxn id="16" idx="4"/>
            <a:endCxn id="17" idx="0"/>
          </p:cNvCxnSpPr>
          <p:nvPr/>
        </p:nvCxnSpPr>
        <p:spPr>
          <a:xfrm>
            <a:off x="6096000" y="3670354"/>
            <a:ext cx="0" cy="341737"/>
          </a:xfrm>
          <a:prstGeom prst="line">
            <a:avLst/>
          </a:prstGeom>
          <a:ln w="19050" cap="sq">
            <a:solidFill>
              <a:srgbClr val="000000"/>
            </a:solidFill>
            <a:miter lim="800000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63E7A0B-2241-9091-3536-18144413A69D}"/>
              </a:ext>
            </a:extLst>
          </p:cNvPr>
          <p:cNvCxnSpPr>
            <a:cxnSpLocks/>
            <a:stCxn id="21" idx="4"/>
            <a:endCxn id="18" idx="0"/>
          </p:cNvCxnSpPr>
          <p:nvPr/>
        </p:nvCxnSpPr>
        <p:spPr>
          <a:xfrm>
            <a:off x="9749210" y="3670354"/>
            <a:ext cx="0" cy="341737"/>
          </a:xfrm>
          <a:prstGeom prst="line">
            <a:avLst/>
          </a:prstGeom>
          <a:ln w="19050" cap="sq">
            <a:solidFill>
              <a:srgbClr val="000000"/>
            </a:solidFill>
            <a:miter lim="800000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4AC67550-18DA-7665-2331-B4A8287936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1790" y="2512114"/>
            <a:ext cx="762000" cy="762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076B239-74B3-6DE2-8C19-2EC44C38D7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512114"/>
            <a:ext cx="762000" cy="762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CC76953-66FE-3463-9773-35280CE3AD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8210" y="2512114"/>
            <a:ext cx="762000" cy="762000"/>
          </a:xfrm>
          <a:prstGeom prst="rect">
            <a:avLst/>
          </a:prstGeom>
        </p:spPr>
      </p:pic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BA629894-46FA-4B11-009E-F3C8B511D1A4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833463611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60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