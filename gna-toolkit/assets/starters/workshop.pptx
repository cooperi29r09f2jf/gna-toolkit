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7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8.xml" ContentType="application/vnd.openxmlformats-officedocument.presentationml.slide+xml"/>
  <Override PartName="/ppt/slides/slide90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  <Override PartName="/ppt/tags/gnatag2.xml" ContentType="application/vnd.openxmlformats-officedocument.presentationml.tags+xml"/>
  <Override PartName="/ppt/tags/gnatag3.xml" ContentType="application/vnd.openxmlformats-officedocument.presentationml.tags+xml"/>
  <Override PartName="/ppt/tags/gnatag4.xml" ContentType="application/vnd.openxmlformats-officedocument.presentationml.tags+xml"/>
  <Override PartName="/ppt/tags/gnatag5.xml" ContentType="application/vnd.openxmlformats-officedocument.presentationml.tags+xml"/>
  <Override PartName="/ppt/tags/gnatag6.xml" ContentType="application/vnd.openxmlformats-officedocument.presentationml.tags+xml"/>
  <Override PartName="/ppt/tags/gnatag7.xml" ContentType="application/vnd.openxmlformats-officedocument.presentationml.tags+xml"/>
  <Override PartName="/ppt/tags/gnatag8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41" r:id="rId8"/>
    <p:sldId id="2147473431" r:id="rId84"/>
    <p:sldId id="2147473429" r:id="rId82"/>
    <p:sldId id="2147473432" r:id="rId85"/>
    <p:sldId id="2147473433" r:id="rId86"/>
    <p:sldId id="2147473439" r:id="rId92"/>
    <p:sldId id="2147471110" r:id="rId94"/>
    <p:sldId id="2147473423" r:id="rId96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4" Type="http://schemas.openxmlformats.org/officeDocument/2006/relationships/slide" Target="slides/slide80.xml"/><Relationship Id="rId102" Type="http://schemas.openxmlformats.org/officeDocument/2006/relationships/theme" Target="theme/theme1.xml"/><Relationship Id="rId85" Type="http://schemas.openxmlformats.org/officeDocument/2006/relationships/slide" Target="slides/slide81.xml"/><Relationship Id="rId103" Type="http://schemas.openxmlformats.org/officeDocument/2006/relationships/tableStyles" Target="tableStyles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82" Type="http://schemas.openxmlformats.org/officeDocument/2006/relationships/slide" Target="slides/slide78.xml"/><Relationship Id="rId100" Type="http://schemas.openxmlformats.org/officeDocument/2006/relationships/presProps" Target="presProps.xml"/><Relationship Id="rId8" Type="http://schemas.openxmlformats.org/officeDocument/2006/relationships/slide" Target="slides/slide4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3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5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5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10" Type="http://schemas.openxmlformats.org/officeDocument/2006/relationships/image" Target="../media/image5.emf"/><Relationship Id="rId4" Type="http://schemas.openxmlformats.org/officeDocument/2006/relationships/tags" Target="../tags/tag54.xml"/><Relationship Id="rId9" Type="http://schemas.openxmlformats.org/officeDocument/2006/relationships/oleObject" Target="../embeddings/oleObject1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0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4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tags" Target="../tags/tag77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tags" Target="../tags/tag76.xml"/><Relationship Id="rId17" Type="http://schemas.openxmlformats.org/officeDocument/2006/relationships/image" Target="../media/image1.png"/><Relationship Id="rId2" Type="http://schemas.openxmlformats.org/officeDocument/2006/relationships/tags" Target="../tags/tag66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5" Type="http://schemas.openxmlformats.org/officeDocument/2006/relationships/tags" Target="../tags/tag69.xml"/><Relationship Id="rId15" Type="http://schemas.openxmlformats.org/officeDocument/2006/relationships/tags" Target="../tags/tag79.xml"/><Relationship Id="rId10" Type="http://schemas.openxmlformats.org/officeDocument/2006/relationships/tags" Target="../tags/tag74.xml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tags" Target="../tags/tag78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tags" Target="../tags/tag92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17" Type="http://schemas.openxmlformats.org/officeDocument/2006/relationships/image" Target="../media/image1.png"/><Relationship Id="rId2" Type="http://schemas.openxmlformats.org/officeDocument/2006/relationships/tags" Target="../tags/tag81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5" Type="http://schemas.openxmlformats.org/officeDocument/2006/relationships/tags" Target="../tags/tag84.xml"/><Relationship Id="rId15" Type="http://schemas.openxmlformats.org/officeDocument/2006/relationships/tags" Target="../tags/tag94.xml"/><Relationship Id="rId10" Type="http://schemas.openxmlformats.org/officeDocument/2006/relationships/tags" Target="../tags/tag89.xml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tags" Target="../tags/tag93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tags" Target="../tags/tag107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tags" Target="../tags/tag106.xml"/><Relationship Id="rId17" Type="http://schemas.openxmlformats.org/officeDocument/2006/relationships/tags" Target="../tags/tag111.xml"/><Relationship Id="rId2" Type="http://schemas.openxmlformats.org/officeDocument/2006/relationships/tags" Target="../tags/tag96.xml"/><Relationship Id="rId16" Type="http://schemas.openxmlformats.org/officeDocument/2006/relationships/tags" Target="../tags/tag110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5" Type="http://schemas.openxmlformats.org/officeDocument/2006/relationships/tags" Target="../tags/tag99.xml"/><Relationship Id="rId15" Type="http://schemas.openxmlformats.org/officeDocument/2006/relationships/tags" Target="../tags/tag109.xml"/><Relationship Id="rId10" Type="http://schemas.openxmlformats.org/officeDocument/2006/relationships/tags" Target="../tags/tag104.xml"/><Relationship Id="rId19" Type="http://schemas.openxmlformats.org/officeDocument/2006/relationships/image" Target="../media/image1.png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tags" Target="../tags/tag108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tags" Target="../tags/tag124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17" Type="http://schemas.openxmlformats.org/officeDocument/2006/relationships/tags" Target="../tags/tag128.xml"/><Relationship Id="rId2" Type="http://schemas.openxmlformats.org/officeDocument/2006/relationships/tags" Target="../tags/tag113.xml"/><Relationship Id="rId16" Type="http://schemas.openxmlformats.org/officeDocument/2006/relationships/tags" Target="../tags/tag127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5" Type="http://schemas.openxmlformats.org/officeDocument/2006/relationships/tags" Target="../tags/tag126.xml"/><Relationship Id="rId10" Type="http://schemas.openxmlformats.org/officeDocument/2006/relationships/tags" Target="../tags/tag121.xml"/><Relationship Id="rId19" Type="http://schemas.openxmlformats.org/officeDocument/2006/relationships/image" Target="../media/image1.png"/><Relationship Id="rId4" Type="http://schemas.openxmlformats.org/officeDocument/2006/relationships/tags" Target="../tags/tag115.xml"/><Relationship Id="rId9" Type="http://schemas.openxmlformats.org/officeDocument/2006/relationships/tags" Target="../tags/tag120.xml"/><Relationship Id="rId14" Type="http://schemas.openxmlformats.org/officeDocument/2006/relationships/tags" Target="../tags/tag125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13" Type="http://schemas.openxmlformats.org/officeDocument/2006/relationships/tags" Target="../tags/tag141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131.xml"/><Relationship Id="rId7" Type="http://schemas.openxmlformats.org/officeDocument/2006/relationships/tags" Target="../tags/tag135.xml"/><Relationship Id="rId12" Type="http://schemas.openxmlformats.org/officeDocument/2006/relationships/tags" Target="../tags/tag140.xml"/><Relationship Id="rId17" Type="http://schemas.openxmlformats.org/officeDocument/2006/relationships/tags" Target="../tags/tag145.xml"/><Relationship Id="rId2" Type="http://schemas.openxmlformats.org/officeDocument/2006/relationships/tags" Target="../tags/tag130.xml"/><Relationship Id="rId16" Type="http://schemas.openxmlformats.org/officeDocument/2006/relationships/tags" Target="../tags/tag144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11" Type="http://schemas.openxmlformats.org/officeDocument/2006/relationships/tags" Target="../tags/tag139.xml"/><Relationship Id="rId5" Type="http://schemas.openxmlformats.org/officeDocument/2006/relationships/tags" Target="../tags/tag133.xml"/><Relationship Id="rId15" Type="http://schemas.openxmlformats.org/officeDocument/2006/relationships/tags" Target="../tags/tag143.xml"/><Relationship Id="rId10" Type="http://schemas.openxmlformats.org/officeDocument/2006/relationships/tags" Target="../tags/tag138.xml"/><Relationship Id="rId19" Type="http://schemas.openxmlformats.org/officeDocument/2006/relationships/image" Target="../media/image1.png"/><Relationship Id="rId4" Type="http://schemas.openxmlformats.org/officeDocument/2006/relationships/tags" Target="../tags/tag132.xml"/><Relationship Id="rId9" Type="http://schemas.openxmlformats.org/officeDocument/2006/relationships/tags" Target="../tags/tag137.xml"/><Relationship Id="rId14" Type="http://schemas.openxmlformats.org/officeDocument/2006/relationships/tags" Target="../tags/tag142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13" Type="http://schemas.openxmlformats.org/officeDocument/2006/relationships/tags" Target="../tags/tag158.xml"/><Relationship Id="rId3" Type="http://schemas.openxmlformats.org/officeDocument/2006/relationships/tags" Target="../tags/tag148.xml"/><Relationship Id="rId7" Type="http://schemas.openxmlformats.org/officeDocument/2006/relationships/tags" Target="../tags/tag152.xml"/><Relationship Id="rId12" Type="http://schemas.openxmlformats.org/officeDocument/2006/relationships/tags" Target="../tags/tag157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tags" Target="../tags/tag151.xml"/><Relationship Id="rId11" Type="http://schemas.openxmlformats.org/officeDocument/2006/relationships/tags" Target="../tags/tag156.xml"/><Relationship Id="rId5" Type="http://schemas.openxmlformats.org/officeDocument/2006/relationships/tags" Target="../tags/tag150.xml"/><Relationship Id="rId15" Type="http://schemas.openxmlformats.org/officeDocument/2006/relationships/image" Target="../media/image1.png"/><Relationship Id="rId10" Type="http://schemas.openxmlformats.org/officeDocument/2006/relationships/tags" Target="../tags/tag155.xml"/><Relationship Id="rId4" Type="http://schemas.openxmlformats.org/officeDocument/2006/relationships/tags" Target="../tags/tag149.xml"/><Relationship Id="rId9" Type="http://schemas.openxmlformats.org/officeDocument/2006/relationships/tags" Target="../tags/tag154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67.xml"/><Relationship Id="rId7" Type="http://schemas.openxmlformats.org/officeDocument/2006/relationships/image" Target="../media/image7.png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6" Type="http://schemas.openxmlformats.org/officeDocument/2006/relationships/image" Target="../media/image6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68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7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82.xml"/><Relationship Id="rId3" Type="http://schemas.openxmlformats.org/officeDocument/2006/relationships/tags" Target="../tags/tag177.xml"/><Relationship Id="rId7" Type="http://schemas.openxmlformats.org/officeDocument/2006/relationships/tags" Target="../tags/tag181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78.xml"/><Relationship Id="rId9" Type="http://schemas.openxmlformats.org/officeDocument/2006/relationships/tags" Target="../tags/tag183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6.xml"/><Relationship Id="rId7" Type="http://schemas.openxmlformats.org/officeDocument/2006/relationships/tags" Target="../tags/tag190.xml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4" Type="http://schemas.openxmlformats.org/officeDocument/2006/relationships/tags" Target="../tags/tag187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93.xml"/><Relationship Id="rId7" Type="http://schemas.openxmlformats.org/officeDocument/2006/relationships/tags" Target="../tags/tag197.xm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205.xml"/><Relationship Id="rId13" Type="http://schemas.openxmlformats.org/officeDocument/2006/relationships/tags" Target="../tags/tag210.xml"/><Relationship Id="rId18" Type="http://schemas.openxmlformats.org/officeDocument/2006/relationships/image" Target="../media/image1.png"/><Relationship Id="rId3" Type="http://schemas.openxmlformats.org/officeDocument/2006/relationships/tags" Target="../tags/tag200.xml"/><Relationship Id="rId7" Type="http://schemas.openxmlformats.org/officeDocument/2006/relationships/tags" Target="../tags/tag204.xml"/><Relationship Id="rId12" Type="http://schemas.openxmlformats.org/officeDocument/2006/relationships/tags" Target="../tags/tag209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199.xml"/><Relationship Id="rId16" Type="http://schemas.openxmlformats.org/officeDocument/2006/relationships/tags" Target="../tags/tag213.xml"/><Relationship Id="rId1" Type="http://schemas.openxmlformats.org/officeDocument/2006/relationships/tags" Target="../tags/tag198.xml"/><Relationship Id="rId6" Type="http://schemas.openxmlformats.org/officeDocument/2006/relationships/tags" Target="../tags/tag203.xml"/><Relationship Id="rId11" Type="http://schemas.openxmlformats.org/officeDocument/2006/relationships/tags" Target="../tags/tag208.xml"/><Relationship Id="rId5" Type="http://schemas.openxmlformats.org/officeDocument/2006/relationships/tags" Target="../tags/tag202.xml"/><Relationship Id="rId15" Type="http://schemas.openxmlformats.org/officeDocument/2006/relationships/tags" Target="../tags/tag212.xml"/><Relationship Id="rId10" Type="http://schemas.openxmlformats.org/officeDocument/2006/relationships/tags" Target="../tags/tag207.xml"/><Relationship Id="rId4" Type="http://schemas.openxmlformats.org/officeDocument/2006/relationships/tags" Target="../tags/tag201.xml"/><Relationship Id="rId9" Type="http://schemas.openxmlformats.org/officeDocument/2006/relationships/tags" Target="../tags/tag206.xml"/><Relationship Id="rId14" Type="http://schemas.openxmlformats.org/officeDocument/2006/relationships/tags" Target="../tags/tag21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221.xml"/><Relationship Id="rId13" Type="http://schemas.openxmlformats.org/officeDocument/2006/relationships/tags" Target="../tags/tag226.xml"/><Relationship Id="rId3" Type="http://schemas.openxmlformats.org/officeDocument/2006/relationships/tags" Target="../tags/tag216.xml"/><Relationship Id="rId7" Type="http://schemas.openxmlformats.org/officeDocument/2006/relationships/tags" Target="../tags/tag220.xml"/><Relationship Id="rId12" Type="http://schemas.openxmlformats.org/officeDocument/2006/relationships/tags" Target="../tags/tag225.xml"/><Relationship Id="rId2" Type="http://schemas.openxmlformats.org/officeDocument/2006/relationships/tags" Target="../tags/tag215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214.xml"/><Relationship Id="rId6" Type="http://schemas.openxmlformats.org/officeDocument/2006/relationships/tags" Target="../tags/tag219.xml"/><Relationship Id="rId11" Type="http://schemas.openxmlformats.org/officeDocument/2006/relationships/tags" Target="../tags/tag224.xml"/><Relationship Id="rId5" Type="http://schemas.openxmlformats.org/officeDocument/2006/relationships/tags" Target="../tags/tag218.xml"/><Relationship Id="rId15" Type="http://schemas.openxmlformats.org/officeDocument/2006/relationships/tags" Target="../tags/tag228.xml"/><Relationship Id="rId10" Type="http://schemas.openxmlformats.org/officeDocument/2006/relationships/tags" Target="../tags/tag223.xml"/><Relationship Id="rId4" Type="http://schemas.openxmlformats.org/officeDocument/2006/relationships/tags" Target="../tags/tag217.xml"/><Relationship Id="rId9" Type="http://schemas.openxmlformats.org/officeDocument/2006/relationships/tags" Target="../tags/tag222.xml"/><Relationship Id="rId14" Type="http://schemas.openxmlformats.org/officeDocument/2006/relationships/tags" Target="../tags/tag227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236.xml"/><Relationship Id="rId13" Type="http://schemas.openxmlformats.org/officeDocument/2006/relationships/tags" Target="../tags/tag241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31.xml"/><Relationship Id="rId7" Type="http://schemas.openxmlformats.org/officeDocument/2006/relationships/tags" Target="../tags/tag235.xml"/><Relationship Id="rId12" Type="http://schemas.openxmlformats.org/officeDocument/2006/relationships/tags" Target="../tags/tag240.xml"/><Relationship Id="rId17" Type="http://schemas.openxmlformats.org/officeDocument/2006/relationships/tags" Target="../tags/tag245.xml"/><Relationship Id="rId2" Type="http://schemas.openxmlformats.org/officeDocument/2006/relationships/tags" Target="../tags/tag230.xml"/><Relationship Id="rId16" Type="http://schemas.openxmlformats.org/officeDocument/2006/relationships/tags" Target="../tags/tag244.xml"/><Relationship Id="rId1" Type="http://schemas.openxmlformats.org/officeDocument/2006/relationships/tags" Target="../tags/tag229.xml"/><Relationship Id="rId6" Type="http://schemas.openxmlformats.org/officeDocument/2006/relationships/tags" Target="../tags/tag234.xml"/><Relationship Id="rId11" Type="http://schemas.openxmlformats.org/officeDocument/2006/relationships/tags" Target="../tags/tag239.xml"/><Relationship Id="rId5" Type="http://schemas.openxmlformats.org/officeDocument/2006/relationships/tags" Target="../tags/tag233.xml"/><Relationship Id="rId15" Type="http://schemas.openxmlformats.org/officeDocument/2006/relationships/tags" Target="../tags/tag243.xml"/><Relationship Id="rId10" Type="http://schemas.openxmlformats.org/officeDocument/2006/relationships/tags" Target="../tags/tag238.xml"/><Relationship Id="rId4" Type="http://schemas.openxmlformats.org/officeDocument/2006/relationships/tags" Target="../tags/tag232.xml"/><Relationship Id="rId9" Type="http://schemas.openxmlformats.org/officeDocument/2006/relationships/tags" Target="../tags/tag237.xml"/><Relationship Id="rId14" Type="http://schemas.openxmlformats.org/officeDocument/2006/relationships/tags" Target="../tags/tag24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53.xml"/><Relationship Id="rId13" Type="http://schemas.openxmlformats.org/officeDocument/2006/relationships/tags" Target="../tags/tag258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48.xml"/><Relationship Id="rId7" Type="http://schemas.openxmlformats.org/officeDocument/2006/relationships/tags" Target="../tags/tag252.xml"/><Relationship Id="rId12" Type="http://schemas.openxmlformats.org/officeDocument/2006/relationships/tags" Target="../tags/tag257.xml"/><Relationship Id="rId17" Type="http://schemas.openxmlformats.org/officeDocument/2006/relationships/tags" Target="../tags/tag262.xml"/><Relationship Id="rId2" Type="http://schemas.openxmlformats.org/officeDocument/2006/relationships/tags" Target="../tags/tag247.xml"/><Relationship Id="rId16" Type="http://schemas.openxmlformats.org/officeDocument/2006/relationships/tags" Target="../tags/tag261.xml"/><Relationship Id="rId1" Type="http://schemas.openxmlformats.org/officeDocument/2006/relationships/tags" Target="../tags/tag246.xml"/><Relationship Id="rId6" Type="http://schemas.openxmlformats.org/officeDocument/2006/relationships/tags" Target="../tags/tag251.xml"/><Relationship Id="rId11" Type="http://schemas.openxmlformats.org/officeDocument/2006/relationships/tags" Target="../tags/tag256.xml"/><Relationship Id="rId5" Type="http://schemas.openxmlformats.org/officeDocument/2006/relationships/tags" Target="../tags/tag250.xml"/><Relationship Id="rId15" Type="http://schemas.openxmlformats.org/officeDocument/2006/relationships/tags" Target="../tags/tag260.xml"/><Relationship Id="rId10" Type="http://schemas.openxmlformats.org/officeDocument/2006/relationships/tags" Target="../tags/tag255.xml"/><Relationship Id="rId19" Type="http://schemas.openxmlformats.org/officeDocument/2006/relationships/image" Target="../media/image1.png"/><Relationship Id="rId4" Type="http://schemas.openxmlformats.org/officeDocument/2006/relationships/tags" Target="../tags/tag249.xml"/><Relationship Id="rId9" Type="http://schemas.openxmlformats.org/officeDocument/2006/relationships/tags" Target="../tags/tag254.xml"/><Relationship Id="rId14" Type="http://schemas.openxmlformats.org/officeDocument/2006/relationships/tags" Target="../tags/tag259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70.xml"/><Relationship Id="rId13" Type="http://schemas.openxmlformats.org/officeDocument/2006/relationships/tags" Target="../tags/tag275.xml"/><Relationship Id="rId18" Type="http://schemas.openxmlformats.org/officeDocument/2006/relationships/slideMaster" Target="../slideMasters/slideMaster1.xml"/><Relationship Id="rId3" Type="http://schemas.openxmlformats.org/officeDocument/2006/relationships/tags" Target="../tags/tag265.xml"/><Relationship Id="rId7" Type="http://schemas.openxmlformats.org/officeDocument/2006/relationships/tags" Target="../tags/tag269.xml"/><Relationship Id="rId12" Type="http://schemas.openxmlformats.org/officeDocument/2006/relationships/tags" Target="../tags/tag274.xml"/><Relationship Id="rId17" Type="http://schemas.openxmlformats.org/officeDocument/2006/relationships/tags" Target="../tags/tag279.xml"/><Relationship Id="rId2" Type="http://schemas.openxmlformats.org/officeDocument/2006/relationships/tags" Target="../tags/tag264.xml"/><Relationship Id="rId16" Type="http://schemas.openxmlformats.org/officeDocument/2006/relationships/tags" Target="../tags/tag278.xml"/><Relationship Id="rId1" Type="http://schemas.openxmlformats.org/officeDocument/2006/relationships/tags" Target="../tags/tag263.xml"/><Relationship Id="rId6" Type="http://schemas.openxmlformats.org/officeDocument/2006/relationships/tags" Target="../tags/tag268.xml"/><Relationship Id="rId11" Type="http://schemas.openxmlformats.org/officeDocument/2006/relationships/tags" Target="../tags/tag273.xml"/><Relationship Id="rId5" Type="http://schemas.openxmlformats.org/officeDocument/2006/relationships/tags" Target="../tags/tag267.xml"/><Relationship Id="rId15" Type="http://schemas.openxmlformats.org/officeDocument/2006/relationships/tags" Target="../tags/tag277.xml"/><Relationship Id="rId10" Type="http://schemas.openxmlformats.org/officeDocument/2006/relationships/tags" Target="../tags/tag272.xml"/><Relationship Id="rId4" Type="http://schemas.openxmlformats.org/officeDocument/2006/relationships/tags" Target="../tags/tag266.xml"/><Relationship Id="rId9" Type="http://schemas.openxmlformats.org/officeDocument/2006/relationships/tags" Target="../tags/tag271.xml"/><Relationship Id="rId14" Type="http://schemas.openxmlformats.org/officeDocument/2006/relationships/tags" Target="../tags/tag276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87.xml"/><Relationship Id="rId13" Type="http://schemas.openxmlformats.org/officeDocument/2006/relationships/tags" Target="../tags/tag292.xml"/><Relationship Id="rId3" Type="http://schemas.openxmlformats.org/officeDocument/2006/relationships/tags" Target="../tags/tag282.xml"/><Relationship Id="rId7" Type="http://schemas.openxmlformats.org/officeDocument/2006/relationships/tags" Target="../tags/tag286.xml"/><Relationship Id="rId12" Type="http://schemas.openxmlformats.org/officeDocument/2006/relationships/tags" Target="../tags/tag291.xml"/><Relationship Id="rId2" Type="http://schemas.openxmlformats.org/officeDocument/2006/relationships/tags" Target="../tags/tag281.xml"/><Relationship Id="rId1" Type="http://schemas.openxmlformats.org/officeDocument/2006/relationships/tags" Target="../tags/tag280.xml"/><Relationship Id="rId6" Type="http://schemas.openxmlformats.org/officeDocument/2006/relationships/tags" Target="../tags/tag285.xml"/><Relationship Id="rId11" Type="http://schemas.openxmlformats.org/officeDocument/2006/relationships/tags" Target="../tags/tag290.xml"/><Relationship Id="rId5" Type="http://schemas.openxmlformats.org/officeDocument/2006/relationships/tags" Target="../tags/tag284.xml"/><Relationship Id="rId10" Type="http://schemas.openxmlformats.org/officeDocument/2006/relationships/tags" Target="../tags/tag289.xml"/><Relationship Id="rId4" Type="http://schemas.openxmlformats.org/officeDocument/2006/relationships/tags" Target="../tags/tag283.xml"/><Relationship Id="rId9" Type="http://schemas.openxmlformats.org/officeDocument/2006/relationships/tags" Target="../tags/tag288.xml"/><Relationship Id="rId1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tags" Target="../tags/tag295.xml"/><Relationship Id="rId7" Type="http://schemas.openxmlformats.org/officeDocument/2006/relationships/oleObject" Target="../embeddings/oleObject2.bin"/><Relationship Id="rId2" Type="http://schemas.openxmlformats.org/officeDocument/2006/relationships/tags" Target="../tags/tag294.xml"/><Relationship Id="rId1" Type="http://schemas.openxmlformats.org/officeDocument/2006/relationships/tags" Target="../tags/tag29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97.xml"/><Relationship Id="rId4" Type="http://schemas.openxmlformats.org/officeDocument/2006/relationships/tags" Target="../tags/tag29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300.xml"/><Relationship Id="rId2" Type="http://schemas.openxmlformats.org/officeDocument/2006/relationships/tags" Target="../tags/tag299.xml"/><Relationship Id="rId1" Type="http://schemas.openxmlformats.org/officeDocument/2006/relationships/tags" Target="../tags/tag298.xml"/><Relationship Id="rId4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303.xml"/><Relationship Id="rId2" Type="http://schemas.openxmlformats.org/officeDocument/2006/relationships/tags" Target="../tags/tag302.xml"/><Relationship Id="rId1" Type="http://schemas.openxmlformats.org/officeDocument/2006/relationships/tags" Target="../tags/tag301.xml"/><Relationship Id="rId5" Type="http://schemas.openxmlformats.org/officeDocument/2006/relationships/image" Target="../media/image1.png"/><Relationship Id="rId4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5.xml"/><Relationship Id="rId1" Type="http://schemas.openxmlformats.org/officeDocument/2006/relationships/tags" Target="../tags/tag304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3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7.xml"/><Relationship Id="rId1" Type="http://schemas.openxmlformats.org/officeDocument/2006/relationships/tags" Target="../tags/tag306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4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NA wave" descr="Decorative wave"/>
          <p:cNvPicPr>
            <a:picLocks noChangeAspect="1"/>
          </p:cNvPicPr>
          <p:nvPr userDrawn="1"/>
        </p:nvPicPr>
        <p:blipFill>
          <a:blip r:embed="rId6"/>
          <a:srcRect r="2370"/>
          <a:stretch>
            <a:fillRect/>
          </a:stretch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pic>
        <p:nvPicPr>
          <p:cNvPr id="16" name="GNA cover logo" descr="Gheen &amp; Noyes Advisory logo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02920" y="411480"/>
            <a:ext cx="2166134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NA wave" descr="Decorative wave"/>
          <p:cNvPicPr>
            <a:picLocks noChangeAspect="1"/>
          </p:cNvPicPr>
          <p:nvPr userDrawn="1"/>
        </p:nvPicPr>
        <p:blipFill>
          <a:blip r:embed="rId8"/>
          <a:srcRect/>
          <a:stretch>
            <a:fillRect/>
          </a:stretch>
        </p:blipFill>
        <p:spPr>
          <a:xfrm>
            <a:off x="7589520" y="0"/>
            <a:ext cx="4572000" cy="6858000"/>
          </a:xfrm>
          <a:prstGeom prst="rect">
            <a:avLst/>
          </a:prstGeom>
        </p:spPr>
      </p:pic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3715757" y="1108754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1108754"/>
            <a:ext cx="7918704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08754"/>
            <a:ext cx="2514600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pic>
        <p:nvPicPr>
          <p:cNvPr id="25" name="GNA footer logo" descr="GNA logo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08754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08754"/>
            <a:ext cx="34655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pic>
        <p:nvPicPr>
          <p:cNvPr id="25" name="GNA footer logo" descr="GNA logo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81940"/>
            <a:ext cx="5065776" cy="731520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  <p:pic>
        <p:nvPicPr>
          <p:cNvPr id="104" name="GNA footer logo" descr="GNA logo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573171" y="281940"/>
            <a:ext cx="5065776" cy="731520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4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  <p:pic>
        <p:nvPicPr>
          <p:cNvPr id="104" name="GNA footer logo" descr="GNA logo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6967728" cy="731520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08754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08754"/>
            <a:ext cx="34655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pic>
        <p:nvPicPr>
          <p:cNvPr id="27" name="GNA footer logo" descr="GNA logo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08754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08754"/>
            <a:ext cx="2514600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08754"/>
            <a:ext cx="7918704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pic>
        <p:nvPicPr>
          <p:cNvPr id="29" name="GNA footer logo" descr="GNA logo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pic>
        <p:nvPicPr>
          <p:cNvPr id="10" name="GNA footer logo" descr="GNA 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58336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NA wave" descr="Decorative wave"/>
          <p:cNvPicPr>
            <a:picLocks noChangeAspect="1"/>
          </p:cNvPicPr>
          <p:nvPr userDrawn="1"/>
        </p:nvPicPr>
        <p:blipFill>
          <a:blip r:embed="rId6"/>
          <a:srcRect r="9359" b="7017"/>
          <a:stretch>
            <a:fillRect/>
          </a:stretch>
        </p:blipFill>
        <p:spPr>
          <a:xfrm>
            <a:off x="2743200" y="2011680"/>
            <a:ext cx="9448495" cy="4846320"/>
          </a:xfrm>
          <a:prstGeom prst="rect">
            <a:avLst/>
          </a:prstGeom>
        </p:spPr>
      </p:pic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+mn-lt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pic>
        <p:nvPicPr>
          <p:cNvPr id="16" name="GNA cover logo" descr="Gheen &amp; Noyes Advisory logo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02920" y="411480"/>
            <a:ext cx="2166134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281940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3715757" y="1108754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08754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2514600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pic>
        <p:nvPicPr>
          <p:cNvPr id="25" name="GNA footer logo" descr="GNA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08754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08754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08754"/>
            <a:ext cx="34655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81940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573171" y="281940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4"/>
            </p:custDataLst>
          </p:nvPr>
        </p:nvCxnSpPr>
        <p:spPr>
          <a:xfrm>
            <a:off x="6573171" y="1108754"/>
            <a:ext cx="50657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  <p:pic>
        <p:nvPicPr>
          <p:cNvPr id="104" name="GNA footer logo" descr="GNA logo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08754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08754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08754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08754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08754"/>
            <a:ext cx="7918704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pic>
        <p:nvPicPr>
          <p:cNvPr id="10" name="GNA footer logo" descr="GNA 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58336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5782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25043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22EA7EF-3E7C-439D-BE1B-23D67E3C71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933890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22EA7EF-3E7C-439D-BE1B-23D67E3C71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183420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8EA2B47-10D4-7DBD-8DB4-FE8BB18230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5675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8EA2B47-10D4-7DBD-8DB4-FE8BB18230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5879708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NA wave" descr="Decorative wave"/>
          <p:cNvPicPr>
            <a:picLocks noChangeAspect="1"/>
          </p:cNvPicPr>
          <p:nvPr userDrawn="1"/>
        </p:nvPicPr>
        <p:blipFill>
          <a:blip r:embed="rId3"/>
          <a:srcRect l="10714" b="8928"/>
          <a:stretch>
            <a:fillRect/>
          </a:stretch>
        </p:blipFill>
        <p:spPr>
          <a:xfrm>
            <a:off x="0" y="2194560"/>
            <a:ext cx="4571999" cy="4663440"/>
          </a:xfrm>
          <a:prstGeom prst="rect">
            <a:avLst/>
          </a:prstGeom>
        </p:spPr>
      </p:pic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  <a:defRPr sz="1600" b="0">
                <a:solidFill>
                  <a:srgbClr val="26262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42861380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30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38" r:id="rId27"/>
    <p:sldLayoutId id="2147484239" r:id="rId28"/>
    <p:sldLayoutId id="2147484240" r:id="rId29"/>
    <p:sldLayoutId id="2147484241" r:id="rId30"/>
    <p:sldLayoutId id="2147484242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Gna1" Type="http://schemas.openxmlformats.org/officeDocument/2006/relationships/tags" Target="../tags/gnatag1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3.xml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2.xml"/></Relationships>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4.xml"/></Relationships>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5.xml"/></Relationships>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6.xml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7.xml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Gna1" Type="http://schemas.openxmlformats.org/officeDocument/2006/relationships/tags" Target="../tags/gnatag8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NA wave" descr="Decorative wave"/>
          <p:cNvPicPr>
            <a:picLocks noChangeAspect="1"/>
          </p:cNvPicPr>
          <p:nvPr/>
        </p:nvPicPr>
        <p:blipFill>
          <a:blip r:embed="rId2"/>
          <a:srcRect r="9359" b="7017"/>
          <a:stretch>
            <a:fillRect/>
          </a:stretch>
        </p:blipFill>
        <p:spPr>
          <a:xfrm>
            <a:off x="-609600" y="-20870"/>
            <a:ext cx="13411200" cy="6878870"/>
          </a:xfrm>
          <a:prstGeom prst="rect">
            <a:avLst/>
          </a:prstGeom>
        </p:spPr>
      </p:pic>
      <p:pic>
        <p:nvPicPr>
          <p:cNvPr id="51" name="GNA cover logo" descr="Gheen &amp; Noyes Advisor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2166134" cy="1143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0E783-A7C4-C6AE-DC4A-D5119163D9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noFill/>
        </p:spPr>
        <p:txBody>
          <a:bodyPr/>
          <a:lstStyle/>
          <a:p>
            <a:r>
              <a:rPr lang="en-US" dirty="0"/>
              <a:t>[Insert date]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290C0-6165-3DBD-C55C-3AD3B5D63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dirty="0"/>
              <a:t>[Subtitle]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1914E-84F1-41E2-2ECD-D187FCB7EB5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[Title of document]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7AEE01-5410-059F-1921-9B2FBF62F13E}"/>
              </a:ext>
            </a:extLst>
          </p:cNvPr>
          <p:cNvSpPr txBox="1"/>
          <p:nvPr/>
        </p:nvSpPr>
        <p:spPr>
          <a:xfrm>
            <a:off x="7001301" y="5424985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6075389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[What we heard / Insert action title]</a:t>
            </a:r>
          </a:p>
        </p:txBody>
      </p:sp>
      <p:sp>
        <p:nvSpPr>
          <p:cNvPr id="3" name="Quote mark"/>
          <p:cNvSpPr txBox="1"/>
          <p:nvPr/>
        </p:nvSpPr>
        <p:spPr>
          <a:xfrm>
            <a:off x="557784" y="1417320"/>
            <a:ext cx="1097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0000"/>
              </a:lnSpc>
              <a:spcAft>
                <a:spcPts val="400"/>
              </a:spcAft>
            </a:pPr>
            <a:r>
              <a:rPr sz="12000" b="1" i="0">
                <a:solidFill>
                  <a:srgbClr val="B3CBC7"/>
                </a:solidFill>
              </a:rPr>
              <a:t>“</a:t>
            </a:r>
          </a:p>
        </p:txBody>
      </p:sp>
      <p:sp>
        <p:nvSpPr>
          <p:cNvPr id="4" name="Quote"/>
          <p:cNvSpPr txBox="1"/>
          <p:nvPr/>
        </p:nvSpPr>
        <p:spPr>
          <a:xfrm>
            <a:off x="1600200" y="2011680"/>
            <a:ext cx="89611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800" b="0" i="1">
                <a:solidFill>
                  <a:srgbClr val="025043"/>
                </a:solidFill>
              </a:rPr>
              <a:t>[Insert a short, specific quote from a client, interviewee or stakeholder that captures the core issue in their own words]</a:t>
            </a:r>
          </a:p>
        </p:txBody>
      </p:sp>
      <p:cxnSp>
        <p:nvCxnSpPr>
          <p:cNvPr id="5" name="Attribution rule"/>
          <p:cNvCxnSpPr/>
          <p:nvPr/>
        </p:nvCxnSpPr>
        <p:spPr>
          <a:xfrm>
            <a:off x="1600200" y="4617720"/>
            <a:ext cx="1143000" cy="0"/>
          </a:xfrm>
          <a:prstGeom prst="line">
            <a:avLst/>
          </a:prstGeom>
          <a:ln w="15875">
            <a:solidFill>
              <a:srgbClr val="025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Attribution"/>
          <p:cNvSpPr txBox="1"/>
          <p:nvPr/>
        </p:nvSpPr>
        <p:spPr>
          <a:xfrm>
            <a:off x="1600200" y="4754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62626"/>
                </a:solidFill>
              </a:rPr>
              <a:t>[Name]</a:t>
            </a:r>
            <a:r>
              <a:rPr sz="1300" b="0" i="0">
                <a:solidFill>
                  <a:srgbClr val="8C8C8C"/>
                </a:solidFill>
              </a:rPr>
              <a:t>, [Title], [Organization]</a:t>
            </a:r>
          </a:p>
        </p:txBody>
      </p:sp>
    </p:spTree>
    <p:custDataLst>
      <p:tags r:id="rIdGna1"/>
    </p:custData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[Meeting name], [date]: agenda</a:t>
            </a:r>
          </a:p>
        </p:txBody>
      </p:sp>
      <p:graphicFrame>
        <p:nvGraphicFramePr>
          <p:cNvPr id="3" name="Agenda table"/>
          <p:cNvGraphicFramePr>
            <a:graphicFrameLocks noGrp="1"/>
          </p:cNvGraphicFramePr>
          <p:nvPr/>
        </p:nvGraphicFramePr>
        <p:xfrm>
          <a:off x="557784" y="1508760"/>
          <a:ext cx="11082528" cy="37124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1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Time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Topic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Purpose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5043"/>
                          </a:solidFill>
                        </a:rPr>
                        <a:t>Lead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5875">
                      <a:solidFill>
                        <a:srgbClr val="02504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[09:00]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[Welcome and objectives]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[Agree what we need to leave with]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rgbClr val="0250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[09:15]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[Where we are today]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[Share progress and findings]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[09:45]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[Options discussion]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[Test the three options against our criteria]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[10:30]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[Break]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[10:45]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[Recommendation]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[Decide on the preferred option]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[11:30]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[Next steps and owners]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[Confirm actions, owners and dates]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[Name]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Pre-read"/>
          <p:cNvSpPr txBox="1"/>
          <p:nvPr/>
        </p:nvSpPr>
        <p:spPr>
          <a:xfrm>
            <a:off x="557784" y="5440680"/>
            <a:ext cx="110825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25043"/>
                </a:solidFill>
              </a:rPr>
              <a:t>Pre-read: </a:t>
            </a:r>
            <a:r>
              <a:rPr sz="1100" b="0" i="0">
                <a:solidFill>
                  <a:srgbClr val="8C8C8C"/>
                </a:solidFill>
              </a:rPr>
              <a:t>[Link or document name, circulated by date]</a:t>
            </a:r>
          </a:p>
        </p:txBody>
      </p:sp>
    </p:spTree>
    <p:custDataLst>
      <p:tags r:id="rIdGna1"/>
    </p:custData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[Six ideas worth testing / Insert action title]</a:t>
            </a:r>
          </a:p>
        </p:txBody>
      </p:sp>
      <p:sp>
        <p:nvSpPr>
          <p:cNvPr id="3" name="Idea card 1"/>
          <p:cNvSpPr/>
          <p:nvPr/>
        </p:nvSpPr>
        <p:spPr>
          <a:xfrm>
            <a:off x="557784" y="1463040"/>
            <a:ext cx="3566160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dea number 1"/>
          <p:cNvSpPr/>
          <p:nvPr/>
        </p:nvSpPr>
        <p:spPr>
          <a:xfrm>
            <a:off x="786384" y="1691640"/>
            <a:ext cx="384048" cy="38404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Idea title 1"/>
          <p:cNvSpPr txBox="1"/>
          <p:nvPr/>
        </p:nvSpPr>
        <p:spPr>
          <a:xfrm>
            <a:off x="1307592" y="1709928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5043"/>
                </a:solidFill>
              </a:rPr>
              <a:t>[Idea name 1]</a:t>
            </a:r>
          </a:p>
        </p:txBody>
      </p:sp>
      <p:sp>
        <p:nvSpPr>
          <p:cNvPr id="6" name="Idea text 1"/>
          <p:cNvSpPr txBox="1"/>
          <p:nvPr/>
        </p:nvSpPr>
        <p:spPr>
          <a:xfrm>
            <a:off x="786384" y="22860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</a:rPr>
              <a:t>[One or two sentences on the idea and the problem it solves]</a:t>
            </a:r>
          </a:p>
        </p:txBody>
      </p:sp>
      <p:sp>
        <p:nvSpPr>
          <p:cNvPr id="7" name="Idea tag 1"/>
          <p:cNvSpPr txBox="1"/>
          <p:nvPr/>
        </p:nvSpPr>
        <p:spPr>
          <a:xfrm>
            <a:off x="786384" y="3136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</a:rPr>
              <a:t>[Owner]  ·  [Theme]</a:t>
            </a:r>
          </a:p>
        </p:txBody>
      </p:sp>
      <p:sp>
        <p:nvSpPr>
          <p:cNvPr id="8" name="Idea card 2"/>
          <p:cNvSpPr/>
          <p:nvPr/>
        </p:nvSpPr>
        <p:spPr>
          <a:xfrm>
            <a:off x="4315968" y="1463040"/>
            <a:ext cx="3566160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dea number 2"/>
          <p:cNvSpPr/>
          <p:nvPr/>
        </p:nvSpPr>
        <p:spPr>
          <a:xfrm>
            <a:off x="4544568" y="1691640"/>
            <a:ext cx="384048" cy="38404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Idea title 2"/>
          <p:cNvSpPr txBox="1"/>
          <p:nvPr/>
        </p:nvSpPr>
        <p:spPr>
          <a:xfrm>
            <a:off x="5065776" y="1709928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5043"/>
                </a:solidFill>
              </a:rPr>
              <a:t>[Idea name 2]</a:t>
            </a:r>
          </a:p>
        </p:txBody>
      </p:sp>
      <p:sp>
        <p:nvSpPr>
          <p:cNvPr id="11" name="Idea text 2"/>
          <p:cNvSpPr txBox="1"/>
          <p:nvPr/>
        </p:nvSpPr>
        <p:spPr>
          <a:xfrm>
            <a:off x="4544568" y="22860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</a:rPr>
              <a:t>[One or two sentences on the idea and the problem it solves]</a:t>
            </a:r>
          </a:p>
        </p:txBody>
      </p:sp>
      <p:sp>
        <p:nvSpPr>
          <p:cNvPr id="12" name="Idea tag 2"/>
          <p:cNvSpPr txBox="1"/>
          <p:nvPr/>
        </p:nvSpPr>
        <p:spPr>
          <a:xfrm>
            <a:off x="4544568" y="3136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</a:rPr>
              <a:t>[Owner]  ·  [Theme]</a:t>
            </a:r>
          </a:p>
        </p:txBody>
      </p:sp>
      <p:sp>
        <p:nvSpPr>
          <p:cNvPr id="13" name="Idea card 3"/>
          <p:cNvSpPr/>
          <p:nvPr/>
        </p:nvSpPr>
        <p:spPr>
          <a:xfrm>
            <a:off x="8074152" y="1463040"/>
            <a:ext cx="3566160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Idea number 3"/>
          <p:cNvSpPr/>
          <p:nvPr/>
        </p:nvSpPr>
        <p:spPr>
          <a:xfrm>
            <a:off x="8302752" y="1691640"/>
            <a:ext cx="384048" cy="38404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Idea title 3"/>
          <p:cNvSpPr txBox="1"/>
          <p:nvPr/>
        </p:nvSpPr>
        <p:spPr>
          <a:xfrm>
            <a:off x="8823960" y="1709928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5043"/>
                </a:solidFill>
              </a:rPr>
              <a:t>[Idea name 3]</a:t>
            </a:r>
          </a:p>
        </p:txBody>
      </p:sp>
      <p:sp>
        <p:nvSpPr>
          <p:cNvPr id="16" name="Idea text 3"/>
          <p:cNvSpPr txBox="1"/>
          <p:nvPr/>
        </p:nvSpPr>
        <p:spPr>
          <a:xfrm>
            <a:off x="8302752" y="22860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</a:rPr>
              <a:t>[One or two sentences on the idea and the problem it solves]</a:t>
            </a:r>
          </a:p>
        </p:txBody>
      </p:sp>
      <p:sp>
        <p:nvSpPr>
          <p:cNvPr id="17" name="Idea tag 3"/>
          <p:cNvSpPr txBox="1"/>
          <p:nvPr/>
        </p:nvSpPr>
        <p:spPr>
          <a:xfrm>
            <a:off x="8302752" y="3136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</a:rPr>
              <a:t>[Owner]  ·  [Theme]</a:t>
            </a:r>
          </a:p>
        </p:txBody>
      </p:sp>
      <p:sp>
        <p:nvSpPr>
          <p:cNvPr id="18" name="Idea card 4"/>
          <p:cNvSpPr/>
          <p:nvPr/>
        </p:nvSpPr>
        <p:spPr>
          <a:xfrm>
            <a:off x="557784" y="3749039"/>
            <a:ext cx="3566160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dea number 4"/>
          <p:cNvSpPr/>
          <p:nvPr/>
        </p:nvSpPr>
        <p:spPr>
          <a:xfrm>
            <a:off x="786384" y="3977639"/>
            <a:ext cx="384048" cy="38404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Idea title 4"/>
          <p:cNvSpPr txBox="1"/>
          <p:nvPr/>
        </p:nvSpPr>
        <p:spPr>
          <a:xfrm>
            <a:off x="1307592" y="3995927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5043"/>
                </a:solidFill>
              </a:rPr>
              <a:t>[Idea name 4]</a:t>
            </a:r>
          </a:p>
        </p:txBody>
      </p:sp>
      <p:sp>
        <p:nvSpPr>
          <p:cNvPr id="21" name="Idea text 4"/>
          <p:cNvSpPr txBox="1"/>
          <p:nvPr/>
        </p:nvSpPr>
        <p:spPr>
          <a:xfrm>
            <a:off x="786384" y="45720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</a:rPr>
              <a:t>[One or two sentences on the idea and the problem it solves]</a:t>
            </a:r>
          </a:p>
        </p:txBody>
      </p:sp>
      <p:sp>
        <p:nvSpPr>
          <p:cNvPr id="22" name="Idea tag 4"/>
          <p:cNvSpPr txBox="1"/>
          <p:nvPr/>
        </p:nvSpPr>
        <p:spPr>
          <a:xfrm>
            <a:off x="786384" y="5422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</a:rPr>
              <a:t>[Owner]  ·  [Theme]</a:t>
            </a:r>
          </a:p>
        </p:txBody>
      </p:sp>
      <p:sp>
        <p:nvSpPr>
          <p:cNvPr id="23" name="Idea card 5"/>
          <p:cNvSpPr/>
          <p:nvPr/>
        </p:nvSpPr>
        <p:spPr>
          <a:xfrm>
            <a:off x="4315968" y="3749039"/>
            <a:ext cx="3566160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dea number 5"/>
          <p:cNvSpPr/>
          <p:nvPr/>
        </p:nvSpPr>
        <p:spPr>
          <a:xfrm>
            <a:off x="4544568" y="3977639"/>
            <a:ext cx="384048" cy="38404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Idea title 5"/>
          <p:cNvSpPr txBox="1"/>
          <p:nvPr/>
        </p:nvSpPr>
        <p:spPr>
          <a:xfrm>
            <a:off x="5065776" y="3995927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5043"/>
                </a:solidFill>
              </a:rPr>
              <a:t>[Idea name 5]</a:t>
            </a:r>
          </a:p>
        </p:txBody>
      </p:sp>
      <p:sp>
        <p:nvSpPr>
          <p:cNvPr id="26" name="Idea text 5"/>
          <p:cNvSpPr txBox="1"/>
          <p:nvPr/>
        </p:nvSpPr>
        <p:spPr>
          <a:xfrm>
            <a:off x="4544568" y="45720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</a:rPr>
              <a:t>[One or two sentences on the idea and the problem it solves]</a:t>
            </a:r>
          </a:p>
        </p:txBody>
      </p:sp>
      <p:sp>
        <p:nvSpPr>
          <p:cNvPr id="27" name="Idea tag 5"/>
          <p:cNvSpPr txBox="1"/>
          <p:nvPr/>
        </p:nvSpPr>
        <p:spPr>
          <a:xfrm>
            <a:off x="4544568" y="5422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</a:rPr>
              <a:t>[Owner]  ·  [Theme]</a:t>
            </a:r>
          </a:p>
        </p:txBody>
      </p:sp>
      <p:sp>
        <p:nvSpPr>
          <p:cNvPr id="28" name="Idea card 6"/>
          <p:cNvSpPr/>
          <p:nvPr/>
        </p:nvSpPr>
        <p:spPr>
          <a:xfrm>
            <a:off x="8074152" y="3749039"/>
            <a:ext cx="3566160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Idea number 6"/>
          <p:cNvSpPr/>
          <p:nvPr/>
        </p:nvSpPr>
        <p:spPr>
          <a:xfrm>
            <a:off x="8302752" y="3977639"/>
            <a:ext cx="384048" cy="38404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0" name="Idea title 6"/>
          <p:cNvSpPr txBox="1"/>
          <p:nvPr/>
        </p:nvSpPr>
        <p:spPr>
          <a:xfrm>
            <a:off x="8823960" y="3995927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5043"/>
                </a:solidFill>
              </a:rPr>
              <a:t>[Idea name 6]</a:t>
            </a:r>
          </a:p>
        </p:txBody>
      </p:sp>
      <p:sp>
        <p:nvSpPr>
          <p:cNvPr id="31" name="Idea text 6"/>
          <p:cNvSpPr txBox="1"/>
          <p:nvPr/>
        </p:nvSpPr>
        <p:spPr>
          <a:xfrm>
            <a:off x="8302752" y="45720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</a:rPr>
              <a:t>[One or two sentences on the idea and the problem it solves]</a:t>
            </a:r>
          </a:p>
        </p:txBody>
      </p:sp>
      <p:sp>
        <p:nvSpPr>
          <p:cNvPr id="32" name="Idea tag 6"/>
          <p:cNvSpPr txBox="1"/>
          <p:nvPr/>
        </p:nvSpPr>
        <p:spPr>
          <a:xfrm>
            <a:off x="8302752" y="5422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</a:rPr>
              <a:t>[Owner]  ·  [Theme]</a:t>
            </a:r>
          </a:p>
        </p:txBody>
      </p:sp>
    </p:spTree>
    <p:custDataLst>
      <p:tags r:id="rIdGna1"/>
    </p:custData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[Start with the quick wins and fund one big bet / Insert action title]</a:t>
            </a:r>
          </a:p>
        </p:txBody>
      </p:sp>
      <p:sp>
        <p:nvSpPr>
          <p:cNvPr id="3" name="Quadrant Quick wins"/>
          <p:cNvSpPr/>
          <p:nvPr/>
        </p:nvSpPr>
        <p:spPr>
          <a:xfrm>
            <a:off x="1188720" y="1554480"/>
            <a:ext cx="2926080" cy="2148840"/>
          </a:xfrm>
          <a:prstGeom prst="rect">
            <a:avLst/>
          </a:prstGeom>
          <a:solidFill>
            <a:srgbClr val="E6EEEC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Label Quick wins"/>
          <p:cNvSpPr txBox="1"/>
          <p:nvPr/>
        </p:nvSpPr>
        <p:spPr>
          <a:xfrm>
            <a:off x="1325880" y="1664207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25043"/>
                </a:solidFill>
              </a:rPr>
              <a:t>Quick wins</a:t>
            </a:r>
          </a:p>
        </p:txBody>
      </p:sp>
      <p:sp>
        <p:nvSpPr>
          <p:cNvPr id="5" name="Quadrant Big bets"/>
          <p:cNvSpPr/>
          <p:nvPr/>
        </p:nvSpPr>
        <p:spPr>
          <a:xfrm>
            <a:off x="4114800" y="1554480"/>
            <a:ext cx="2926080" cy="2148840"/>
          </a:xfrm>
          <a:prstGeom prst="rect">
            <a:avLst/>
          </a:prstGeom>
          <a:solidFill>
            <a:srgbClr val="E6EEEC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Label Big bets"/>
          <p:cNvSpPr txBox="1"/>
          <p:nvPr/>
        </p:nvSpPr>
        <p:spPr>
          <a:xfrm>
            <a:off x="4251960" y="1664207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25043"/>
                </a:solidFill>
              </a:rPr>
              <a:t>Big bets</a:t>
            </a:r>
          </a:p>
        </p:txBody>
      </p:sp>
      <p:sp>
        <p:nvSpPr>
          <p:cNvPr id="7" name="Quadrant Fill-ins"/>
          <p:cNvSpPr/>
          <p:nvPr/>
        </p:nvSpPr>
        <p:spPr>
          <a:xfrm>
            <a:off x="1188720" y="3703320"/>
            <a:ext cx="2926080" cy="2148840"/>
          </a:xfrm>
          <a:prstGeom prst="rect">
            <a:avLst/>
          </a:prstGeom>
          <a:solidFill>
            <a:srgbClr val="F2F2F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abel Fill-ins"/>
          <p:cNvSpPr txBox="1"/>
          <p:nvPr/>
        </p:nvSpPr>
        <p:spPr>
          <a:xfrm>
            <a:off x="1325880" y="38130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C8C8C"/>
                </a:solidFill>
              </a:rPr>
              <a:t>Fill-ins</a:t>
            </a:r>
          </a:p>
        </p:txBody>
      </p:sp>
      <p:sp>
        <p:nvSpPr>
          <p:cNvPr id="9" name="Quadrant Deprioritize"/>
          <p:cNvSpPr/>
          <p:nvPr/>
        </p:nvSpPr>
        <p:spPr>
          <a:xfrm>
            <a:off x="4114800" y="3703320"/>
            <a:ext cx="2926080" cy="2148840"/>
          </a:xfrm>
          <a:prstGeom prst="rect">
            <a:avLst/>
          </a:prstGeom>
          <a:solidFill>
            <a:srgbClr val="F2F2F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Label Deprioritize"/>
          <p:cNvSpPr txBox="1"/>
          <p:nvPr/>
        </p:nvSpPr>
        <p:spPr>
          <a:xfrm>
            <a:off x="4251960" y="381304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8C8C8C"/>
                </a:solidFill>
              </a:rPr>
              <a:t>Deprioritize</a:t>
            </a:r>
          </a:p>
        </p:txBody>
      </p:sp>
      <p:cxnSp>
        <p:nvCxnSpPr>
          <p:cNvPr id="11" name="X axis"/>
          <p:cNvCxnSpPr/>
          <p:nvPr/>
        </p:nvCxnSpPr>
        <p:spPr>
          <a:xfrm>
            <a:off x="1188720" y="5852160"/>
            <a:ext cx="5943600" cy="0"/>
          </a:xfrm>
          <a:prstGeom prst="line">
            <a:avLst/>
          </a:prstGeom>
          <a:ln w="127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Y axis"/>
          <p:cNvCxnSpPr/>
          <p:nvPr/>
        </p:nvCxnSpPr>
        <p:spPr>
          <a:xfrm>
            <a:off x="1188720" y="1463039"/>
            <a:ext cx="0" cy="4389121"/>
          </a:xfrm>
          <a:prstGeom prst="line">
            <a:avLst/>
          </a:prstGeom>
          <a:ln w="1270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X label"/>
          <p:cNvSpPr txBox="1"/>
          <p:nvPr/>
        </p:nvSpPr>
        <p:spPr>
          <a:xfrm>
            <a:off x="1188720" y="594360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62626"/>
                </a:solidFill>
              </a:rPr>
              <a:t>Effort</a:t>
            </a:r>
            <a:r>
              <a:rPr sz="1000" b="0" i="0">
                <a:solidFill>
                  <a:srgbClr val="8C8C8C"/>
                </a:solidFill>
              </a:rPr>
              <a:t>  low to high</a:t>
            </a:r>
          </a:p>
        </p:txBody>
      </p:sp>
      <p:sp>
        <p:nvSpPr>
          <p:cNvPr id="14" name="Y label"/>
          <p:cNvSpPr txBox="1"/>
          <p:nvPr/>
        </p:nvSpPr>
        <p:spPr>
          <a:xfrm rot="16200000">
            <a:off x="-228600" y="35661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62626"/>
                </a:solidFill>
              </a:rPr>
              <a:t>Impact</a:t>
            </a:r>
            <a:r>
              <a:rPr sz="1000" b="0" i="0">
                <a:solidFill>
                  <a:srgbClr val="8C8C8C"/>
                </a:solidFill>
              </a:rPr>
              <a:t>  low to high</a:t>
            </a:r>
          </a:p>
        </p:txBody>
      </p:sp>
      <p:sp>
        <p:nvSpPr>
          <p:cNvPr id="15" name="Idea dot 1"/>
          <p:cNvSpPr/>
          <p:nvPr/>
        </p:nvSpPr>
        <p:spPr>
          <a:xfrm>
            <a:off x="2068372" y="2240280"/>
            <a:ext cx="347472" cy="347472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Idea dot 2"/>
          <p:cNvSpPr/>
          <p:nvPr/>
        </p:nvSpPr>
        <p:spPr>
          <a:xfrm>
            <a:off x="2887675" y="3013862"/>
            <a:ext cx="347472" cy="347472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Idea dot 3"/>
          <p:cNvSpPr/>
          <p:nvPr/>
        </p:nvSpPr>
        <p:spPr>
          <a:xfrm>
            <a:off x="5111495" y="2025395"/>
            <a:ext cx="347472" cy="347472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Idea dot 4"/>
          <p:cNvSpPr/>
          <p:nvPr/>
        </p:nvSpPr>
        <p:spPr>
          <a:xfrm>
            <a:off x="5813755" y="3099816"/>
            <a:ext cx="347472" cy="347472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Idea dot 5"/>
          <p:cNvSpPr/>
          <p:nvPr/>
        </p:nvSpPr>
        <p:spPr>
          <a:xfrm>
            <a:off x="2478024" y="4475073"/>
            <a:ext cx="347472" cy="347472"/>
          </a:xfrm>
          <a:prstGeom prst="ellips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Idea dot 6"/>
          <p:cNvSpPr/>
          <p:nvPr/>
        </p:nvSpPr>
        <p:spPr>
          <a:xfrm>
            <a:off x="5228539" y="4818888"/>
            <a:ext cx="347472" cy="347472"/>
          </a:xfrm>
          <a:prstGeom prst="ellips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Legend header"/>
          <p:cNvSpPr txBox="1"/>
          <p:nvPr/>
        </p:nvSpPr>
        <p:spPr>
          <a:xfrm>
            <a:off x="7589520" y="155448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5043"/>
                </a:solidFill>
              </a:rPr>
              <a:t>Ideas plotted</a:t>
            </a:r>
          </a:p>
        </p:txBody>
      </p:sp>
      <p:sp>
        <p:nvSpPr>
          <p:cNvPr id="22" name="Legend dot 1"/>
          <p:cNvSpPr/>
          <p:nvPr/>
        </p:nvSpPr>
        <p:spPr>
          <a:xfrm>
            <a:off x="7589520" y="2011680"/>
            <a:ext cx="292608" cy="29260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Legend item 1"/>
          <p:cNvSpPr txBox="1"/>
          <p:nvPr/>
        </p:nvSpPr>
        <p:spPr>
          <a:xfrm>
            <a:off x="8046720" y="199339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</a:rPr>
              <a:t>[Idea 1]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</a:rPr>
              <a:t>[One line on why it sits here]</a:t>
            </a:r>
          </a:p>
        </p:txBody>
      </p:sp>
      <p:sp>
        <p:nvSpPr>
          <p:cNvPr id="24" name="Legend dot 2"/>
          <p:cNvSpPr/>
          <p:nvPr/>
        </p:nvSpPr>
        <p:spPr>
          <a:xfrm>
            <a:off x="7589520" y="2697480"/>
            <a:ext cx="292608" cy="29260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Legend item 2"/>
          <p:cNvSpPr txBox="1"/>
          <p:nvPr/>
        </p:nvSpPr>
        <p:spPr>
          <a:xfrm>
            <a:off x="8046720" y="267919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</a:rPr>
              <a:t>[Idea 2]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</a:rPr>
              <a:t>[One line on why it sits here]</a:t>
            </a:r>
          </a:p>
        </p:txBody>
      </p:sp>
      <p:sp>
        <p:nvSpPr>
          <p:cNvPr id="26" name="Legend dot 3"/>
          <p:cNvSpPr/>
          <p:nvPr/>
        </p:nvSpPr>
        <p:spPr>
          <a:xfrm>
            <a:off x="7589520" y="3383280"/>
            <a:ext cx="292608" cy="29260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Legend item 3"/>
          <p:cNvSpPr txBox="1"/>
          <p:nvPr/>
        </p:nvSpPr>
        <p:spPr>
          <a:xfrm>
            <a:off x="8046720" y="336499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</a:rPr>
              <a:t>[Idea 3]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</a:rPr>
              <a:t>[One line on why it sits here]</a:t>
            </a:r>
          </a:p>
        </p:txBody>
      </p:sp>
      <p:sp>
        <p:nvSpPr>
          <p:cNvPr id="28" name="Legend dot 4"/>
          <p:cNvSpPr/>
          <p:nvPr/>
        </p:nvSpPr>
        <p:spPr>
          <a:xfrm>
            <a:off x="7589520" y="4069080"/>
            <a:ext cx="292608" cy="29260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Legend item 4"/>
          <p:cNvSpPr txBox="1"/>
          <p:nvPr/>
        </p:nvSpPr>
        <p:spPr>
          <a:xfrm>
            <a:off x="8046720" y="405079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</a:rPr>
              <a:t>[Idea 4]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</a:rPr>
              <a:t>[One line on why it sits here]</a:t>
            </a:r>
          </a:p>
        </p:txBody>
      </p:sp>
      <p:sp>
        <p:nvSpPr>
          <p:cNvPr id="30" name="Legend dot 5"/>
          <p:cNvSpPr/>
          <p:nvPr/>
        </p:nvSpPr>
        <p:spPr>
          <a:xfrm>
            <a:off x="7589520" y="4754880"/>
            <a:ext cx="292608" cy="292608"/>
          </a:xfrm>
          <a:prstGeom prst="ellips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Legend item 5"/>
          <p:cNvSpPr txBox="1"/>
          <p:nvPr/>
        </p:nvSpPr>
        <p:spPr>
          <a:xfrm>
            <a:off x="8046720" y="473659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</a:rPr>
              <a:t>[Idea 5]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</a:rPr>
              <a:t>[One line on why it sits here]</a:t>
            </a:r>
          </a:p>
        </p:txBody>
      </p:sp>
      <p:sp>
        <p:nvSpPr>
          <p:cNvPr id="32" name="Legend dot 6"/>
          <p:cNvSpPr/>
          <p:nvPr/>
        </p:nvSpPr>
        <p:spPr>
          <a:xfrm>
            <a:off x="7589520" y="5440680"/>
            <a:ext cx="292608" cy="292608"/>
          </a:xfrm>
          <a:prstGeom prst="ellipse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Legend item 6"/>
          <p:cNvSpPr txBox="1"/>
          <p:nvPr/>
        </p:nvSpPr>
        <p:spPr>
          <a:xfrm>
            <a:off x="8046720" y="542239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2626"/>
                </a:solidFill>
              </a:rPr>
              <a:t>[Idea 6]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C8C8C"/>
                </a:solidFill>
              </a:rPr>
              <a:t>[One line on why it sits here]</a:t>
            </a:r>
          </a:p>
        </p:txBody>
      </p:sp>
    </p:spTree>
    <p:custDataLst>
      <p:tags r:id="rIdGna1"/>
    </p:custData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[Meeting name], [date]: summary</a:t>
            </a:r>
          </a:p>
        </p:txBody>
      </p:sp>
      <p:sp>
        <p:nvSpPr>
          <p:cNvPr id="3" name="Summary 1 header"/>
          <p:cNvSpPr txBox="1"/>
          <p:nvPr/>
        </p:nvSpPr>
        <p:spPr>
          <a:xfrm>
            <a:off x="557784" y="14630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25043"/>
                </a:solidFill>
              </a:rPr>
              <a:t>Decisions made</a:t>
            </a:r>
          </a:p>
        </p:txBody>
      </p:sp>
      <p:sp>
        <p:nvSpPr>
          <p:cNvPr id="4" name="Summary 1 items"/>
          <p:cNvSpPr txBox="1"/>
          <p:nvPr/>
        </p:nvSpPr>
        <p:spPr>
          <a:xfrm>
            <a:off x="3566160" y="1481328"/>
            <a:ext cx="80467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4592" indent="-164592" algn="l">
              <a:spcAft>
                <a:spcPts val="500"/>
              </a:spcAft>
              <a:buClr>
                <a:srgbClr val="02504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</a:rPr>
              <a:t>[Decision, and who made it]</a:t>
            </a:r>
          </a:p>
          <a:p>
            <a:pPr marL="164592" indent="-164592" algn="l">
              <a:spcAft>
                <a:spcPts val="500"/>
              </a:spcAft>
              <a:buClr>
                <a:srgbClr val="02504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</a:rPr>
              <a:t>[Decision, and who made it]</a:t>
            </a:r>
          </a:p>
          <a:p>
            <a:pPr marL="164592" indent="-164592" algn="l">
              <a:spcAft>
                <a:spcPts val="500"/>
              </a:spcAft>
              <a:buClr>
                <a:srgbClr val="02504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</a:rPr>
              <a:t>[Decision, and who made it]</a:t>
            </a:r>
          </a:p>
        </p:txBody>
      </p:sp>
      <p:cxnSp>
        <p:nvCxnSpPr>
          <p:cNvPr id="5" name="Summary rule 1"/>
          <p:cNvCxnSpPr/>
          <p:nvPr/>
        </p:nvCxnSpPr>
        <p:spPr>
          <a:xfrm>
            <a:off x="557784" y="2697480"/>
            <a:ext cx="11082527" cy="27432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mmary 2 header"/>
          <p:cNvSpPr txBox="1"/>
          <p:nvPr/>
        </p:nvSpPr>
        <p:spPr>
          <a:xfrm>
            <a:off x="557784" y="2926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25043"/>
                </a:solidFill>
              </a:rPr>
              <a:t>Open questions</a:t>
            </a:r>
          </a:p>
        </p:txBody>
      </p:sp>
      <p:sp>
        <p:nvSpPr>
          <p:cNvPr id="7" name="Summary 2 items"/>
          <p:cNvSpPr txBox="1"/>
          <p:nvPr/>
        </p:nvSpPr>
        <p:spPr>
          <a:xfrm>
            <a:off x="3566160" y="2944368"/>
            <a:ext cx="80467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4592" indent="-164592" algn="l">
              <a:spcAft>
                <a:spcPts val="500"/>
              </a:spcAft>
              <a:buClr>
                <a:srgbClr val="02504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</a:rPr>
              <a:t>[Question, and who will answer it by when]</a:t>
            </a:r>
          </a:p>
          <a:p>
            <a:pPr marL="164592" indent="-164592" algn="l">
              <a:spcAft>
                <a:spcPts val="500"/>
              </a:spcAft>
              <a:buClr>
                <a:srgbClr val="02504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</a:rPr>
              <a:t>[Question, and who will answer it by when]</a:t>
            </a:r>
          </a:p>
        </p:txBody>
      </p:sp>
      <p:cxnSp>
        <p:nvCxnSpPr>
          <p:cNvPr id="8" name="Summary rule 2"/>
          <p:cNvCxnSpPr/>
          <p:nvPr/>
        </p:nvCxnSpPr>
        <p:spPr>
          <a:xfrm>
            <a:off x="557784" y="4160520"/>
            <a:ext cx="11082527" cy="27432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ummary 3 header"/>
          <p:cNvSpPr txBox="1"/>
          <p:nvPr/>
        </p:nvSpPr>
        <p:spPr>
          <a:xfrm>
            <a:off x="557784" y="43891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25043"/>
                </a:solidFill>
              </a:rPr>
              <a:t>Next steps</a:t>
            </a:r>
          </a:p>
        </p:txBody>
      </p:sp>
      <p:sp>
        <p:nvSpPr>
          <p:cNvPr id="10" name="Summary 3 items"/>
          <p:cNvSpPr txBox="1"/>
          <p:nvPr/>
        </p:nvSpPr>
        <p:spPr>
          <a:xfrm>
            <a:off x="3566160" y="4407408"/>
            <a:ext cx="80467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4592" indent="-164592" algn="l">
              <a:spcAft>
                <a:spcPts val="500"/>
              </a:spcAft>
              <a:buClr>
                <a:srgbClr val="02504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</a:rPr>
              <a:t>[Action]  ·  [Owner]  ·  [Due date]</a:t>
            </a:r>
          </a:p>
          <a:p>
            <a:pPr marL="164592" indent="-164592" algn="l">
              <a:spcAft>
                <a:spcPts val="500"/>
              </a:spcAft>
              <a:buClr>
                <a:srgbClr val="02504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</a:rPr>
              <a:t>[Action]  ·  [Owner]  ·  [Due date]</a:t>
            </a:r>
          </a:p>
          <a:p>
            <a:pPr marL="164592" indent="-164592" algn="l">
              <a:spcAft>
                <a:spcPts val="500"/>
              </a:spcAft>
              <a:buClr>
                <a:srgbClr val="02504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</a:rPr>
              <a:t>[Action]  ·  [Owner]  ·  [Due date]</a:t>
            </a:r>
          </a:p>
        </p:txBody>
      </p:sp>
      <p:sp>
        <p:nvSpPr>
          <p:cNvPr id="11" name="Attendees"/>
          <p:cNvSpPr txBox="1"/>
          <p:nvPr/>
        </p:nvSpPr>
        <p:spPr>
          <a:xfrm>
            <a:off x="557784" y="5806440"/>
            <a:ext cx="11082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8C8C8C"/>
                </a:solidFill>
              </a:rPr>
              <a:t>Attendees: </a:t>
            </a:r>
            <a:r>
              <a:rPr sz="1000" b="0" i="0">
                <a:solidFill>
                  <a:srgbClr val="8C8C8C"/>
                </a:solidFill>
              </a:rPr>
              <a:t>[Names]</a:t>
            </a:r>
          </a:p>
        </p:txBody>
      </p:sp>
    </p:spTree>
    <p:custDataLst>
      <p:tags r:id="rIdGna1"/>
    </p:custData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7A54DB6-C576-7370-85C6-0E509988693E}"/>
              </a:ext>
            </a:extLst>
          </p:cNvPr>
          <p:cNvSpPr/>
          <p:nvPr/>
        </p:nvSpPr>
        <p:spPr>
          <a:xfrm>
            <a:off x="550864" y="1862254"/>
            <a:ext cx="11086400" cy="447163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DC7DEF-3BAC-96FE-6DB3-AE61774F8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Immediate next steps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E2A9471-9C5C-9978-9851-9B646AAC96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557EB32-A946-B22D-F226-E3334B519E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21E3C7-240F-FFA0-8CBA-5920CDAADD07}"/>
              </a:ext>
            </a:extLst>
          </p:cNvPr>
          <p:cNvSpPr txBox="1"/>
          <p:nvPr/>
        </p:nvSpPr>
        <p:spPr>
          <a:xfrm>
            <a:off x="4362994" y="4362994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ED5BB-D710-D909-1246-F805C6C81B19}"/>
              </a:ext>
            </a:extLst>
          </p:cNvPr>
          <p:cNvSpPr txBox="1"/>
          <p:nvPr/>
        </p:nvSpPr>
        <p:spPr>
          <a:xfrm>
            <a:off x="1148576" y="2304226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BA9D9-BEB6-2CAA-AA04-0A3D1B4EC2F8}"/>
              </a:ext>
            </a:extLst>
          </p:cNvPr>
          <p:cNvSpPr txBox="1"/>
          <p:nvPr/>
        </p:nvSpPr>
        <p:spPr>
          <a:xfrm>
            <a:off x="1148576" y="3137851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2A8D24-B155-9B71-C069-A3DF99CC3E0C}"/>
              </a:ext>
            </a:extLst>
          </p:cNvPr>
          <p:cNvSpPr txBox="1"/>
          <p:nvPr/>
        </p:nvSpPr>
        <p:spPr>
          <a:xfrm>
            <a:off x="1148576" y="3971476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41EC0C-0997-05FA-C1CC-C8DF5C67CD71}"/>
              </a:ext>
            </a:extLst>
          </p:cNvPr>
          <p:cNvSpPr txBox="1"/>
          <p:nvPr/>
        </p:nvSpPr>
        <p:spPr>
          <a:xfrm>
            <a:off x="1148576" y="4805101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0EEC8F-20A1-E02B-8363-72FC5984AE91}"/>
              </a:ext>
            </a:extLst>
          </p:cNvPr>
          <p:cNvSpPr txBox="1"/>
          <p:nvPr/>
        </p:nvSpPr>
        <p:spPr>
          <a:xfrm>
            <a:off x="1148576" y="5638726"/>
            <a:ext cx="893212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/>
              <a:t>[Insert step]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7B3F14D8-8F9B-B5B8-BE44-2A860824A48C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2383503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9BF1F967-C12C-A930-4E6A-A0A00630DBCB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3217128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34807CA8-3DCA-2F3E-3D0B-7DB0294CBD2C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4050753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B4EA1C99-3B87-CD29-1A42-E798C644F701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4884378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34A1ECE9-2F48-5F35-3B14-5751DFDA240A}"/>
              </a:ext>
            </a:extLst>
          </p:cNvPr>
          <p:cNvSpPr>
            <a:spLocks noChangeAspect="1"/>
          </p:cNvSpPr>
          <p:nvPr/>
        </p:nvSpPr>
        <p:spPr>
          <a:xfrm rot="5400000">
            <a:off x="758972" y="5718003"/>
            <a:ext cx="269094" cy="18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Google Shape;746;p20">
            <a:extLst>
              <a:ext uri="{FF2B5EF4-FFF2-40B4-BE49-F238E27FC236}">
                <a16:creationId xmlns:a16="http://schemas.microsoft.com/office/drawing/2014/main" id="{3221E599-C4D0-8AD4-32B4-9CA4B7CD460A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0817899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0E783-A7C4-C6AE-DC4A-D5119163D9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noFill/>
        </p:spPr>
        <p:txBody>
          <a:bodyPr/>
          <a:lstStyle/>
          <a:p>
            <a:r>
              <a:rPr lang="en-US" dirty="0"/>
              <a:t>[name]@gheennoyesadvisory.com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290C0-6165-3DBD-C55C-3AD3B5D63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dirty="0"/>
              <a:t>[Contact name], [Title]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1914E-84F1-41E2-2ECD-D187FCB7EB5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166B1-5150-EEE1-B625-BE6A33CCA4D9}"/>
              </a:ext>
            </a:extLst>
          </p:cNvPr>
          <p:cNvSpPr txBox="1"/>
          <p:nvPr/>
        </p:nvSpPr>
        <p:spPr>
          <a:xfrm>
            <a:off x="5056496" y="539769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80D94B-BA0B-89F8-1EEC-DCF94F26CA94}"/>
              </a:ext>
            </a:extLst>
          </p:cNvPr>
          <p:cNvSpPr txBox="1"/>
          <p:nvPr/>
        </p:nvSpPr>
        <p:spPr>
          <a:xfrm>
            <a:off x="7001301" y="300250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783232711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4"/>
  <p:tag name="GNA_TEMPLATE_VERSION" val="1.0.0"/>
</p:tagLst>
</file>

<file path=ppt/tags/gna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80"/>
  <p:tag name="GNA_TEMPLATE_VERSION" val="1.0.0"/>
</p:tagLst>
</file>

<file path=ppt/tags/gna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78"/>
  <p:tag name="GNA_TEMPLATE_VERSION" val="1.0.0"/>
</p:tagLst>
</file>

<file path=ppt/tags/gna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81"/>
  <p:tag name="GNA_TEMPLATE_VERSION" val="1.0.0"/>
</p:tagLst>
</file>

<file path=ppt/tags/gna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82"/>
  <p:tag name="GNA_TEMPLATE_VERSION" val="1.0.0"/>
</p:tagLst>
</file>

<file path=ppt/tags/gna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88"/>
  <p:tag name="GNA_TEMPLATE_VERSION" val="1.0.0"/>
</p:tagLst>
</file>

<file path=ppt/tags/gna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90"/>
  <p:tag name="GNA_TEMPLATE_VERSION" val="1.0.0"/>
</p:tagLst>
</file>

<file path=ppt/tags/gna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92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8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