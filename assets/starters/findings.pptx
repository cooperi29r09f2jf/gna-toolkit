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36.xml" ContentType="application/vnd.openxmlformats-officedocument.presentationml.slide+xml"/>
  <Override PartName="/ppt/slides/slide46.xml" ContentType="application/vnd.openxmlformats-officedocument.presentationml.slide+xml"/>
  <Override PartName="/ppt/slides/slide62.xml" ContentType="application/vnd.openxmlformats-officedocument.presentationml.slide+xml"/>
  <Override PartName="/ppt/slides/slide64.xml" ContentType="application/vnd.openxmlformats-officedocument.presentationml.slide+xml"/>
  <Override PartName="/ppt/slides/slide90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09.xml" ContentType="application/vnd.openxmlformats-officedocument.presentationml.tags+xml"/>
  <Override PartName="/ppt/tags/tag314.xml" ContentType="application/vnd.openxmlformats-officedocument.presentationml.tags+xml"/>
  <Override PartName="/ppt/notesSlides/notesSlide14.xml" ContentType="application/vnd.openxmlformats-officedocument.presentationml.notesSlide+xml"/>
  <Override PartName="/ppt/tags/tag343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  <Override PartName="/ppt/tags/gnatag2.xml" ContentType="application/vnd.openxmlformats-officedocument.presentationml.tags+xml"/>
  <Override PartName="/ppt/tags/gnatag3.xml" ContentType="application/vnd.openxmlformats-officedocument.presentationml.tags+xml"/>
  <Override PartName="/ppt/tags/gnatag4.xml" ContentType="application/vnd.openxmlformats-officedocument.presentationml.tags+xml"/>
  <Override PartName="/ppt/tags/gnatag5.xml" ContentType="application/vnd.openxmlformats-officedocument.presentationml.tags+xml"/>
  <Override PartName="/ppt/tags/gnatag6.xml" ContentType="application/vnd.openxmlformats-officedocument.presentationml.tags+xml"/>
  <Override PartName="/ppt/tags/gnatag7.xml" ContentType="application/vnd.openxmlformats-officedocument.presentationml.tags+xml"/>
  <Override PartName="/ppt/tags/gnatag8.xml" ContentType="application/vnd.openxmlformats-officedocument.presentationml.tags+xml"/>
  <Override PartName="/ppt/tags/gnatag9.xml" ContentType="application/vnd.openxmlformats-officedocument.presentationml.tags+xml"/>
  <Override PartName="/ppt/tags/gnatag10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41" r:id="rId8"/>
    <p:sldId id="2147473400" r:id="rId11"/>
    <p:sldId id="2147471030" r:id="rId14"/>
    <p:sldId id="2147473405" r:id="rId20"/>
    <p:sldId id="2147471199" r:id="rId40"/>
    <p:sldId id="2305" r:id="rId50"/>
    <p:sldId id="2147473307" r:id="rId66"/>
    <p:sldId id="2147473412" r:id="rId68"/>
    <p:sldId id="2147471110" r:id="rId94"/>
    <p:sldId id="2147473423" r:id="rId9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68" Type="http://schemas.openxmlformats.org/officeDocument/2006/relationships/slide" Target="slides/slide64.xml"/><Relationship Id="rId11" Type="http://schemas.openxmlformats.org/officeDocument/2006/relationships/slide" Target="slides/slide7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20" Type="http://schemas.openxmlformats.org/officeDocument/2006/relationships/slide" Target="slides/slide16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94" Type="http://schemas.openxmlformats.org/officeDocument/2006/relationships/slide" Target="slides/slide90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50" Type="http://schemas.openxmlformats.org/officeDocument/2006/relationships/slide" Target="slides/slide46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40" Type="http://schemas.openxmlformats.org/officeDocument/2006/relationships/slide" Target="slides/slide36.xml"/><Relationship Id="rId66" Type="http://schemas.openxmlformats.org/officeDocument/2006/relationships/slide" Target="slides/slide62.xml"/><Relationship Id="rId14" Type="http://schemas.openxmlformats.org/officeDocument/2006/relationships/slide" Target="slides/slide10.xml"/><Relationship Id="rId100" Type="http://schemas.openxmlformats.org/officeDocument/2006/relationships/presProps" Target="presProps.xml"/><Relationship Id="rId8" Type="http://schemas.openxmlformats.org/officeDocument/2006/relationships/slide" Target="slides/slide4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2B4A1-1790-3247-9A67-BF82FCEE6CDC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39283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600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© HyveNow.com - Presentation Templates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E87F8-6328-4FD1-98E7-115F699E788C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98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5.emf"/><Relationship Id="rId4" Type="http://schemas.openxmlformats.org/officeDocument/2006/relationships/tags" Target="../tags/tag54.xml"/><Relationship Id="rId9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image" Target="../media/image1.png"/><Relationship Id="rId2" Type="http://schemas.openxmlformats.org/officeDocument/2006/relationships/tags" Target="../tags/tag66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image" Target="../media/image1.png"/><Relationship Id="rId2" Type="http://schemas.openxmlformats.org/officeDocument/2006/relationships/tags" Target="../tags/tag81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10" Type="http://schemas.openxmlformats.org/officeDocument/2006/relationships/tags" Target="../tags/tag104.xml"/><Relationship Id="rId19" Type="http://schemas.openxmlformats.org/officeDocument/2006/relationships/image" Target="../media/image1.png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10" Type="http://schemas.openxmlformats.org/officeDocument/2006/relationships/tags" Target="../tags/tag121.xml"/><Relationship Id="rId19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10" Type="http://schemas.openxmlformats.org/officeDocument/2006/relationships/tags" Target="../tags/tag138.xml"/><Relationship Id="rId19" Type="http://schemas.openxmlformats.org/officeDocument/2006/relationships/image" Target="../media/image1.png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58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5" Type="http://schemas.openxmlformats.org/officeDocument/2006/relationships/image" Target="../media/image1.png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7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78.xml"/><Relationship Id="rId9" Type="http://schemas.openxmlformats.org/officeDocument/2006/relationships/tags" Target="../tags/tag183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tags" Target="../tags/tag210.xml"/><Relationship Id="rId18" Type="http://schemas.openxmlformats.org/officeDocument/2006/relationships/image" Target="../media/image1.pn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tags" Target="../tags/tag209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99.xml"/><Relationship Id="rId16" Type="http://schemas.openxmlformats.org/officeDocument/2006/relationships/tags" Target="../tags/tag213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tags" Target="../tags/tag208.xml"/><Relationship Id="rId5" Type="http://schemas.openxmlformats.org/officeDocument/2006/relationships/tags" Target="../tags/tag202.xml"/><Relationship Id="rId15" Type="http://schemas.openxmlformats.org/officeDocument/2006/relationships/tags" Target="../tags/tag212.xml"/><Relationship Id="rId10" Type="http://schemas.openxmlformats.org/officeDocument/2006/relationships/tags" Target="../tags/tag207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tags" Target="../tags/tag21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13" Type="http://schemas.openxmlformats.org/officeDocument/2006/relationships/tags" Target="../tags/tag226.xml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tags" Target="../tags/tag225.xml"/><Relationship Id="rId2" Type="http://schemas.openxmlformats.org/officeDocument/2006/relationships/tags" Target="../tags/tag215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tags" Target="../tags/tag224.xml"/><Relationship Id="rId5" Type="http://schemas.openxmlformats.org/officeDocument/2006/relationships/tags" Target="../tags/tag218.xml"/><Relationship Id="rId15" Type="http://schemas.openxmlformats.org/officeDocument/2006/relationships/tags" Target="../tags/tag228.xml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Relationship Id="rId14" Type="http://schemas.openxmlformats.org/officeDocument/2006/relationships/tags" Target="../tags/tag227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10" Type="http://schemas.openxmlformats.org/officeDocument/2006/relationships/tags" Target="../tags/tag238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13" Type="http://schemas.openxmlformats.org/officeDocument/2006/relationships/tags" Target="../tags/tag25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8.xml"/><Relationship Id="rId7" Type="http://schemas.openxmlformats.org/officeDocument/2006/relationships/tags" Target="../tags/tag252.xml"/><Relationship Id="rId12" Type="http://schemas.openxmlformats.org/officeDocument/2006/relationships/tags" Target="../tags/tag257.xml"/><Relationship Id="rId17" Type="http://schemas.openxmlformats.org/officeDocument/2006/relationships/tags" Target="../tags/tag262.xml"/><Relationship Id="rId2" Type="http://schemas.openxmlformats.org/officeDocument/2006/relationships/tags" Target="../tags/tag247.xml"/><Relationship Id="rId16" Type="http://schemas.openxmlformats.org/officeDocument/2006/relationships/tags" Target="../tags/tag261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tags" Target="../tags/tag256.xml"/><Relationship Id="rId5" Type="http://schemas.openxmlformats.org/officeDocument/2006/relationships/tags" Target="../tags/tag250.xml"/><Relationship Id="rId15" Type="http://schemas.openxmlformats.org/officeDocument/2006/relationships/tags" Target="../tags/tag260.xml"/><Relationship Id="rId10" Type="http://schemas.openxmlformats.org/officeDocument/2006/relationships/tags" Target="../tags/tag255.xml"/><Relationship Id="rId19" Type="http://schemas.openxmlformats.org/officeDocument/2006/relationships/image" Target="../media/image1.png"/><Relationship Id="rId4" Type="http://schemas.openxmlformats.org/officeDocument/2006/relationships/tags" Target="../tags/tag249.xml"/><Relationship Id="rId9" Type="http://schemas.openxmlformats.org/officeDocument/2006/relationships/tags" Target="../tags/tag254.xml"/><Relationship Id="rId14" Type="http://schemas.openxmlformats.org/officeDocument/2006/relationships/tags" Target="../tags/tag25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70.xml"/><Relationship Id="rId13" Type="http://schemas.openxmlformats.org/officeDocument/2006/relationships/tags" Target="../tags/tag27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65.xml"/><Relationship Id="rId7" Type="http://schemas.openxmlformats.org/officeDocument/2006/relationships/tags" Target="../tags/tag269.xml"/><Relationship Id="rId12" Type="http://schemas.openxmlformats.org/officeDocument/2006/relationships/tags" Target="../tags/tag274.xml"/><Relationship Id="rId17" Type="http://schemas.openxmlformats.org/officeDocument/2006/relationships/tags" Target="../tags/tag279.xml"/><Relationship Id="rId2" Type="http://schemas.openxmlformats.org/officeDocument/2006/relationships/tags" Target="../tags/tag264.xml"/><Relationship Id="rId16" Type="http://schemas.openxmlformats.org/officeDocument/2006/relationships/tags" Target="../tags/tag278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11" Type="http://schemas.openxmlformats.org/officeDocument/2006/relationships/tags" Target="../tags/tag273.xml"/><Relationship Id="rId5" Type="http://schemas.openxmlformats.org/officeDocument/2006/relationships/tags" Target="../tags/tag267.xml"/><Relationship Id="rId15" Type="http://schemas.openxmlformats.org/officeDocument/2006/relationships/tags" Target="../tags/tag277.xml"/><Relationship Id="rId10" Type="http://schemas.openxmlformats.org/officeDocument/2006/relationships/tags" Target="../tags/tag272.xml"/><Relationship Id="rId4" Type="http://schemas.openxmlformats.org/officeDocument/2006/relationships/tags" Target="../tags/tag266.xml"/><Relationship Id="rId9" Type="http://schemas.openxmlformats.org/officeDocument/2006/relationships/tags" Target="../tags/tag271.xml"/><Relationship Id="rId14" Type="http://schemas.openxmlformats.org/officeDocument/2006/relationships/tags" Target="../tags/tag27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87.xml"/><Relationship Id="rId13" Type="http://schemas.openxmlformats.org/officeDocument/2006/relationships/tags" Target="../tags/tag292.xml"/><Relationship Id="rId3" Type="http://schemas.openxmlformats.org/officeDocument/2006/relationships/tags" Target="../tags/tag282.xml"/><Relationship Id="rId7" Type="http://schemas.openxmlformats.org/officeDocument/2006/relationships/tags" Target="../tags/tag286.xml"/><Relationship Id="rId12" Type="http://schemas.openxmlformats.org/officeDocument/2006/relationships/tags" Target="../tags/tag291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11" Type="http://schemas.openxmlformats.org/officeDocument/2006/relationships/tags" Target="../tags/tag290.xml"/><Relationship Id="rId5" Type="http://schemas.openxmlformats.org/officeDocument/2006/relationships/tags" Target="../tags/tag284.xml"/><Relationship Id="rId10" Type="http://schemas.openxmlformats.org/officeDocument/2006/relationships/tags" Target="../tags/tag289.xml"/><Relationship Id="rId4" Type="http://schemas.openxmlformats.org/officeDocument/2006/relationships/tags" Target="../tags/tag283.xml"/><Relationship Id="rId9" Type="http://schemas.openxmlformats.org/officeDocument/2006/relationships/tags" Target="../tags/tag288.xml"/><Relationship Id="rId1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295.xml"/><Relationship Id="rId7" Type="http://schemas.openxmlformats.org/officeDocument/2006/relationships/oleObject" Target="../embeddings/oleObject2.bin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7.xml"/><Relationship Id="rId4" Type="http://schemas.openxmlformats.org/officeDocument/2006/relationships/tags" Target="../tags/tag29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2370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NA wave" descr="Decorative wave"/>
          <p:cNvPicPr>
            <a:picLocks noChangeAspect="1"/>
          </p:cNvPicPr>
          <p:nvPr userDrawn="1"/>
        </p:nvPicPr>
        <p:blipFill>
          <a:blip r:embed="rId8"/>
          <a:srcRect/>
          <a:stretch>
            <a:fillRect/>
          </a:stretch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573171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6967728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7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29" name="GNA footer logo" descr="GNA 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0" name="GNA footer logo" descr="GNA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8336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9359" b="7017"/>
          <a:stretch>
            <a:fillRect/>
          </a:stretch>
        </p:blipFill>
        <p:spPr>
          <a:xfrm>
            <a:off x="2743200" y="2011680"/>
            <a:ext cx="9448495" cy="4846320"/>
          </a:xfrm>
          <a:prstGeom prst="rect">
            <a:avLst/>
          </a:prstGeom>
        </p:spPr>
      </p:pic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+mn-lt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81940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573171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0" name="GNA footer logo" descr="GNA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8336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78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2504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83420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87970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NA wave" descr="Decorative wave"/>
          <p:cNvPicPr>
            <a:picLocks noChangeAspect="1"/>
          </p:cNvPicPr>
          <p:nvPr userDrawn="1"/>
        </p:nvPicPr>
        <p:blipFill>
          <a:blip r:embed="rId3"/>
          <a:srcRect l="10714" b="8928"/>
          <a:stretch>
            <a:fillRect/>
          </a:stretch>
        </p:blipFill>
        <p:spPr>
          <a:xfrm>
            <a:off x="0" y="2194560"/>
            <a:ext cx="4571999" cy="4663440"/>
          </a:xfrm>
          <a:prstGeom prst="rect">
            <a:avLst/>
          </a:prstGeom>
        </p:spPr>
      </p:pic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61380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0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38" r:id="rId27"/>
    <p:sldLayoutId id="2147484239" r:id="rId28"/>
    <p:sldLayoutId id="2147484240" r:id="rId29"/>
    <p:sldLayoutId id="2147484241" r:id="rId30"/>
    <p:sldLayoutId id="2147484242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1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9.xml"/><Relationship Id="rId4" Type="http://schemas.openxmlformats.org/officeDocument/2006/relationships/image" Target="../media/image16.emf"/><Relationship Id="rIdGna1" Type="http://schemas.openxmlformats.org/officeDocument/2006/relationships/tags" Target="../tags/gnatag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3.xml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4.xml"/><Relationship Id="rId4" Type="http://schemas.openxmlformats.org/officeDocument/2006/relationships/image" Target="../media/image16.emf"/><Relationship Id="rIdGna1" Type="http://schemas.openxmlformats.org/officeDocument/2006/relationships/tags" Target="../tags/gnatag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5.xml"/></Relationships>
</file>

<file path=ppt/slides/_rels/slide46.xml.rels><?xml version="1.0" encoding="UTF-8" standalone="yes"?>
<Relationships xmlns="http://schemas.openxmlformats.org/package/2006/relationships"><Relationship Id="rId3" Type="http://schemas.openxmlformats.org/officeDocument/2006/relationships/image" Target="../media/image33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tiff"/><Relationship Id="rId4" Type="http://schemas.openxmlformats.org/officeDocument/2006/relationships/image" Target="../media/image34.tiff"/><Relationship Id="rIdGna1" Type="http://schemas.openxmlformats.org/officeDocument/2006/relationships/tags" Target="../tags/gnatag6.xml"/></Relationships>
</file>

<file path=ppt/slides/_rels/slide62.xml.rels><?xml version="1.0" encoding="UTF-8" standalone="yes"?>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3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5.bin"/><Relationship Id="rIdGna1" Type="http://schemas.openxmlformats.org/officeDocument/2006/relationships/tags" Target="../tags/gnatag7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8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9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10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NA wave" descr="Decorative wave"/>
          <p:cNvPicPr>
            <a:picLocks noChangeAspect="1"/>
          </p:cNvPicPr>
          <p:nvPr/>
        </p:nvPicPr>
        <p:blipFill>
          <a:blip r:embed="rId2"/>
          <a:srcRect r="9359" b="7017"/>
          <a:stretch>
            <a:fillRect/>
          </a:stretch>
        </p:blipFill>
        <p:spPr>
          <a:xfrm>
            <a:off x="-609600" y="-20870"/>
            <a:ext cx="13411200" cy="6878870"/>
          </a:xfrm>
          <a:prstGeom prst="rect">
            <a:avLst/>
          </a:prstGeom>
        </p:spPr>
      </p:pic>
      <p:pic>
        <p:nvPicPr>
          <p:cNvPr id="51" name="GNA cover logo" descr="Gheen &amp; Noyes Advisor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[Insert date]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[Subtitle]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[Title of document]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AEE01-5410-059F-1921-9B2FBF62F13E}"/>
              </a:ext>
            </a:extLst>
          </p:cNvPr>
          <p:cNvSpPr txBox="1"/>
          <p:nvPr/>
        </p:nvSpPr>
        <p:spPr>
          <a:xfrm>
            <a:off x="7001301" y="542498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60753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Content </a:t>
            </a:r>
            <a:endParaRPr lang="en-DK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01" name="Isosceles Triangle 400">
            <a:extLst>
              <a:ext uri="{FF2B5EF4-FFF2-40B4-BE49-F238E27FC236}">
                <a16:creationId xmlns:a16="http://schemas.microsoft.com/office/drawing/2014/main" id="{8BBA615D-5B1D-7157-DD03-BDA4D423F88A}"/>
              </a:ext>
            </a:extLst>
          </p:cNvPr>
          <p:cNvSpPr/>
          <p:nvPr/>
        </p:nvSpPr>
        <p:spPr>
          <a:xfrm rot="5400000">
            <a:off x="5623440" y="6246213"/>
            <a:ext cx="343568" cy="182880"/>
          </a:xfrm>
          <a:prstGeom prst="triangle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>
            <a:noAutofit/>
          </a:bodyPr>
          <a:lstStyle/>
          <a:p>
            <a:pPr algn="l">
              <a:lnSpc>
                <a:spcPct val="93000"/>
              </a:lnSpc>
            </a:pPr>
            <a:endParaRPr lang="en-GB" sz="800" noProof="0">
              <a:solidFill>
                <a:schemeClr val="tx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3808D2-0D32-C072-840A-40BDAE62C080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1859365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869E2E-555F-ED6A-DF4A-A94870B6A65D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3778386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F63F00-C93C-1264-0450-04E26379D61D}"/>
              </a:ext>
            </a:extLst>
          </p:cNvPr>
          <p:cNvCxnSpPr>
            <a:cxnSpLocks/>
            <a:stCxn id="26" idx="6"/>
            <a:endCxn id="12" idx="2"/>
          </p:cNvCxnSpPr>
          <p:nvPr/>
        </p:nvCxnSpPr>
        <p:spPr>
          <a:xfrm>
            <a:off x="5697407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4D15EC-80CE-3E59-6ECF-4C3B381A518C}"/>
              </a:ext>
            </a:extLst>
          </p:cNvPr>
          <p:cNvCxnSpPr>
            <a:cxnSpLocks/>
            <a:stCxn id="12" idx="6"/>
            <a:endCxn id="48" idx="2"/>
          </p:cNvCxnSpPr>
          <p:nvPr/>
        </p:nvCxnSpPr>
        <p:spPr>
          <a:xfrm>
            <a:off x="7616428" y="3231299"/>
            <a:ext cx="797187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92361B-3F1F-BEF8-C8B0-813846CDE7FE}"/>
              </a:ext>
            </a:extLst>
          </p:cNvPr>
          <p:cNvCxnSpPr>
            <a:cxnSpLocks/>
            <a:stCxn id="48" idx="6"/>
            <a:endCxn id="52" idx="2"/>
          </p:cNvCxnSpPr>
          <p:nvPr/>
        </p:nvCxnSpPr>
        <p:spPr>
          <a:xfrm>
            <a:off x="9535449" y="3231299"/>
            <a:ext cx="797186" cy="0"/>
          </a:xfrm>
          <a:prstGeom prst="line">
            <a:avLst/>
          </a:prstGeom>
          <a:ln w="15875" cap="rnd">
            <a:solidFill>
              <a:schemeClr val="tx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B8FA621-CB68-54FD-41F9-297EF4AE41D1}"/>
              </a:ext>
            </a:extLst>
          </p:cNvPr>
          <p:cNvSpPr/>
          <p:nvPr/>
        </p:nvSpPr>
        <p:spPr>
          <a:xfrm>
            <a:off x="737531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9D5D0-5D2F-FE7C-A11E-A8F85AEE101F}"/>
              </a:ext>
            </a:extLst>
          </p:cNvPr>
          <p:cNvSpPr txBox="1"/>
          <p:nvPr/>
        </p:nvSpPr>
        <p:spPr>
          <a:xfrm>
            <a:off x="554736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89A74957-6A82-6B8B-8E38-613B9B79A351}"/>
              </a:ext>
            </a:extLst>
          </p:cNvPr>
          <p:cNvSpPr txBox="1">
            <a:spLocks/>
          </p:cNvSpPr>
          <p:nvPr/>
        </p:nvSpPr>
        <p:spPr>
          <a:xfrm>
            <a:off x="554736" y="4408410"/>
            <a:ext cx="1487424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06210A74-E96E-C6D8-7FC4-996260A9735A}"/>
              </a:ext>
            </a:extLst>
          </p:cNvPr>
          <p:cNvSpPr txBox="1">
            <a:spLocks/>
          </p:cNvSpPr>
          <p:nvPr/>
        </p:nvSpPr>
        <p:spPr>
          <a:xfrm>
            <a:off x="1013114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DBE7D50-DE3B-D135-25BF-D4FEE20FE8BD}"/>
              </a:ext>
            </a:extLst>
          </p:cNvPr>
          <p:cNvSpPr/>
          <p:nvPr/>
        </p:nvSpPr>
        <p:spPr>
          <a:xfrm>
            <a:off x="2656552" y="2670382"/>
            <a:ext cx="1121834" cy="11218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C9BBC9-768F-08F2-903A-80DA4FE6668E}"/>
              </a:ext>
            </a:extLst>
          </p:cNvPr>
          <p:cNvSpPr txBox="1"/>
          <p:nvPr/>
        </p:nvSpPr>
        <p:spPr>
          <a:xfrm>
            <a:off x="2473757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D10CD1E-0DD5-E06C-A604-B8967C396F59}"/>
              </a:ext>
            </a:extLst>
          </p:cNvPr>
          <p:cNvSpPr txBox="1">
            <a:spLocks/>
          </p:cNvSpPr>
          <p:nvPr/>
        </p:nvSpPr>
        <p:spPr>
          <a:xfrm>
            <a:off x="2473757" y="4408410"/>
            <a:ext cx="1487423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773B4065-CB1D-6AE6-0F13-53CCF35EE219}"/>
              </a:ext>
            </a:extLst>
          </p:cNvPr>
          <p:cNvSpPr txBox="1">
            <a:spLocks/>
          </p:cNvSpPr>
          <p:nvPr/>
        </p:nvSpPr>
        <p:spPr>
          <a:xfrm>
            <a:off x="2932135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174D0EA-2F8E-B204-518F-4C327A9CE4AA}"/>
              </a:ext>
            </a:extLst>
          </p:cNvPr>
          <p:cNvSpPr/>
          <p:nvPr/>
        </p:nvSpPr>
        <p:spPr>
          <a:xfrm>
            <a:off x="4575573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CBDE07-37F5-BFBB-CD29-F8C662FA3D7C}"/>
              </a:ext>
            </a:extLst>
          </p:cNvPr>
          <p:cNvSpPr txBox="1"/>
          <p:nvPr/>
        </p:nvSpPr>
        <p:spPr>
          <a:xfrm>
            <a:off x="4392778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144E5CC9-3C79-A3BD-9294-E0AEBFA8068C}"/>
              </a:ext>
            </a:extLst>
          </p:cNvPr>
          <p:cNvSpPr txBox="1">
            <a:spLocks/>
          </p:cNvSpPr>
          <p:nvPr/>
        </p:nvSpPr>
        <p:spPr>
          <a:xfrm>
            <a:off x="4392777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D34A5626-4FF9-DBF6-B2F4-4FB185A88C43}"/>
              </a:ext>
            </a:extLst>
          </p:cNvPr>
          <p:cNvSpPr txBox="1">
            <a:spLocks/>
          </p:cNvSpPr>
          <p:nvPr/>
        </p:nvSpPr>
        <p:spPr>
          <a:xfrm>
            <a:off x="4851156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F15D48-3C5A-A191-9F07-C0043474117C}"/>
              </a:ext>
            </a:extLst>
          </p:cNvPr>
          <p:cNvSpPr/>
          <p:nvPr/>
        </p:nvSpPr>
        <p:spPr>
          <a:xfrm>
            <a:off x="6494594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7EE728-C6A3-DEBC-480A-9196C9A0B46E}"/>
              </a:ext>
            </a:extLst>
          </p:cNvPr>
          <p:cNvSpPr txBox="1"/>
          <p:nvPr/>
        </p:nvSpPr>
        <p:spPr>
          <a:xfrm>
            <a:off x="6311799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227937CB-B23F-38DC-3096-25F5AF079FA9}"/>
              </a:ext>
            </a:extLst>
          </p:cNvPr>
          <p:cNvSpPr txBox="1">
            <a:spLocks/>
          </p:cNvSpPr>
          <p:nvPr/>
        </p:nvSpPr>
        <p:spPr>
          <a:xfrm>
            <a:off x="6311799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C90C118E-A422-E136-3DAD-A9DA81B5B36A}"/>
              </a:ext>
            </a:extLst>
          </p:cNvPr>
          <p:cNvSpPr txBox="1">
            <a:spLocks/>
          </p:cNvSpPr>
          <p:nvPr/>
        </p:nvSpPr>
        <p:spPr>
          <a:xfrm>
            <a:off x="6770177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3362557-02DD-D662-2B4E-228F4FAA4CDA}"/>
              </a:ext>
            </a:extLst>
          </p:cNvPr>
          <p:cNvSpPr/>
          <p:nvPr/>
        </p:nvSpPr>
        <p:spPr>
          <a:xfrm>
            <a:off x="8413615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112007-4949-7377-44E9-AE398E419048}"/>
              </a:ext>
            </a:extLst>
          </p:cNvPr>
          <p:cNvSpPr txBox="1"/>
          <p:nvPr/>
        </p:nvSpPr>
        <p:spPr>
          <a:xfrm>
            <a:off x="8230820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F5EAF5AC-D01C-8798-203F-38D4CACDDD0C}"/>
              </a:ext>
            </a:extLst>
          </p:cNvPr>
          <p:cNvSpPr txBox="1">
            <a:spLocks/>
          </p:cNvSpPr>
          <p:nvPr/>
        </p:nvSpPr>
        <p:spPr>
          <a:xfrm>
            <a:off x="8230821" y="4408410"/>
            <a:ext cx="1487425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E40E029B-1B4B-2900-5FEF-0FCDD43468C0}"/>
              </a:ext>
            </a:extLst>
          </p:cNvPr>
          <p:cNvSpPr txBox="1">
            <a:spLocks/>
          </p:cNvSpPr>
          <p:nvPr/>
        </p:nvSpPr>
        <p:spPr>
          <a:xfrm>
            <a:off x="8689198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05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0C517D8-FBEF-8629-564C-C607BC00E10E}"/>
              </a:ext>
            </a:extLst>
          </p:cNvPr>
          <p:cNvSpPr/>
          <p:nvPr/>
        </p:nvSpPr>
        <p:spPr>
          <a:xfrm>
            <a:off x="10332635" y="2670382"/>
            <a:ext cx="1121834" cy="1121834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3000"/>
              </a:lnSpc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62C4F0-8E5A-C50B-8266-18A07007501E}"/>
              </a:ext>
            </a:extLst>
          </p:cNvPr>
          <p:cNvSpPr txBox="1"/>
          <p:nvPr/>
        </p:nvSpPr>
        <p:spPr>
          <a:xfrm>
            <a:off x="10149840" y="4041854"/>
            <a:ext cx="1487424" cy="200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3000"/>
              </a:lnSpc>
            </a:pPr>
            <a:r>
              <a:rPr lang="en-GB" sz="1400" b="1">
                <a:ea typeface="Arial" charset="0"/>
                <a:cs typeface="Arial" charset="0"/>
              </a:rPr>
              <a:t>[Insert section]</a:t>
            </a:r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FCD42068-053D-F578-815E-15C69E10AE68}"/>
              </a:ext>
            </a:extLst>
          </p:cNvPr>
          <p:cNvSpPr txBox="1">
            <a:spLocks/>
          </p:cNvSpPr>
          <p:nvPr/>
        </p:nvSpPr>
        <p:spPr>
          <a:xfrm>
            <a:off x="10149841" y="4408410"/>
            <a:ext cx="1487422" cy="3434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1200">
                <a:latin typeface="+mn-lt"/>
                <a:ea typeface="Arial" charset="0"/>
                <a:cs typeface="Arial" charset="0"/>
              </a:rPr>
              <a:t>[Insert short description of section]</a:t>
            </a:r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53956A69-B50F-B4B7-6633-91DFAD13258C}"/>
              </a:ext>
            </a:extLst>
          </p:cNvPr>
          <p:cNvSpPr txBox="1">
            <a:spLocks/>
          </p:cNvSpPr>
          <p:nvPr/>
        </p:nvSpPr>
        <p:spPr>
          <a:xfrm>
            <a:off x="10608218" y="2945067"/>
            <a:ext cx="570669" cy="572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lang="en-US" sz="1400" b="0" i="0" kern="1200" smtClean="0">
                <a:solidFill>
                  <a:schemeClr val="tx1"/>
                </a:solidFill>
                <a:effectLst/>
                <a:latin typeface="+mn-lt"/>
                <a:ea typeface="Calibri Light" charset="0"/>
                <a:cs typeface="Calibri Light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3000"/>
              </a:lnSpc>
            </a:pPr>
            <a:r>
              <a:rPr lang="en-GB" sz="4000" dirty="0">
                <a:solidFill>
                  <a:schemeClr val="bg1"/>
                </a:solidFill>
                <a:latin typeface="+mn-lt"/>
                <a:ea typeface="Arial" charset="0"/>
                <a:cs typeface="Arial" charset="0"/>
              </a:rPr>
              <a:t>06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537117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14300" indent="0">
              <a:buClr>
                <a:schemeClr val="tx1"/>
              </a:buClr>
              <a:buNone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GB" sz="1400" b="1" dirty="0">
                <a:solidFill>
                  <a:schemeClr val="tx1"/>
                </a:solidFill>
              </a:rPr>
              <a:t>Key takeaway/conclusion in bold text]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114300" indent="0">
              <a:buClr>
                <a:schemeClr val="tx1"/>
              </a:buClr>
              <a:buNone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Clr>
                <a:schemeClr val="tx1"/>
              </a:buClr>
              <a:buNone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GB" sz="1400" b="1" dirty="0">
                <a:solidFill>
                  <a:schemeClr val="tx1"/>
                </a:solidFill>
              </a:rPr>
              <a:t>Key takeaway/conclusion in bold text]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US" sz="1400" dirty="0">
                <a:solidFill>
                  <a:schemeClr val="tx1"/>
                </a:solidFill>
              </a:rPr>
              <a:t>Supporting</a:t>
            </a:r>
            <a:r>
              <a:rPr lang="en-GB" sz="1400" dirty="0">
                <a:solidFill>
                  <a:schemeClr val="tx1"/>
                </a:solidFill>
              </a:rPr>
              <a:t> arguments for key takeaway/conclusion in bullet points]</a:t>
            </a:r>
          </a:p>
          <a:p>
            <a:pPr marL="114300" indent="0">
              <a:buClr>
                <a:schemeClr val="tx1"/>
              </a:buClr>
              <a:buNone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Clr>
                <a:schemeClr val="tx1"/>
              </a:buClr>
              <a:buNone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GB" sz="1400" b="1" dirty="0">
                <a:solidFill>
                  <a:schemeClr val="tx1"/>
                </a:solidFill>
              </a:rPr>
              <a:t>Key takeaway/conclusion in bold text]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4000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arguments for key takeaway/conclusion in bullet points]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Clr>
                <a:schemeClr val="tx1"/>
              </a:buClr>
              <a:buNone/>
            </a:pPr>
            <a:r>
              <a:rPr lang="en-GB" sz="1400" dirty="0">
                <a:solidFill>
                  <a:schemeClr val="tx1"/>
                </a:solidFill>
              </a:rPr>
              <a:t>[</a:t>
            </a:r>
            <a:r>
              <a:rPr lang="en-GB" sz="1400" b="1" dirty="0">
                <a:solidFill>
                  <a:schemeClr val="tx1"/>
                </a:solidFill>
              </a:rPr>
              <a:t>Final conclusion/recommendation in bold text]</a:t>
            </a:r>
            <a:endParaRPr lang="en-GB" sz="1400" dirty="0">
              <a:solidFill>
                <a:schemeClr val="tx1"/>
              </a:solidFill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577121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[Client] faces several challenges leading to key question: [insert]</a:t>
            </a:r>
            <a:endParaRPr lang="en-DK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EFFD34F-9E2E-7B29-CF31-214DBFBE2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59A27D-17EC-4AEA-A7C4-27FD0FFD64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7C1A64A1-3498-1F50-CB42-188B7AF99330}"/>
              </a:ext>
            </a:extLst>
          </p:cNvPr>
          <p:cNvSpPr/>
          <p:nvPr/>
        </p:nvSpPr>
        <p:spPr>
          <a:xfrm>
            <a:off x="554734" y="1744663"/>
            <a:ext cx="5303520" cy="450373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Situation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chemeClr val="tx1"/>
              </a:solidFill>
              <a:latin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description of overall situation e.g.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[Client] has an established cash management business within its markets.]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descriptio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n]</a:t>
            </a:r>
            <a:endParaRPr lang="en-US" sz="1400" noProof="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descriptio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n]</a:t>
            </a:r>
            <a:endParaRPr lang="en-US" sz="14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</a:rPr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74BDBD-9CFF-C8AA-3EFC-C832D236482C}"/>
              </a:ext>
            </a:extLst>
          </p:cNvPr>
          <p:cNvSpPr txBox="1"/>
          <p:nvPr/>
        </p:nvSpPr>
        <p:spPr>
          <a:xfrm>
            <a:off x="6970918" y="2162198"/>
            <a:ext cx="4666346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70FD86-3555-1D67-C324-652AC8F4D285}"/>
              </a:ext>
            </a:extLst>
          </p:cNvPr>
          <p:cNvSpPr txBox="1"/>
          <p:nvPr/>
        </p:nvSpPr>
        <p:spPr>
          <a:xfrm>
            <a:off x="6970920" y="3023778"/>
            <a:ext cx="4666344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9A4AB7-DFD9-2B60-10D4-8CA4D42B641A}"/>
              </a:ext>
            </a:extLst>
          </p:cNvPr>
          <p:cNvSpPr txBox="1"/>
          <p:nvPr/>
        </p:nvSpPr>
        <p:spPr>
          <a:xfrm>
            <a:off x="6970920" y="3885359"/>
            <a:ext cx="4666344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CC63742-C77A-4046-3746-CEC51C516F41}"/>
              </a:ext>
            </a:extLst>
          </p:cNvPr>
          <p:cNvSpPr/>
          <p:nvPr/>
        </p:nvSpPr>
        <p:spPr>
          <a:xfrm>
            <a:off x="6505198" y="2309277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B5B9F8A-0494-E14C-AA6D-82CBACBCC91A}"/>
              </a:ext>
            </a:extLst>
          </p:cNvPr>
          <p:cNvSpPr/>
          <p:nvPr/>
        </p:nvSpPr>
        <p:spPr>
          <a:xfrm>
            <a:off x="6505198" y="3170857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7FB461A-CB38-1E4D-95CD-06ED7F0BAFD1}"/>
              </a:ext>
            </a:extLst>
          </p:cNvPr>
          <p:cNvSpPr/>
          <p:nvPr/>
        </p:nvSpPr>
        <p:spPr>
          <a:xfrm>
            <a:off x="6505198" y="4032438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4C67CCA-F8DA-ACF6-E5B7-AAA86E450020}"/>
              </a:ext>
            </a:extLst>
          </p:cNvPr>
          <p:cNvSpPr/>
          <p:nvPr/>
        </p:nvSpPr>
        <p:spPr>
          <a:xfrm rot="10800000">
            <a:off x="8455152" y="4702499"/>
            <a:ext cx="1060704" cy="19050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tx1"/>
              </a:solidFill>
            </a:endParaRPr>
          </a:p>
        </p:txBody>
      </p:sp>
      <p:sp>
        <p:nvSpPr>
          <p:cNvPr id="19" name="Arrow: Pentagon 6">
            <a:extLst>
              <a:ext uri="{FF2B5EF4-FFF2-40B4-BE49-F238E27FC236}">
                <a16:creationId xmlns:a16="http://schemas.microsoft.com/office/drawing/2014/main" id="{3EC9ABCB-E892-47D0-59B5-C8823BC26EBD}"/>
              </a:ext>
            </a:extLst>
          </p:cNvPr>
          <p:cNvSpPr/>
          <p:nvPr/>
        </p:nvSpPr>
        <p:spPr>
          <a:xfrm>
            <a:off x="6333744" y="1744664"/>
            <a:ext cx="5303520" cy="37315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Challe</a:t>
            </a:r>
            <a:r>
              <a:rPr lang="en-US" sz="1400" b="1" noProof="1">
                <a:solidFill>
                  <a:schemeClr val="tx1"/>
                </a:solidFill>
                <a:latin typeface="+mn-lt"/>
              </a:rPr>
              <a:t>nges</a:t>
            </a:r>
            <a:endParaRPr kumimoji="0" 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Arrow: Pentagon 6">
            <a:extLst>
              <a:ext uri="{FF2B5EF4-FFF2-40B4-BE49-F238E27FC236}">
                <a16:creationId xmlns:a16="http://schemas.microsoft.com/office/drawing/2014/main" id="{CC6E5FDF-C270-28DD-0EE5-11A83B93B0AF}"/>
              </a:ext>
            </a:extLst>
          </p:cNvPr>
          <p:cNvSpPr/>
          <p:nvPr/>
        </p:nvSpPr>
        <p:spPr>
          <a:xfrm>
            <a:off x="6333744" y="5086967"/>
            <a:ext cx="5303520" cy="1161433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question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dirty="0">
              <a:solidFill>
                <a:schemeClr val="tx1"/>
              </a:solidFill>
              <a:latin typeface="+mn-lt"/>
            </a:endParaRPr>
          </a:p>
          <a:p>
            <a:pPr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key question/objective of project]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26C1178B-5DB0-5E74-E3AC-99F54693818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144901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DA45-D881-2D26-C5CA-684D9692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[Option evaluation slide / Insert action title]</a:t>
            </a:r>
            <a:endParaRPr lang="en-US" dirty="0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F050D927-E4D0-ECAF-8DE6-698FF4FDB2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F4F73-94C8-0E8E-6F17-A738CF53141A}"/>
              </a:ext>
            </a:extLst>
          </p:cNvPr>
          <p:cNvSpPr/>
          <p:nvPr/>
        </p:nvSpPr>
        <p:spPr>
          <a:xfrm>
            <a:off x="554736" y="1569854"/>
            <a:ext cx="1586298" cy="5428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Option for [insert]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B0AD50-CFCC-002F-2007-296FFDDE9912}"/>
              </a:ext>
            </a:extLst>
          </p:cNvPr>
          <p:cNvSpPr/>
          <p:nvPr/>
        </p:nvSpPr>
        <p:spPr>
          <a:xfrm>
            <a:off x="554736" y="2184017"/>
            <a:ext cx="1586298" cy="102634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Pros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20E0FF-94C5-8FC6-E2DD-97632D930AA8}"/>
              </a:ext>
            </a:extLst>
          </p:cNvPr>
          <p:cNvSpPr/>
          <p:nvPr/>
        </p:nvSpPr>
        <p:spPr>
          <a:xfrm>
            <a:off x="554736" y="3281714"/>
            <a:ext cx="1586298" cy="1026341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Cons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230F1-57DC-00BF-F301-AC2925D551B2}"/>
              </a:ext>
            </a:extLst>
          </p:cNvPr>
          <p:cNvSpPr/>
          <p:nvPr/>
        </p:nvSpPr>
        <p:spPr>
          <a:xfrm>
            <a:off x="554736" y="4379411"/>
            <a:ext cx="1586298" cy="4380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[Parameter 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051DEA-8883-9A7F-F953-AE88A0CA0F30}"/>
              </a:ext>
            </a:extLst>
          </p:cNvPr>
          <p:cNvSpPr/>
          <p:nvPr/>
        </p:nvSpPr>
        <p:spPr>
          <a:xfrm>
            <a:off x="554736" y="4888774"/>
            <a:ext cx="1586298" cy="4380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[Parameter 2]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891D7-7155-CF5B-2DDA-DCB9BFC9C57E}"/>
              </a:ext>
            </a:extLst>
          </p:cNvPr>
          <p:cNvSpPr/>
          <p:nvPr/>
        </p:nvSpPr>
        <p:spPr>
          <a:xfrm>
            <a:off x="554736" y="5400717"/>
            <a:ext cx="1586298" cy="4380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[Parameter 3]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43C23-02B9-2E3F-4488-721FB5F9571C}"/>
              </a:ext>
            </a:extLst>
          </p:cNvPr>
          <p:cNvSpPr/>
          <p:nvPr/>
        </p:nvSpPr>
        <p:spPr>
          <a:xfrm>
            <a:off x="554736" y="5907496"/>
            <a:ext cx="1586298" cy="43800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[Parameter 4]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1E6E7F-0938-F998-CABD-6B5E59C7F5E5}"/>
              </a:ext>
            </a:extLst>
          </p:cNvPr>
          <p:cNvCxnSpPr>
            <a:cxnSpLocks/>
          </p:cNvCxnSpPr>
          <p:nvPr/>
        </p:nvCxnSpPr>
        <p:spPr>
          <a:xfrm>
            <a:off x="554736" y="2148339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2B576-A241-B845-9D39-01D866A36D60}"/>
              </a:ext>
            </a:extLst>
          </p:cNvPr>
          <p:cNvCxnSpPr>
            <a:cxnSpLocks/>
          </p:cNvCxnSpPr>
          <p:nvPr/>
        </p:nvCxnSpPr>
        <p:spPr>
          <a:xfrm>
            <a:off x="554736" y="3246036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831BA9-0FBA-2EEE-3B3C-BF8235BCF734}"/>
              </a:ext>
            </a:extLst>
          </p:cNvPr>
          <p:cNvCxnSpPr>
            <a:cxnSpLocks/>
          </p:cNvCxnSpPr>
          <p:nvPr/>
        </p:nvCxnSpPr>
        <p:spPr>
          <a:xfrm>
            <a:off x="554736" y="4343733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8F4142-E695-A525-2922-9C62990C6FB7}"/>
              </a:ext>
            </a:extLst>
          </p:cNvPr>
          <p:cNvCxnSpPr>
            <a:cxnSpLocks/>
          </p:cNvCxnSpPr>
          <p:nvPr/>
        </p:nvCxnSpPr>
        <p:spPr>
          <a:xfrm>
            <a:off x="554736" y="4853096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2F3DBF-7616-4E28-6D31-27F39EA739A3}"/>
              </a:ext>
            </a:extLst>
          </p:cNvPr>
          <p:cNvCxnSpPr>
            <a:cxnSpLocks/>
          </p:cNvCxnSpPr>
          <p:nvPr/>
        </p:nvCxnSpPr>
        <p:spPr>
          <a:xfrm>
            <a:off x="554736" y="5362459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5B3CAA-FA2A-67FE-B901-B95EF99F63E6}"/>
              </a:ext>
            </a:extLst>
          </p:cNvPr>
          <p:cNvCxnSpPr>
            <a:cxnSpLocks/>
          </p:cNvCxnSpPr>
          <p:nvPr/>
        </p:nvCxnSpPr>
        <p:spPr>
          <a:xfrm>
            <a:off x="554736" y="5871822"/>
            <a:ext cx="11082528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27C92CC-C6B8-F523-1D6F-D74335C02643}"/>
              </a:ext>
            </a:extLst>
          </p:cNvPr>
          <p:cNvSpPr>
            <a:spLocks noChangeAspect="1"/>
          </p:cNvSpPr>
          <p:nvPr/>
        </p:nvSpPr>
        <p:spPr>
          <a:xfrm>
            <a:off x="2946230" y="5436840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Pie 19">
            <a:extLst>
              <a:ext uri="{FF2B5EF4-FFF2-40B4-BE49-F238E27FC236}">
                <a16:creationId xmlns:a16="http://schemas.microsoft.com/office/drawing/2014/main" id="{80FB6D99-AE98-50A6-C6F3-05C0931A6C25}"/>
              </a:ext>
            </a:extLst>
          </p:cNvPr>
          <p:cNvSpPr>
            <a:spLocks noChangeAspect="1"/>
          </p:cNvSpPr>
          <p:nvPr/>
        </p:nvSpPr>
        <p:spPr>
          <a:xfrm>
            <a:off x="2946230" y="5436840"/>
            <a:ext cx="365760" cy="365760"/>
          </a:xfrm>
          <a:prstGeom prst="pie">
            <a:avLst>
              <a:gd name="adj1" fmla="val 5449099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C0C3A9-29FF-834F-2459-B265CD1D3521}"/>
              </a:ext>
            </a:extLst>
          </p:cNvPr>
          <p:cNvSpPr>
            <a:spLocks noChangeAspect="1"/>
          </p:cNvSpPr>
          <p:nvPr/>
        </p:nvSpPr>
        <p:spPr>
          <a:xfrm>
            <a:off x="4841390" y="5436840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6A2BC3-C871-F706-6087-BDCBA7160A79}"/>
              </a:ext>
            </a:extLst>
          </p:cNvPr>
          <p:cNvSpPr>
            <a:spLocks noChangeAspect="1"/>
          </p:cNvSpPr>
          <p:nvPr/>
        </p:nvSpPr>
        <p:spPr>
          <a:xfrm>
            <a:off x="6736550" y="5436840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FCDC98-E2A7-FA1E-AF70-E6DCD3A9EC61}"/>
              </a:ext>
            </a:extLst>
          </p:cNvPr>
          <p:cNvSpPr>
            <a:spLocks noChangeAspect="1"/>
          </p:cNvSpPr>
          <p:nvPr/>
        </p:nvSpPr>
        <p:spPr>
          <a:xfrm>
            <a:off x="8631710" y="5436840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7339401-E021-EA10-19DC-95F8CD41A7FF}"/>
              </a:ext>
            </a:extLst>
          </p:cNvPr>
          <p:cNvSpPr>
            <a:spLocks noChangeAspect="1"/>
          </p:cNvSpPr>
          <p:nvPr/>
        </p:nvSpPr>
        <p:spPr>
          <a:xfrm>
            <a:off x="10526870" y="5436840"/>
            <a:ext cx="369083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Pie 25">
            <a:extLst>
              <a:ext uri="{FF2B5EF4-FFF2-40B4-BE49-F238E27FC236}">
                <a16:creationId xmlns:a16="http://schemas.microsoft.com/office/drawing/2014/main" id="{11609BCF-56E7-DBC2-E3B8-A4697EF31D3B}"/>
              </a:ext>
            </a:extLst>
          </p:cNvPr>
          <p:cNvSpPr>
            <a:spLocks noChangeAspect="1"/>
          </p:cNvSpPr>
          <p:nvPr/>
        </p:nvSpPr>
        <p:spPr>
          <a:xfrm>
            <a:off x="4841390" y="5436840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Pie 27">
            <a:extLst>
              <a:ext uri="{FF2B5EF4-FFF2-40B4-BE49-F238E27FC236}">
                <a16:creationId xmlns:a16="http://schemas.microsoft.com/office/drawing/2014/main" id="{66A5499D-7CF1-D69D-4761-BD2E7988C7A6}"/>
              </a:ext>
            </a:extLst>
          </p:cNvPr>
          <p:cNvSpPr>
            <a:spLocks noChangeAspect="1"/>
          </p:cNvSpPr>
          <p:nvPr/>
        </p:nvSpPr>
        <p:spPr>
          <a:xfrm>
            <a:off x="8631710" y="5436840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BAC4CF-FB07-FCA2-1BBE-3B173EC58B7A}"/>
              </a:ext>
            </a:extLst>
          </p:cNvPr>
          <p:cNvSpPr/>
          <p:nvPr/>
        </p:nvSpPr>
        <p:spPr>
          <a:xfrm>
            <a:off x="220491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1]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D70273D-5F3D-0471-50C5-16E172C0959B}"/>
              </a:ext>
            </a:extLst>
          </p:cNvPr>
          <p:cNvCxnSpPr>
            <a:cxnSpLocks/>
          </p:cNvCxnSpPr>
          <p:nvPr/>
        </p:nvCxnSpPr>
        <p:spPr>
          <a:xfrm>
            <a:off x="2204918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BBD86D4-896E-F46F-23E0-747C96A74E20}"/>
              </a:ext>
            </a:extLst>
          </p:cNvPr>
          <p:cNvSpPr/>
          <p:nvPr/>
        </p:nvSpPr>
        <p:spPr>
          <a:xfrm>
            <a:off x="978555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5]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D159250-7842-F634-6C81-D5A7E9A20D12}"/>
              </a:ext>
            </a:extLst>
          </p:cNvPr>
          <p:cNvCxnSpPr>
            <a:cxnSpLocks/>
          </p:cNvCxnSpPr>
          <p:nvPr/>
        </p:nvCxnSpPr>
        <p:spPr>
          <a:xfrm>
            <a:off x="9781033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7D8FAE1A-DBE2-28C6-5BF0-F84D31372855}"/>
              </a:ext>
            </a:extLst>
          </p:cNvPr>
          <p:cNvSpPr>
            <a:spLocks noChangeAspect="1"/>
          </p:cNvSpPr>
          <p:nvPr/>
        </p:nvSpPr>
        <p:spPr>
          <a:xfrm>
            <a:off x="294623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Pie 40">
            <a:extLst>
              <a:ext uri="{FF2B5EF4-FFF2-40B4-BE49-F238E27FC236}">
                <a16:creationId xmlns:a16="http://schemas.microsoft.com/office/drawing/2014/main" id="{8D78767C-C4EC-2BDE-9869-D2694B46223A}"/>
              </a:ext>
            </a:extLst>
          </p:cNvPr>
          <p:cNvSpPr>
            <a:spLocks noChangeAspect="1"/>
          </p:cNvSpPr>
          <p:nvPr/>
        </p:nvSpPr>
        <p:spPr>
          <a:xfrm>
            <a:off x="2946230" y="4924897"/>
            <a:ext cx="365760" cy="365760"/>
          </a:xfrm>
          <a:prstGeom prst="pie">
            <a:avLst>
              <a:gd name="adj1" fmla="val 10753203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45C343B-3CF4-6E7F-7B6E-E7EEA9FEC055}"/>
              </a:ext>
            </a:extLst>
          </p:cNvPr>
          <p:cNvSpPr>
            <a:spLocks noChangeAspect="1"/>
          </p:cNvSpPr>
          <p:nvPr/>
        </p:nvSpPr>
        <p:spPr>
          <a:xfrm>
            <a:off x="484139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BABFDA5-10CF-034A-38B9-59612DFACECE}"/>
              </a:ext>
            </a:extLst>
          </p:cNvPr>
          <p:cNvSpPr>
            <a:spLocks noChangeAspect="1"/>
          </p:cNvSpPr>
          <p:nvPr/>
        </p:nvSpPr>
        <p:spPr>
          <a:xfrm>
            <a:off x="673655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857EEA-468E-56C9-E2E9-E9420E46DE89}"/>
              </a:ext>
            </a:extLst>
          </p:cNvPr>
          <p:cNvSpPr>
            <a:spLocks noChangeAspect="1"/>
          </p:cNvSpPr>
          <p:nvPr/>
        </p:nvSpPr>
        <p:spPr>
          <a:xfrm>
            <a:off x="863171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D53D546-F2E1-93AB-BF82-88FE607D88F3}"/>
              </a:ext>
            </a:extLst>
          </p:cNvPr>
          <p:cNvSpPr>
            <a:spLocks noChangeAspect="1"/>
          </p:cNvSpPr>
          <p:nvPr/>
        </p:nvSpPr>
        <p:spPr>
          <a:xfrm>
            <a:off x="10526870" y="4924897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Pie 45">
            <a:extLst>
              <a:ext uri="{FF2B5EF4-FFF2-40B4-BE49-F238E27FC236}">
                <a16:creationId xmlns:a16="http://schemas.microsoft.com/office/drawing/2014/main" id="{C1750B5D-0488-DE44-A791-054C4BFE99F7}"/>
              </a:ext>
            </a:extLst>
          </p:cNvPr>
          <p:cNvSpPr>
            <a:spLocks noChangeAspect="1"/>
          </p:cNvSpPr>
          <p:nvPr/>
        </p:nvSpPr>
        <p:spPr>
          <a:xfrm>
            <a:off x="4841390" y="4924897"/>
            <a:ext cx="365760" cy="365760"/>
          </a:xfrm>
          <a:prstGeom prst="pie">
            <a:avLst>
              <a:gd name="adj1" fmla="val 5337496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8" name="Pie 47">
            <a:extLst>
              <a:ext uri="{FF2B5EF4-FFF2-40B4-BE49-F238E27FC236}">
                <a16:creationId xmlns:a16="http://schemas.microsoft.com/office/drawing/2014/main" id="{057C126B-AD4E-A763-E810-187D85BE52B9}"/>
              </a:ext>
            </a:extLst>
          </p:cNvPr>
          <p:cNvSpPr>
            <a:spLocks noChangeAspect="1"/>
          </p:cNvSpPr>
          <p:nvPr/>
        </p:nvSpPr>
        <p:spPr>
          <a:xfrm>
            <a:off x="8631710" y="4924897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9" name="Pie 48">
            <a:extLst>
              <a:ext uri="{FF2B5EF4-FFF2-40B4-BE49-F238E27FC236}">
                <a16:creationId xmlns:a16="http://schemas.microsoft.com/office/drawing/2014/main" id="{93B2F786-104B-A90C-019F-7CE1E6CE1B10}"/>
              </a:ext>
            </a:extLst>
          </p:cNvPr>
          <p:cNvSpPr>
            <a:spLocks noChangeAspect="1"/>
          </p:cNvSpPr>
          <p:nvPr/>
        </p:nvSpPr>
        <p:spPr>
          <a:xfrm>
            <a:off x="10526870" y="4924897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976AAFD-14D4-1BD4-F71F-49C443FDF400}"/>
              </a:ext>
            </a:extLst>
          </p:cNvPr>
          <p:cNvSpPr>
            <a:spLocks noChangeAspect="1"/>
          </p:cNvSpPr>
          <p:nvPr/>
        </p:nvSpPr>
        <p:spPr>
          <a:xfrm>
            <a:off x="294623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Pie 50">
            <a:extLst>
              <a:ext uri="{FF2B5EF4-FFF2-40B4-BE49-F238E27FC236}">
                <a16:creationId xmlns:a16="http://schemas.microsoft.com/office/drawing/2014/main" id="{F1A2E315-4983-FEDC-5E13-AB9DF99590DA}"/>
              </a:ext>
            </a:extLst>
          </p:cNvPr>
          <p:cNvSpPr>
            <a:spLocks noChangeAspect="1"/>
          </p:cNvSpPr>
          <p:nvPr/>
        </p:nvSpPr>
        <p:spPr>
          <a:xfrm>
            <a:off x="2946230" y="4415534"/>
            <a:ext cx="365760" cy="365760"/>
          </a:xfrm>
          <a:prstGeom prst="pie">
            <a:avLst>
              <a:gd name="adj1" fmla="val 10818979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AA89181-1AB1-D0F5-47C3-B3EB845B877D}"/>
              </a:ext>
            </a:extLst>
          </p:cNvPr>
          <p:cNvSpPr>
            <a:spLocks noChangeAspect="1"/>
          </p:cNvSpPr>
          <p:nvPr/>
        </p:nvSpPr>
        <p:spPr>
          <a:xfrm>
            <a:off x="484139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51D42F2-AE84-B863-07A2-F057EBF3CFE4}"/>
              </a:ext>
            </a:extLst>
          </p:cNvPr>
          <p:cNvSpPr>
            <a:spLocks noChangeAspect="1"/>
          </p:cNvSpPr>
          <p:nvPr/>
        </p:nvSpPr>
        <p:spPr>
          <a:xfrm>
            <a:off x="673655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E0B7C3B-5E86-2D5F-F138-C4722300A411}"/>
              </a:ext>
            </a:extLst>
          </p:cNvPr>
          <p:cNvSpPr>
            <a:spLocks noChangeAspect="1"/>
          </p:cNvSpPr>
          <p:nvPr/>
        </p:nvSpPr>
        <p:spPr>
          <a:xfrm>
            <a:off x="863171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BF1D72B-E195-C2AD-D98A-36A5C8E61A8D}"/>
              </a:ext>
            </a:extLst>
          </p:cNvPr>
          <p:cNvSpPr>
            <a:spLocks noChangeAspect="1"/>
          </p:cNvSpPr>
          <p:nvPr/>
        </p:nvSpPr>
        <p:spPr>
          <a:xfrm>
            <a:off x="10526870" y="4415534"/>
            <a:ext cx="369083" cy="3657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6" name="Pie 55">
            <a:extLst>
              <a:ext uri="{FF2B5EF4-FFF2-40B4-BE49-F238E27FC236}">
                <a16:creationId xmlns:a16="http://schemas.microsoft.com/office/drawing/2014/main" id="{23AA99F5-DEDC-83DF-5A00-FE0E4F5BC129}"/>
              </a:ext>
            </a:extLst>
          </p:cNvPr>
          <p:cNvSpPr>
            <a:spLocks noChangeAspect="1"/>
          </p:cNvSpPr>
          <p:nvPr/>
        </p:nvSpPr>
        <p:spPr>
          <a:xfrm>
            <a:off x="4841390" y="4415534"/>
            <a:ext cx="365760" cy="365760"/>
          </a:xfrm>
          <a:prstGeom prst="pie">
            <a:avLst>
              <a:gd name="adj1" fmla="val 5354182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0" name="Pie 59">
            <a:extLst>
              <a:ext uri="{FF2B5EF4-FFF2-40B4-BE49-F238E27FC236}">
                <a16:creationId xmlns:a16="http://schemas.microsoft.com/office/drawing/2014/main" id="{198E1608-34CB-FE6F-17B0-1951EA427B72}"/>
              </a:ext>
            </a:extLst>
          </p:cNvPr>
          <p:cNvSpPr>
            <a:spLocks noChangeAspect="1"/>
          </p:cNvSpPr>
          <p:nvPr/>
        </p:nvSpPr>
        <p:spPr>
          <a:xfrm>
            <a:off x="8631710" y="4415534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1" name="Pie 60">
            <a:extLst>
              <a:ext uri="{FF2B5EF4-FFF2-40B4-BE49-F238E27FC236}">
                <a16:creationId xmlns:a16="http://schemas.microsoft.com/office/drawing/2014/main" id="{44F1A020-623D-DD5E-070E-7BCD549AC22F}"/>
              </a:ext>
            </a:extLst>
          </p:cNvPr>
          <p:cNvSpPr>
            <a:spLocks noChangeAspect="1"/>
          </p:cNvSpPr>
          <p:nvPr/>
        </p:nvSpPr>
        <p:spPr>
          <a:xfrm>
            <a:off x="10526870" y="4415534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469C2DB-DC83-6AE4-36AA-7607139BA286}"/>
              </a:ext>
            </a:extLst>
          </p:cNvPr>
          <p:cNvSpPr/>
          <p:nvPr/>
        </p:nvSpPr>
        <p:spPr>
          <a:xfrm>
            <a:off x="220491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5FAA315-4F53-6466-15DF-B3D7B8952227}"/>
              </a:ext>
            </a:extLst>
          </p:cNvPr>
          <p:cNvSpPr/>
          <p:nvPr/>
        </p:nvSpPr>
        <p:spPr>
          <a:xfrm>
            <a:off x="220491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1412653-D174-85F5-0EB7-92FFEE9EBF83}"/>
              </a:ext>
            </a:extLst>
          </p:cNvPr>
          <p:cNvSpPr/>
          <p:nvPr/>
        </p:nvSpPr>
        <p:spPr>
          <a:xfrm>
            <a:off x="220491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614C6BA-7646-6725-527F-1F6448D33593}"/>
              </a:ext>
            </a:extLst>
          </p:cNvPr>
          <p:cNvSpPr/>
          <p:nvPr/>
        </p:nvSpPr>
        <p:spPr>
          <a:xfrm>
            <a:off x="410007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3FC8479-CEBF-7C3F-2D63-53BAF00A96DC}"/>
              </a:ext>
            </a:extLst>
          </p:cNvPr>
          <p:cNvSpPr/>
          <p:nvPr/>
        </p:nvSpPr>
        <p:spPr>
          <a:xfrm>
            <a:off x="410007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CB83501-F5B5-B6B8-2E61-076F3DCA21FE}"/>
              </a:ext>
            </a:extLst>
          </p:cNvPr>
          <p:cNvSpPr/>
          <p:nvPr/>
        </p:nvSpPr>
        <p:spPr>
          <a:xfrm>
            <a:off x="410007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8D2FCA7-236F-89BD-85BC-DBD036B13BC3}"/>
              </a:ext>
            </a:extLst>
          </p:cNvPr>
          <p:cNvSpPr/>
          <p:nvPr/>
        </p:nvSpPr>
        <p:spPr>
          <a:xfrm>
            <a:off x="599523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829DBF3-AC37-5BB4-6418-BE467C99835C}"/>
              </a:ext>
            </a:extLst>
          </p:cNvPr>
          <p:cNvSpPr/>
          <p:nvPr/>
        </p:nvSpPr>
        <p:spPr>
          <a:xfrm>
            <a:off x="599523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8DBD7D8-CC61-FAA7-5792-443F2A605B75}"/>
              </a:ext>
            </a:extLst>
          </p:cNvPr>
          <p:cNvSpPr/>
          <p:nvPr/>
        </p:nvSpPr>
        <p:spPr>
          <a:xfrm>
            <a:off x="599523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333E00E-6718-E587-DB0C-DCA5FE72DC00}"/>
              </a:ext>
            </a:extLst>
          </p:cNvPr>
          <p:cNvSpPr/>
          <p:nvPr/>
        </p:nvSpPr>
        <p:spPr>
          <a:xfrm>
            <a:off x="789039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39A89B6-278E-12DB-1C69-FEA5F87F7E63}"/>
              </a:ext>
            </a:extLst>
          </p:cNvPr>
          <p:cNvSpPr/>
          <p:nvPr/>
        </p:nvSpPr>
        <p:spPr>
          <a:xfrm>
            <a:off x="789039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731BEB1-B55B-2FFA-EC43-3C73B909C0F0}"/>
              </a:ext>
            </a:extLst>
          </p:cNvPr>
          <p:cNvSpPr/>
          <p:nvPr/>
        </p:nvSpPr>
        <p:spPr>
          <a:xfrm>
            <a:off x="789039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E3A0D0B-9614-3052-2987-B6FDE5963A85}"/>
              </a:ext>
            </a:extLst>
          </p:cNvPr>
          <p:cNvSpPr/>
          <p:nvPr/>
        </p:nvSpPr>
        <p:spPr>
          <a:xfrm>
            <a:off x="9785558" y="2184017"/>
            <a:ext cx="1851706" cy="102331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pros]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2074360-34FE-2778-0081-F0D88A6DFB66}"/>
              </a:ext>
            </a:extLst>
          </p:cNvPr>
          <p:cNvSpPr/>
          <p:nvPr/>
        </p:nvSpPr>
        <p:spPr>
          <a:xfrm>
            <a:off x="9785558" y="3281714"/>
            <a:ext cx="1851706" cy="102331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cons]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C3266C4-D0D2-8626-C5D2-2335D8BB1833}"/>
              </a:ext>
            </a:extLst>
          </p:cNvPr>
          <p:cNvSpPr/>
          <p:nvPr/>
        </p:nvSpPr>
        <p:spPr>
          <a:xfrm>
            <a:off x="9785558" y="1569854"/>
            <a:ext cx="1851706" cy="539782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77" name="Pie 76">
            <a:extLst>
              <a:ext uri="{FF2B5EF4-FFF2-40B4-BE49-F238E27FC236}">
                <a16:creationId xmlns:a16="http://schemas.microsoft.com/office/drawing/2014/main" id="{0C0FB095-4DDF-4B75-CAE2-3747BB27D652}"/>
              </a:ext>
            </a:extLst>
          </p:cNvPr>
          <p:cNvSpPr>
            <a:spLocks noChangeAspect="1"/>
          </p:cNvSpPr>
          <p:nvPr/>
        </p:nvSpPr>
        <p:spPr>
          <a:xfrm>
            <a:off x="6739873" y="5436840"/>
            <a:ext cx="365760" cy="365760"/>
          </a:xfrm>
          <a:prstGeom prst="pie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8" name="Pie 77">
            <a:extLst>
              <a:ext uri="{FF2B5EF4-FFF2-40B4-BE49-F238E27FC236}">
                <a16:creationId xmlns:a16="http://schemas.microsoft.com/office/drawing/2014/main" id="{EC620853-F13B-EB60-0095-656D2DF02415}"/>
              </a:ext>
            </a:extLst>
          </p:cNvPr>
          <p:cNvSpPr>
            <a:spLocks noChangeAspect="1"/>
          </p:cNvSpPr>
          <p:nvPr/>
        </p:nvSpPr>
        <p:spPr>
          <a:xfrm>
            <a:off x="6739873" y="4924897"/>
            <a:ext cx="365760" cy="365760"/>
          </a:xfrm>
          <a:prstGeom prst="pie">
            <a:avLst>
              <a:gd name="adj1" fmla="val 10810053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9" name="Pie 78">
            <a:extLst>
              <a:ext uri="{FF2B5EF4-FFF2-40B4-BE49-F238E27FC236}">
                <a16:creationId xmlns:a16="http://schemas.microsoft.com/office/drawing/2014/main" id="{71348C13-A5D6-5D46-CAD0-F3E573D775CE}"/>
              </a:ext>
            </a:extLst>
          </p:cNvPr>
          <p:cNvSpPr>
            <a:spLocks noChangeAspect="1"/>
          </p:cNvSpPr>
          <p:nvPr/>
        </p:nvSpPr>
        <p:spPr>
          <a:xfrm>
            <a:off x="6739873" y="4415534"/>
            <a:ext cx="365760" cy="365760"/>
          </a:xfrm>
          <a:prstGeom prst="pie">
            <a:avLst>
              <a:gd name="adj1" fmla="val 5421441"/>
              <a:gd name="adj2" fmla="val 16200000"/>
            </a:avLst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861B4FC-19CE-F4AE-EC82-0248F7E07F17}"/>
              </a:ext>
            </a:extLst>
          </p:cNvPr>
          <p:cNvSpPr/>
          <p:nvPr/>
        </p:nvSpPr>
        <p:spPr>
          <a:xfrm>
            <a:off x="2203257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977324-431E-027D-68D8-D0EE9AF29E87}"/>
              </a:ext>
            </a:extLst>
          </p:cNvPr>
          <p:cNvSpPr/>
          <p:nvPr/>
        </p:nvSpPr>
        <p:spPr>
          <a:xfrm>
            <a:off x="5994407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25D2A8-C734-4BA6-BDBB-357B1E81C65F}"/>
              </a:ext>
            </a:extLst>
          </p:cNvPr>
          <p:cNvSpPr/>
          <p:nvPr/>
        </p:nvSpPr>
        <p:spPr>
          <a:xfrm>
            <a:off x="7889982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B84B9B-B4C1-FDE4-C568-CA11C50CF602}"/>
              </a:ext>
            </a:extLst>
          </p:cNvPr>
          <p:cNvSpPr/>
          <p:nvPr/>
        </p:nvSpPr>
        <p:spPr>
          <a:xfrm>
            <a:off x="4098832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BBAA3B-00F9-5D7F-4660-CA436CAEAD04}"/>
              </a:ext>
            </a:extLst>
          </p:cNvPr>
          <p:cNvSpPr/>
          <p:nvPr/>
        </p:nvSpPr>
        <p:spPr>
          <a:xfrm>
            <a:off x="9785558" y="5904921"/>
            <a:ext cx="1851706" cy="43800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description]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A88AA0-C52D-F8BA-9C68-30C76F521E6A}"/>
              </a:ext>
            </a:extLst>
          </p:cNvPr>
          <p:cNvSpPr/>
          <p:nvPr/>
        </p:nvSpPr>
        <p:spPr>
          <a:xfrm>
            <a:off x="599523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3]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9C168A-FFC5-7EDA-F3A1-D5C36A8422A3}"/>
              </a:ext>
            </a:extLst>
          </p:cNvPr>
          <p:cNvSpPr/>
          <p:nvPr/>
        </p:nvSpPr>
        <p:spPr>
          <a:xfrm>
            <a:off x="789039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4]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1C7472-DBF3-C42B-74C9-8FC4F2B20940}"/>
              </a:ext>
            </a:extLst>
          </p:cNvPr>
          <p:cNvSpPr/>
          <p:nvPr/>
        </p:nvSpPr>
        <p:spPr>
          <a:xfrm>
            <a:off x="4100078" y="1302020"/>
            <a:ext cx="1851706" cy="257463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[Option 2]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7C2055-8A71-480F-BC34-15956B338646}"/>
              </a:ext>
            </a:extLst>
          </p:cNvPr>
          <p:cNvCxnSpPr>
            <a:cxnSpLocks/>
          </p:cNvCxnSpPr>
          <p:nvPr/>
        </p:nvCxnSpPr>
        <p:spPr>
          <a:xfrm>
            <a:off x="4098947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F9A2A47-5B6B-0369-352A-0C4D7F959E01}"/>
              </a:ext>
            </a:extLst>
          </p:cNvPr>
          <p:cNvCxnSpPr>
            <a:cxnSpLocks/>
          </p:cNvCxnSpPr>
          <p:nvPr/>
        </p:nvCxnSpPr>
        <p:spPr>
          <a:xfrm>
            <a:off x="5992976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283E167-3CFF-6EC1-6BC5-381C4A822E75}"/>
              </a:ext>
            </a:extLst>
          </p:cNvPr>
          <p:cNvCxnSpPr>
            <a:cxnSpLocks/>
          </p:cNvCxnSpPr>
          <p:nvPr/>
        </p:nvCxnSpPr>
        <p:spPr>
          <a:xfrm>
            <a:off x="7887005" y="1559483"/>
            <a:ext cx="185623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ooter Placeholder 2">
            <a:extLst>
              <a:ext uri="{FF2B5EF4-FFF2-40B4-BE49-F238E27FC236}">
                <a16:creationId xmlns:a16="http://schemas.microsoft.com/office/drawing/2014/main" id="{5FBDFCB3-6410-7ABB-83D1-D213E0741A78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xx</a:t>
            </a:r>
            <a:endParaRPr kumimoji="0" lang="en-DK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038755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[Findings and recommendations summary / Insert action title]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C3F8BF-6E40-0908-12D9-3CDEB93558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704851" y="1712167"/>
            <a:ext cx="5061466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findings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6342623" y="1712167"/>
            <a:ext cx="5061600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Recommendations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6054470" y="1712167"/>
            <a:ext cx="1" cy="3657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AB436DA-B3E8-FC4E-A015-5BBCC151F3A9}"/>
              </a:ext>
            </a:extLst>
          </p:cNvPr>
          <p:cNvSpPr/>
          <p:nvPr/>
        </p:nvSpPr>
        <p:spPr>
          <a:xfrm>
            <a:off x="704851" y="5691924"/>
            <a:ext cx="10699370" cy="38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main finding or quantitative potential]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704851" y="2100156"/>
            <a:ext cx="5061458" cy="2782395"/>
          </a:xfrm>
          <a:prstGeom prst="rect">
            <a:avLst/>
          </a:prstGeom>
          <a:noFill/>
        </p:spPr>
        <p:txBody>
          <a:bodyPr wrap="square" tIns="14400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key finding]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key finding]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key finding]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600" dirty="0">
                <a:latin typeface="+mn-lt"/>
              </a:rPr>
              <a:t>…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E07412-C08E-DF41-BF94-F5B5D929A4E1}"/>
              </a:ext>
            </a:extLst>
          </p:cNvPr>
          <p:cNvSpPr txBox="1"/>
          <p:nvPr/>
        </p:nvSpPr>
        <p:spPr>
          <a:xfrm>
            <a:off x="6342623" y="2100155"/>
            <a:ext cx="5061600" cy="2782395"/>
          </a:xfrm>
          <a:prstGeom prst="rect">
            <a:avLst/>
          </a:prstGeom>
          <a:noFill/>
        </p:spPr>
        <p:txBody>
          <a:bodyPr wrap="square" tIns="14400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main recommendation]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main recommendation]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main recommendation]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[Insert sub-steps, if relevant]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[Insert sub-steps, if relevant]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EA99F0-D28B-C74B-9E61-26EE4477D722}"/>
              </a:ext>
            </a:extLst>
          </p:cNvPr>
          <p:cNvSpPr>
            <a:spLocks noChangeAspect="1"/>
          </p:cNvSpPr>
          <p:nvPr/>
        </p:nvSpPr>
        <p:spPr>
          <a:xfrm>
            <a:off x="517777" y="1636161"/>
            <a:ext cx="540000" cy="54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ECEE394-CAA3-864A-8534-CEEED62410CE}"/>
              </a:ext>
            </a:extLst>
          </p:cNvPr>
          <p:cNvSpPr>
            <a:spLocks noChangeAspect="1"/>
          </p:cNvSpPr>
          <p:nvPr/>
        </p:nvSpPr>
        <p:spPr>
          <a:xfrm>
            <a:off x="6147699" y="1636161"/>
            <a:ext cx="540000" cy="54000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DAADD12-A857-454A-8E96-C1570DCCF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95" y="1760379"/>
            <a:ext cx="291564" cy="2915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8EDC9AF-819F-DC48-858D-E26301AAB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899" y="1760361"/>
            <a:ext cx="291600" cy="291600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4ABEC639-A2C5-C540-B3F6-54C99F541049}"/>
              </a:ext>
            </a:extLst>
          </p:cNvPr>
          <p:cNvSpPr>
            <a:spLocks noChangeAspect="1"/>
          </p:cNvSpPr>
          <p:nvPr/>
        </p:nvSpPr>
        <p:spPr>
          <a:xfrm>
            <a:off x="517777" y="5616324"/>
            <a:ext cx="540000" cy="5400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6CE4FC1-12B3-7C4B-9515-D59E82F14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77" y="5740524"/>
            <a:ext cx="291600" cy="291600"/>
          </a:xfrm>
          <a:prstGeom prst="rect">
            <a:avLst/>
          </a:prstGeom>
        </p:spPr>
      </p:pic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583795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8CD542B-A49B-4F7E-A522-68DC352B2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61" imgH="264" progId="TCLayout.ActiveDocument.1">
                  <p:embed/>
                </p:oleObj>
              </mc:Choice>
              <mc:Fallback>
                <p:oleObj name="think-cell Slide" r:id="rId4" imgW="261" imgH="26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D542B-A49B-4F7E-A522-68DC352B2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0952D96B-92E2-4357-BD2B-8F590511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281940"/>
            <a:ext cx="11082528" cy="731520"/>
          </a:xfrm>
        </p:spPr>
        <p:txBody>
          <a:bodyPr vert="horz"/>
          <a:lstStyle/>
          <a:p>
            <a:r>
              <a:rPr lang="en-GB" dirty="0"/>
              <a:t>[Roadmap / Insert action title]</a:t>
            </a:r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D3CCE4C-BF6E-4E1C-BCE8-F84C328E04C0}"/>
              </a:ext>
            </a:extLst>
          </p:cNvPr>
          <p:cNvSpPr/>
          <p:nvPr/>
        </p:nvSpPr>
        <p:spPr>
          <a:xfrm rot="21449236">
            <a:off x="558281" y="3719594"/>
            <a:ext cx="11079682" cy="1330825"/>
          </a:xfrm>
          <a:custGeom>
            <a:avLst/>
            <a:gdLst>
              <a:gd name="connsiteX0" fmla="*/ 0 w 11440574"/>
              <a:gd name="connsiteY0" fmla="*/ 1809458 h 1889358"/>
              <a:gd name="connsiteX1" fmla="*/ 4264090 w 11440574"/>
              <a:gd name="connsiteY1" fmla="*/ 1734814 h 1889358"/>
              <a:gd name="connsiteX2" fmla="*/ 6354147 w 11440574"/>
              <a:gd name="connsiteY2" fmla="*/ 409867 h 1889358"/>
              <a:gd name="connsiteX3" fmla="*/ 11440574 w 11440574"/>
              <a:gd name="connsiteY3" fmla="*/ 23579 h 1889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40574" h="1889358">
                <a:moveTo>
                  <a:pt x="0" y="1809458"/>
                </a:moveTo>
                <a:cubicBezTo>
                  <a:pt x="1602533" y="1888768"/>
                  <a:pt x="3205066" y="1968079"/>
                  <a:pt x="4264090" y="1734814"/>
                </a:cubicBezTo>
                <a:cubicBezTo>
                  <a:pt x="5323115" y="1501549"/>
                  <a:pt x="5198706" y="725553"/>
                  <a:pt x="6354147" y="409867"/>
                </a:cubicBezTo>
                <a:cubicBezTo>
                  <a:pt x="7509588" y="94181"/>
                  <a:pt x="9576681" y="-63040"/>
                  <a:pt x="11440574" y="23579"/>
                </a:cubicBezTo>
              </a:path>
            </a:pathLst>
          </a:cu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319219-A35D-4198-A489-A935B2B01690}"/>
              </a:ext>
            </a:extLst>
          </p:cNvPr>
          <p:cNvSpPr txBox="1"/>
          <p:nvPr/>
        </p:nvSpPr>
        <p:spPr>
          <a:xfrm>
            <a:off x="1501328" y="4314061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9CC0436-A535-4502-B996-203AC6C9F71C}"/>
              </a:ext>
            </a:extLst>
          </p:cNvPr>
          <p:cNvSpPr>
            <a:spLocks/>
          </p:cNvSpPr>
          <p:nvPr/>
        </p:nvSpPr>
        <p:spPr>
          <a:xfrm>
            <a:off x="1976318" y="509759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0" name="Text Box 6">
            <a:extLst>
              <a:ext uri="{FF2B5EF4-FFF2-40B4-BE49-F238E27FC236}">
                <a16:creationId xmlns:a16="http://schemas.microsoft.com/office/drawing/2014/main" id="{A5DD2E12-3832-4B21-AA8F-B027B73D6A6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7870" y="1720887"/>
            <a:ext cx="2053034" cy="325120"/>
          </a:xfrm>
          <a:prstGeom prst="homePlate">
            <a:avLst>
              <a:gd name="adj" fmla="val 35010"/>
            </a:avLst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>
                <a:solidFill>
                  <a:schemeClr val="bg1"/>
                </a:solidFill>
              </a:rPr>
              <a:t>Today</a:t>
            </a:r>
          </a:p>
        </p:txBody>
      </p:sp>
      <p:sp>
        <p:nvSpPr>
          <p:cNvPr id="131" name="Text Box 7">
            <a:extLst>
              <a:ext uri="{FF2B5EF4-FFF2-40B4-BE49-F238E27FC236}">
                <a16:creationId xmlns:a16="http://schemas.microsoft.com/office/drawing/2014/main" id="{260195C6-C52C-4740-BDD1-F200D417CCE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545166" y="1720886"/>
            <a:ext cx="5937595" cy="325120"/>
          </a:xfrm>
          <a:prstGeom prst="chevron">
            <a:avLst>
              <a:gd name="adj" fmla="val 35010"/>
            </a:avLst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1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 b="1" noProof="1">
                <a:solidFill>
                  <a:schemeClr val="bg1"/>
                </a:solidFill>
              </a:rPr>
              <a:t>2025-2035</a:t>
            </a:r>
          </a:p>
        </p:txBody>
      </p:sp>
      <p:sp>
        <p:nvSpPr>
          <p:cNvPr id="132" name="Text Box 7">
            <a:extLst>
              <a:ext uri="{FF2B5EF4-FFF2-40B4-BE49-F238E27FC236}">
                <a16:creationId xmlns:a16="http://schemas.microsoft.com/office/drawing/2014/main" id="{D5378C07-D580-4E70-BEE6-EF1A8E6F98D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417023" y="1724409"/>
            <a:ext cx="3220941" cy="321597"/>
          </a:xfrm>
          <a:prstGeom prst="chevron">
            <a:avLst>
              <a:gd name="adj" fmla="val 35010"/>
            </a:avLst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square" lIns="0" tIns="0" rIns="0" bIns="0" anchor="ctr" anchorCtr="1">
            <a:no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200" b="1" noProof="1">
                <a:solidFill>
                  <a:schemeClr val="bg1"/>
                </a:solidFill>
              </a:rPr>
              <a:t>2035+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F97DCAC-9D0C-4AD4-BC9D-3EB8468EF799}"/>
              </a:ext>
            </a:extLst>
          </p:cNvPr>
          <p:cNvSpPr txBox="1"/>
          <p:nvPr/>
        </p:nvSpPr>
        <p:spPr>
          <a:xfrm>
            <a:off x="557870" y="2098570"/>
            <a:ext cx="20530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/>
              <a:t>[Insert focus of phase]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2BBC050-B381-44F9-A05D-7C8471F2E40C}"/>
              </a:ext>
            </a:extLst>
          </p:cNvPr>
          <p:cNvSpPr txBox="1"/>
          <p:nvPr/>
        </p:nvSpPr>
        <p:spPr>
          <a:xfrm>
            <a:off x="2545166" y="2092889"/>
            <a:ext cx="59375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/>
              <a:t>[Insert focus of phase]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39358BE-3AC3-4BF6-820E-A08CFE8AD30D}"/>
              </a:ext>
            </a:extLst>
          </p:cNvPr>
          <p:cNvSpPr txBox="1"/>
          <p:nvPr/>
        </p:nvSpPr>
        <p:spPr>
          <a:xfrm>
            <a:off x="8417023" y="2098570"/>
            <a:ext cx="3220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/>
              <a:t>[Insert focus of phase]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D481044-5D1A-49B9-9C1E-D9C385EB8C1A}"/>
              </a:ext>
            </a:extLst>
          </p:cNvPr>
          <p:cNvSpPr txBox="1"/>
          <p:nvPr/>
        </p:nvSpPr>
        <p:spPr>
          <a:xfrm>
            <a:off x="2652498" y="4247538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AD06DE98-99DE-409D-A29B-0AAA40324BBC}"/>
              </a:ext>
            </a:extLst>
          </p:cNvPr>
          <p:cNvSpPr>
            <a:spLocks/>
          </p:cNvSpPr>
          <p:nvPr/>
        </p:nvSpPr>
        <p:spPr>
          <a:xfrm>
            <a:off x="3679523" y="5016979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68C227F-48FA-4A88-B3F2-F4ED7BC4D318}"/>
              </a:ext>
            </a:extLst>
          </p:cNvPr>
          <p:cNvSpPr txBox="1"/>
          <p:nvPr/>
        </p:nvSpPr>
        <p:spPr>
          <a:xfrm>
            <a:off x="4036282" y="3988352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46A41B6-ED95-4771-A1B0-297A5AA4AF2B}"/>
              </a:ext>
            </a:extLst>
          </p:cNvPr>
          <p:cNvSpPr>
            <a:spLocks/>
          </p:cNvSpPr>
          <p:nvPr/>
        </p:nvSpPr>
        <p:spPr>
          <a:xfrm>
            <a:off x="5100859" y="4746675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17833C2-CBF6-49B7-8FF4-FDF54025F95B}"/>
              </a:ext>
            </a:extLst>
          </p:cNvPr>
          <p:cNvSpPr txBox="1"/>
          <p:nvPr/>
        </p:nvSpPr>
        <p:spPr>
          <a:xfrm>
            <a:off x="5298467" y="3066587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CB60DB9-2628-4F96-87BC-0C6D4B2E2735}"/>
              </a:ext>
            </a:extLst>
          </p:cNvPr>
          <p:cNvSpPr>
            <a:spLocks/>
          </p:cNvSpPr>
          <p:nvPr/>
        </p:nvSpPr>
        <p:spPr>
          <a:xfrm>
            <a:off x="6219456" y="3995063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82629ED-1715-456E-87E1-6EBBCD3B1E7C}"/>
              </a:ext>
            </a:extLst>
          </p:cNvPr>
          <p:cNvSpPr txBox="1"/>
          <p:nvPr/>
        </p:nvSpPr>
        <p:spPr>
          <a:xfrm>
            <a:off x="6719410" y="2953598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E58DC986-33B2-4917-B1D5-B2AF86D625E3}"/>
              </a:ext>
            </a:extLst>
          </p:cNvPr>
          <p:cNvSpPr>
            <a:spLocks/>
          </p:cNvSpPr>
          <p:nvPr/>
        </p:nvSpPr>
        <p:spPr>
          <a:xfrm>
            <a:off x="7765266" y="3654007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DB7C54C-B288-4E08-9B49-2854200A2194}"/>
              </a:ext>
            </a:extLst>
          </p:cNvPr>
          <p:cNvSpPr txBox="1"/>
          <p:nvPr/>
        </p:nvSpPr>
        <p:spPr>
          <a:xfrm>
            <a:off x="8503416" y="2666642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0BD8EA90-3ED9-46C1-B22C-84A75AC1236A}"/>
              </a:ext>
            </a:extLst>
          </p:cNvPr>
          <p:cNvSpPr>
            <a:spLocks/>
          </p:cNvSpPr>
          <p:nvPr/>
        </p:nvSpPr>
        <p:spPr>
          <a:xfrm>
            <a:off x="9535648" y="3461247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E6DE43C-729F-4DD8-AB3D-4DCACBA1B550}"/>
              </a:ext>
            </a:extLst>
          </p:cNvPr>
          <p:cNvSpPr txBox="1"/>
          <p:nvPr/>
        </p:nvSpPr>
        <p:spPr>
          <a:xfrm>
            <a:off x="9924359" y="2552025"/>
            <a:ext cx="96903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A6A69A9-1E17-49F0-8957-5E9DD7BA550E}"/>
              </a:ext>
            </a:extLst>
          </p:cNvPr>
          <p:cNvSpPr>
            <a:spLocks/>
          </p:cNvSpPr>
          <p:nvPr/>
        </p:nvSpPr>
        <p:spPr>
          <a:xfrm>
            <a:off x="11120952" y="3386766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3366980-4100-4581-B8B6-BB72677A22D9}"/>
              </a:ext>
            </a:extLst>
          </p:cNvPr>
          <p:cNvSpPr txBox="1"/>
          <p:nvPr/>
        </p:nvSpPr>
        <p:spPr>
          <a:xfrm>
            <a:off x="574527" y="5507307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3F8524F9-EF34-4799-AA88-FF7D73D9EED3}"/>
              </a:ext>
            </a:extLst>
          </p:cNvPr>
          <p:cNvSpPr>
            <a:spLocks/>
          </p:cNvSpPr>
          <p:nvPr/>
        </p:nvSpPr>
        <p:spPr>
          <a:xfrm flipH="1" flipV="1">
            <a:off x="924398" y="512576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D706513-FEB9-4B5B-AAF2-69992140463B}"/>
              </a:ext>
            </a:extLst>
          </p:cNvPr>
          <p:cNvSpPr txBox="1"/>
          <p:nvPr/>
        </p:nvSpPr>
        <p:spPr>
          <a:xfrm>
            <a:off x="3281545" y="5402217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D4E698C3-868D-47D4-8652-753B4E7F46D5}"/>
              </a:ext>
            </a:extLst>
          </p:cNvPr>
          <p:cNvSpPr>
            <a:spLocks/>
          </p:cNvSpPr>
          <p:nvPr/>
        </p:nvSpPr>
        <p:spPr>
          <a:xfrm flipH="1" flipV="1">
            <a:off x="2891617" y="5090658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F550793-331A-43E2-A123-882ECD559F4B}"/>
              </a:ext>
            </a:extLst>
          </p:cNvPr>
          <p:cNvSpPr txBox="1"/>
          <p:nvPr/>
        </p:nvSpPr>
        <p:spPr>
          <a:xfrm>
            <a:off x="5818983" y="4535747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9BA8C140-D249-4A05-BE1D-76042698E36D}"/>
              </a:ext>
            </a:extLst>
          </p:cNvPr>
          <p:cNvSpPr>
            <a:spLocks/>
          </p:cNvSpPr>
          <p:nvPr/>
        </p:nvSpPr>
        <p:spPr>
          <a:xfrm flipH="1" flipV="1">
            <a:off x="5688952" y="4344467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F6BBE69-A823-4EBF-B6BC-5E73255E874E}"/>
              </a:ext>
            </a:extLst>
          </p:cNvPr>
          <p:cNvSpPr txBox="1"/>
          <p:nvPr/>
        </p:nvSpPr>
        <p:spPr>
          <a:xfrm>
            <a:off x="7371966" y="4116415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AC3977DB-FF40-44BB-BE51-698ADD008557}"/>
              </a:ext>
            </a:extLst>
          </p:cNvPr>
          <p:cNvSpPr>
            <a:spLocks/>
          </p:cNvSpPr>
          <p:nvPr/>
        </p:nvSpPr>
        <p:spPr>
          <a:xfrm flipH="1" flipV="1">
            <a:off x="7110288" y="3750213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ACF371E-403D-49EF-BC69-3B23EE6B67D8}"/>
              </a:ext>
            </a:extLst>
          </p:cNvPr>
          <p:cNvSpPr txBox="1"/>
          <p:nvPr/>
        </p:nvSpPr>
        <p:spPr>
          <a:xfrm>
            <a:off x="4702881" y="5208861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70F997AB-ECC6-4612-8670-682AB7E8A1D1}"/>
              </a:ext>
            </a:extLst>
          </p:cNvPr>
          <p:cNvSpPr>
            <a:spLocks/>
          </p:cNvSpPr>
          <p:nvPr/>
        </p:nvSpPr>
        <p:spPr>
          <a:xfrm flipH="1" flipV="1">
            <a:off x="4432248" y="4933128"/>
            <a:ext cx="180000" cy="18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21C979D-792D-4B0D-AEB9-CCE8C502D504}"/>
              </a:ext>
            </a:extLst>
          </p:cNvPr>
          <p:cNvSpPr txBox="1"/>
          <p:nvPr/>
        </p:nvSpPr>
        <p:spPr>
          <a:xfrm>
            <a:off x="9132519" y="3997966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2F618B94-1334-46FE-B154-14953A98FEF9}"/>
              </a:ext>
            </a:extLst>
          </p:cNvPr>
          <p:cNvSpPr>
            <a:spLocks/>
          </p:cNvSpPr>
          <p:nvPr/>
        </p:nvSpPr>
        <p:spPr>
          <a:xfrm flipH="1" flipV="1">
            <a:off x="8670694" y="3558122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63759FF9-5460-4648-8404-64A6483B9FA9}"/>
              </a:ext>
            </a:extLst>
          </p:cNvPr>
          <p:cNvSpPr txBox="1"/>
          <p:nvPr/>
        </p:nvSpPr>
        <p:spPr>
          <a:xfrm>
            <a:off x="10539191" y="3880469"/>
            <a:ext cx="97595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[Insert key activity / milestone]</a:t>
            </a: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CF4E7A75-313F-47EF-822C-A3B9200826C2}"/>
              </a:ext>
            </a:extLst>
          </p:cNvPr>
          <p:cNvSpPr>
            <a:spLocks/>
          </p:cNvSpPr>
          <p:nvPr/>
        </p:nvSpPr>
        <p:spPr>
          <a:xfrm flipH="1" flipV="1">
            <a:off x="10322743" y="3434069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rgbClr val="FFFFFF"/>
                </a:solidFill>
                <a:latin typeface="Trebuchet MS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E2754E5-8A78-419A-940A-BC207DF74933}"/>
              </a:ext>
            </a:extLst>
          </p:cNvPr>
          <p:cNvCxnSpPr>
            <a:cxnSpLocks/>
          </p:cNvCxnSpPr>
          <p:nvPr/>
        </p:nvCxnSpPr>
        <p:spPr>
          <a:xfrm>
            <a:off x="2578035" y="2133600"/>
            <a:ext cx="0" cy="4203055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0F9CC7B6-AACB-4EED-9032-A6C9304EBB65}"/>
              </a:ext>
            </a:extLst>
          </p:cNvPr>
          <p:cNvCxnSpPr>
            <a:cxnSpLocks/>
          </p:cNvCxnSpPr>
          <p:nvPr/>
        </p:nvCxnSpPr>
        <p:spPr>
          <a:xfrm>
            <a:off x="8449892" y="2133600"/>
            <a:ext cx="0" cy="4203055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B4537-11CE-7679-9401-C7D85202F9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BE533F-4936-F24F-1062-973CB86D244D}"/>
              </a:ext>
            </a:extLst>
          </p:cNvPr>
          <p:cNvCxnSpPr>
            <a:cxnSpLocks/>
            <a:stCxn id="43" idx="2"/>
            <a:endCxn id="83" idx="0"/>
          </p:cNvCxnSpPr>
          <p:nvPr/>
        </p:nvCxnSpPr>
        <p:spPr>
          <a:xfrm>
            <a:off x="1985846" y="4868059"/>
            <a:ext cx="80472" cy="229532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1CC78A-AAFC-01F1-8119-F15B72779B94}"/>
              </a:ext>
            </a:extLst>
          </p:cNvPr>
          <p:cNvCxnSpPr>
            <a:stCxn id="176" idx="0"/>
            <a:endCxn id="178" idx="0"/>
          </p:cNvCxnSpPr>
          <p:nvPr/>
        </p:nvCxnSpPr>
        <p:spPr>
          <a:xfrm flipH="1" flipV="1">
            <a:off x="1014398" y="5305761"/>
            <a:ext cx="48107" cy="201546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ED5A5C-C0A6-3255-EAF6-B691B11024E1}"/>
              </a:ext>
            </a:extLst>
          </p:cNvPr>
          <p:cNvCxnSpPr>
            <a:stCxn id="140" idx="2"/>
            <a:endCxn id="184" idx="4"/>
          </p:cNvCxnSpPr>
          <p:nvPr/>
        </p:nvCxnSpPr>
        <p:spPr>
          <a:xfrm flipH="1">
            <a:off x="2981617" y="4801536"/>
            <a:ext cx="155399" cy="289122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773DEC-2FD5-9810-93C4-50F740FD929E}"/>
              </a:ext>
            </a:extLst>
          </p:cNvPr>
          <p:cNvCxnSpPr>
            <a:stCxn id="142" idx="4"/>
            <a:endCxn id="182" idx="0"/>
          </p:cNvCxnSpPr>
          <p:nvPr/>
        </p:nvCxnSpPr>
        <p:spPr>
          <a:xfrm>
            <a:off x="3769523" y="5196979"/>
            <a:ext cx="0" cy="205238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C5D102-8636-4AC2-5D18-5E880A31363A}"/>
              </a:ext>
            </a:extLst>
          </p:cNvPr>
          <p:cNvCxnSpPr>
            <a:stCxn id="148" idx="4"/>
            <a:endCxn id="200" idx="0"/>
          </p:cNvCxnSpPr>
          <p:nvPr/>
        </p:nvCxnSpPr>
        <p:spPr>
          <a:xfrm>
            <a:off x="5190859" y="4926675"/>
            <a:ext cx="0" cy="282186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AA9C4B-6D8F-3EDE-987F-51F093DB242B}"/>
              </a:ext>
            </a:extLst>
          </p:cNvPr>
          <p:cNvCxnSpPr>
            <a:stCxn id="154" idx="4"/>
            <a:endCxn id="188" idx="0"/>
          </p:cNvCxnSpPr>
          <p:nvPr/>
        </p:nvCxnSpPr>
        <p:spPr>
          <a:xfrm flipH="1">
            <a:off x="6306961" y="4175063"/>
            <a:ext cx="2495" cy="360684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75A99B-C0F2-15C2-C9AF-7CD332920FB0}"/>
              </a:ext>
            </a:extLst>
          </p:cNvPr>
          <p:cNvCxnSpPr>
            <a:stCxn id="160" idx="4"/>
            <a:endCxn id="194" idx="0"/>
          </p:cNvCxnSpPr>
          <p:nvPr/>
        </p:nvCxnSpPr>
        <p:spPr>
          <a:xfrm>
            <a:off x="7855266" y="3834007"/>
            <a:ext cx="4678" cy="282408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1A7B900-6AA9-31D6-871E-96FB19D7D481}"/>
              </a:ext>
            </a:extLst>
          </p:cNvPr>
          <p:cNvCxnSpPr>
            <a:stCxn id="158" idx="2"/>
            <a:endCxn id="196" idx="4"/>
          </p:cNvCxnSpPr>
          <p:nvPr/>
        </p:nvCxnSpPr>
        <p:spPr>
          <a:xfrm flipH="1">
            <a:off x="7200288" y="3507596"/>
            <a:ext cx="3640" cy="242617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D978C5-C303-76FC-E1FE-0F146E14A585}"/>
              </a:ext>
            </a:extLst>
          </p:cNvPr>
          <p:cNvCxnSpPr>
            <a:stCxn id="152" idx="2"/>
            <a:endCxn id="190" idx="4"/>
          </p:cNvCxnSpPr>
          <p:nvPr/>
        </p:nvCxnSpPr>
        <p:spPr>
          <a:xfrm flipH="1">
            <a:off x="5778952" y="3620585"/>
            <a:ext cx="4033" cy="723882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CE811A7-DCAB-EBFA-0A5F-911EF3F87872}"/>
              </a:ext>
            </a:extLst>
          </p:cNvPr>
          <p:cNvCxnSpPr>
            <a:stCxn id="146" idx="2"/>
            <a:endCxn id="202" idx="4"/>
          </p:cNvCxnSpPr>
          <p:nvPr/>
        </p:nvCxnSpPr>
        <p:spPr>
          <a:xfrm>
            <a:off x="4520800" y="4542350"/>
            <a:ext cx="1448" cy="390778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7D73E0-9658-69C1-ABA0-F89BCDAA0E6F}"/>
              </a:ext>
            </a:extLst>
          </p:cNvPr>
          <p:cNvCxnSpPr>
            <a:stCxn id="164" idx="2"/>
            <a:endCxn id="208" idx="4"/>
          </p:cNvCxnSpPr>
          <p:nvPr/>
        </p:nvCxnSpPr>
        <p:spPr>
          <a:xfrm flipH="1">
            <a:off x="8760694" y="3220640"/>
            <a:ext cx="227240" cy="337482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C224046-F838-5D62-8BE6-6BAC4F23F92C}"/>
              </a:ext>
            </a:extLst>
          </p:cNvPr>
          <p:cNvCxnSpPr>
            <a:stCxn id="166" idx="4"/>
            <a:endCxn id="206" idx="0"/>
          </p:cNvCxnSpPr>
          <p:nvPr/>
        </p:nvCxnSpPr>
        <p:spPr>
          <a:xfrm flipH="1">
            <a:off x="9620497" y="3641247"/>
            <a:ext cx="5151" cy="356719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8527D4-308C-DA5C-FF8A-1092E4077640}"/>
              </a:ext>
            </a:extLst>
          </p:cNvPr>
          <p:cNvCxnSpPr>
            <a:stCxn id="170" idx="2"/>
            <a:endCxn id="214" idx="4"/>
          </p:cNvCxnSpPr>
          <p:nvPr/>
        </p:nvCxnSpPr>
        <p:spPr>
          <a:xfrm>
            <a:off x="10408877" y="3106023"/>
            <a:ext cx="3866" cy="328046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C304FC-71EE-12FC-58BB-67C0E2B7DABB}"/>
              </a:ext>
            </a:extLst>
          </p:cNvPr>
          <p:cNvCxnSpPr>
            <a:stCxn id="172" idx="4"/>
            <a:endCxn id="212" idx="0"/>
          </p:cNvCxnSpPr>
          <p:nvPr/>
        </p:nvCxnSpPr>
        <p:spPr>
          <a:xfrm flipH="1">
            <a:off x="11027169" y="3566766"/>
            <a:ext cx="183783" cy="313703"/>
          </a:xfrm>
          <a:prstGeom prst="line">
            <a:avLst/>
          </a:prstGeom>
          <a:ln w="6350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Gna1"/>
    </p:custDataLst>
    <p:extLst>
      <p:ext uri="{BB962C8B-B14F-4D97-AF65-F5344CB8AC3E}">
        <p14:creationId xmlns:p14="http://schemas.microsoft.com/office/powerpoint/2010/main" val="33400256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Risks mainly in [risk area 1] and [risk area 2]</a:t>
            </a:r>
            <a:endParaRPr lang="en-DK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FE9EF87-A5DD-3AE1-4888-6FED1017C6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ECC3D-72A6-52CD-41F7-101546A520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554737" y="2080661"/>
            <a:ext cx="4153742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5208129" y="2080661"/>
            <a:ext cx="4153852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Potential mitigation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554736" y="3223925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554736" y="262892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e.g., proliferation of rumors on why certain teams are downsized]</a:t>
            </a:r>
            <a:endParaRPr kumimoji="0" lang="en-US" sz="120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lang="en-US" sz="90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2CBEE-60EE-2CEE-1DCB-E932F04D47A1}"/>
              </a:ext>
            </a:extLst>
          </p:cNvPr>
          <p:cNvSpPr txBox="1"/>
          <p:nvPr/>
        </p:nvSpPr>
        <p:spPr>
          <a:xfrm>
            <a:off x="554736" y="3384199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8C0CF-B2DC-CA79-261D-41188F8EE430}"/>
              </a:ext>
            </a:extLst>
          </p:cNvPr>
          <p:cNvSpPr txBox="1"/>
          <p:nvPr/>
        </p:nvSpPr>
        <p:spPr>
          <a:xfrm>
            <a:off x="554736" y="413947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6BF78-9C98-4638-6224-3521154E7FBE}"/>
              </a:ext>
            </a:extLst>
          </p:cNvPr>
          <p:cNvSpPr txBox="1"/>
          <p:nvPr/>
        </p:nvSpPr>
        <p:spPr>
          <a:xfrm>
            <a:off x="554736" y="4894749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87DAF-4B0D-41B4-EF55-94BC04884B24}"/>
              </a:ext>
            </a:extLst>
          </p:cNvPr>
          <p:cNvSpPr txBox="1"/>
          <p:nvPr/>
        </p:nvSpPr>
        <p:spPr>
          <a:xfrm>
            <a:off x="554736" y="5650028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risk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339F5-9942-196B-57A9-994F67F159C9}"/>
              </a:ext>
            </a:extLst>
          </p:cNvPr>
          <p:cNvSpPr txBox="1"/>
          <p:nvPr/>
        </p:nvSpPr>
        <p:spPr>
          <a:xfrm>
            <a:off x="5208246" y="2628924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e.g., full transparency on cost cutting measures to make rationale clear]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4D4AA-03E9-B2DD-B71F-9574FE254E20}"/>
              </a:ext>
            </a:extLst>
          </p:cNvPr>
          <p:cNvSpPr txBox="1"/>
          <p:nvPr/>
        </p:nvSpPr>
        <p:spPr>
          <a:xfrm>
            <a:off x="5208246" y="3384200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CD754-573A-6DAC-52EA-F1EBC37275FD}"/>
              </a:ext>
            </a:extLst>
          </p:cNvPr>
          <p:cNvSpPr txBox="1"/>
          <p:nvPr/>
        </p:nvSpPr>
        <p:spPr>
          <a:xfrm>
            <a:off x="5208246" y="4139476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4BE137-51E7-9422-BD26-0DAF300CC471}"/>
              </a:ext>
            </a:extLst>
          </p:cNvPr>
          <p:cNvSpPr txBox="1"/>
          <p:nvPr/>
        </p:nvSpPr>
        <p:spPr>
          <a:xfrm>
            <a:off x="5208246" y="4894752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 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88E208-D080-7D08-95B3-EEF04432511C}"/>
              </a:ext>
            </a:extLst>
          </p:cNvPr>
          <p:cNvSpPr txBox="1"/>
          <p:nvPr/>
        </p:nvSpPr>
        <p:spPr>
          <a:xfrm>
            <a:off x="5208246" y="5650028"/>
            <a:ext cx="4153735" cy="434727"/>
          </a:xfrm>
          <a:prstGeom prst="rect">
            <a:avLst/>
          </a:prstGeom>
          <a:noFill/>
        </p:spPr>
        <p:txBody>
          <a:bodyPr wrap="square" tIns="91440" bIns="91440" rtlCol="0" anchor="ctr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1200" dirty="0">
                <a:latin typeface="+mn-lt"/>
              </a:rPr>
              <a:t>[Insert description of mitigation]</a:t>
            </a:r>
            <a:endParaRPr kumimoji="0" lang="en-US" sz="1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6341ED-D03D-CE45-0A0A-69DCBC227858}"/>
              </a:ext>
            </a:extLst>
          </p:cNvPr>
          <p:cNvCxnSpPr>
            <a:cxnSpLocks/>
          </p:cNvCxnSpPr>
          <p:nvPr/>
        </p:nvCxnSpPr>
        <p:spPr>
          <a:xfrm flipH="1">
            <a:off x="554736" y="3979200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B9E125-D0F8-2064-F205-C0A2855DC9E4}"/>
              </a:ext>
            </a:extLst>
          </p:cNvPr>
          <p:cNvCxnSpPr>
            <a:cxnSpLocks/>
          </p:cNvCxnSpPr>
          <p:nvPr/>
        </p:nvCxnSpPr>
        <p:spPr>
          <a:xfrm flipH="1">
            <a:off x="554736" y="4734475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C6F76E-8FED-453C-B4CB-109B0080D756}"/>
              </a:ext>
            </a:extLst>
          </p:cNvPr>
          <p:cNvCxnSpPr>
            <a:cxnSpLocks/>
          </p:cNvCxnSpPr>
          <p:nvPr/>
        </p:nvCxnSpPr>
        <p:spPr>
          <a:xfrm flipH="1">
            <a:off x="554736" y="5489750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riangle 22">
            <a:extLst>
              <a:ext uri="{FF2B5EF4-FFF2-40B4-BE49-F238E27FC236}">
                <a16:creationId xmlns:a16="http://schemas.microsoft.com/office/drawing/2014/main" id="{46433443-3355-CB7D-B7EA-93B05C20AAFF}"/>
              </a:ext>
            </a:extLst>
          </p:cNvPr>
          <p:cNvSpPr/>
          <p:nvPr/>
        </p:nvSpPr>
        <p:spPr>
          <a:xfrm rot="5400000">
            <a:off x="4815210" y="2743004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4DFBD740-AAE8-22AA-FA3E-B019709B2D36}"/>
              </a:ext>
            </a:extLst>
          </p:cNvPr>
          <p:cNvSpPr/>
          <p:nvPr/>
        </p:nvSpPr>
        <p:spPr>
          <a:xfrm rot="5400000">
            <a:off x="4815210" y="3498280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5060892F-4C9E-141F-318A-905A00A61D2B}"/>
              </a:ext>
            </a:extLst>
          </p:cNvPr>
          <p:cNvSpPr/>
          <p:nvPr/>
        </p:nvSpPr>
        <p:spPr>
          <a:xfrm rot="5400000">
            <a:off x="4815210" y="4253556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6A8BD92B-0725-F1A2-9BB0-3DDB55E01A48}"/>
              </a:ext>
            </a:extLst>
          </p:cNvPr>
          <p:cNvSpPr/>
          <p:nvPr/>
        </p:nvSpPr>
        <p:spPr>
          <a:xfrm rot="5400000">
            <a:off x="4815210" y="5008832"/>
            <a:ext cx="286188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73895E46-D080-70D5-1ECC-81A3F90F0F50}"/>
              </a:ext>
            </a:extLst>
          </p:cNvPr>
          <p:cNvSpPr/>
          <p:nvPr/>
        </p:nvSpPr>
        <p:spPr>
          <a:xfrm rot="5400000">
            <a:off x="4815209" y="5764108"/>
            <a:ext cx="286189" cy="206566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34424-1A59-F582-79D7-D256D270027F}"/>
              </a:ext>
            </a:extLst>
          </p:cNvPr>
          <p:cNvSpPr/>
          <p:nvPr/>
        </p:nvSpPr>
        <p:spPr>
          <a:xfrm>
            <a:off x="9861630" y="2080661"/>
            <a:ext cx="1775633" cy="387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 level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3B86B7-A257-9987-D6B4-60C3762B2694}"/>
              </a:ext>
            </a:extLst>
          </p:cNvPr>
          <p:cNvSpPr/>
          <p:nvPr/>
        </p:nvSpPr>
        <p:spPr>
          <a:xfrm>
            <a:off x="9400265" y="2468650"/>
            <a:ext cx="423082" cy="3674479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BC5CB14-32E5-FFB7-551B-20F9156F9E20}"/>
              </a:ext>
            </a:extLst>
          </p:cNvPr>
          <p:cNvCxnSpPr/>
          <p:nvPr/>
        </p:nvCxnSpPr>
        <p:spPr>
          <a:xfrm>
            <a:off x="9611806" y="2536890"/>
            <a:ext cx="0" cy="3674479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8B5E638-88F3-5DE6-A6F1-9E31BB6DA766}"/>
              </a:ext>
            </a:extLst>
          </p:cNvPr>
          <p:cNvSpPr txBox="1"/>
          <p:nvPr/>
        </p:nvSpPr>
        <p:spPr>
          <a:xfrm>
            <a:off x="9940834" y="1318966"/>
            <a:ext cx="1696430" cy="23513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Initial view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7A43172-69B5-2336-00B4-968019A25F58}"/>
              </a:ext>
            </a:extLst>
          </p:cNvPr>
          <p:cNvSpPr>
            <a:spLocks noChangeAspect="1"/>
          </p:cNvSpPr>
          <p:nvPr/>
        </p:nvSpPr>
        <p:spPr>
          <a:xfrm>
            <a:off x="10566566" y="2663407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DBCAF1B-D13D-7C5F-A585-5F724168A942}"/>
              </a:ext>
            </a:extLst>
          </p:cNvPr>
          <p:cNvSpPr>
            <a:spLocks noChangeAspect="1"/>
          </p:cNvSpPr>
          <p:nvPr/>
        </p:nvSpPr>
        <p:spPr>
          <a:xfrm>
            <a:off x="10566566" y="3418683"/>
            <a:ext cx="365760" cy="36576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D435A20-AA3D-B17B-E712-4F6D00F976D0}"/>
              </a:ext>
            </a:extLst>
          </p:cNvPr>
          <p:cNvSpPr>
            <a:spLocks noChangeAspect="1"/>
          </p:cNvSpPr>
          <p:nvPr/>
        </p:nvSpPr>
        <p:spPr>
          <a:xfrm>
            <a:off x="10566566" y="4173959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F61F9F7-F300-2DA0-2FF3-DF7A5CE7AF84}"/>
              </a:ext>
            </a:extLst>
          </p:cNvPr>
          <p:cNvSpPr>
            <a:spLocks noChangeAspect="1"/>
          </p:cNvSpPr>
          <p:nvPr/>
        </p:nvSpPr>
        <p:spPr>
          <a:xfrm>
            <a:off x="10566566" y="4929235"/>
            <a:ext cx="365760" cy="365760"/>
          </a:xfrm>
          <a:prstGeom prst="ellips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F04001-65A2-EE9C-7C5F-FDF6AAA831EB}"/>
              </a:ext>
            </a:extLst>
          </p:cNvPr>
          <p:cNvSpPr>
            <a:spLocks noChangeAspect="1"/>
          </p:cNvSpPr>
          <p:nvPr/>
        </p:nvSpPr>
        <p:spPr>
          <a:xfrm>
            <a:off x="10566566" y="5684511"/>
            <a:ext cx="365760" cy="365760"/>
          </a:xfrm>
          <a:prstGeom prst="ellipse">
            <a:avLst/>
          </a:prstGeom>
          <a:solidFill>
            <a:srgbClr val="E554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98398539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7A54DB6-C576-7370-85C6-0E509988693E}"/>
              </a:ext>
            </a:extLst>
          </p:cNvPr>
          <p:cNvSpPr/>
          <p:nvPr/>
        </p:nvSpPr>
        <p:spPr>
          <a:xfrm>
            <a:off x="550864" y="1862254"/>
            <a:ext cx="11086400" cy="44716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DC7DEF-3BAC-96FE-6DB3-AE61774F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next steps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2A9471-9C5C-9978-9851-9B646AAC9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557EB32-A946-B22D-F226-E3334B519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1E3C7-240F-FFA0-8CBA-5920CDAADD07}"/>
              </a:ext>
            </a:extLst>
          </p:cNvPr>
          <p:cNvSpPr txBox="1"/>
          <p:nvPr/>
        </p:nvSpPr>
        <p:spPr>
          <a:xfrm>
            <a:off x="4362994" y="4362994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ED5BB-D710-D909-1246-F805C6C81B19}"/>
              </a:ext>
            </a:extLst>
          </p:cNvPr>
          <p:cNvSpPr txBox="1"/>
          <p:nvPr/>
        </p:nvSpPr>
        <p:spPr>
          <a:xfrm>
            <a:off x="1148576" y="230422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BA9D9-BEB6-2CAA-AA04-0A3D1B4EC2F8}"/>
              </a:ext>
            </a:extLst>
          </p:cNvPr>
          <p:cNvSpPr txBox="1"/>
          <p:nvPr/>
        </p:nvSpPr>
        <p:spPr>
          <a:xfrm>
            <a:off x="1148576" y="3137851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A8D24-B155-9B71-C069-A3DF99CC3E0C}"/>
              </a:ext>
            </a:extLst>
          </p:cNvPr>
          <p:cNvSpPr txBox="1"/>
          <p:nvPr/>
        </p:nvSpPr>
        <p:spPr>
          <a:xfrm>
            <a:off x="1148576" y="397147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1EC0C-0997-05FA-C1CC-C8DF5C67CD71}"/>
              </a:ext>
            </a:extLst>
          </p:cNvPr>
          <p:cNvSpPr txBox="1"/>
          <p:nvPr/>
        </p:nvSpPr>
        <p:spPr>
          <a:xfrm>
            <a:off x="1148576" y="4805101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0EEC8F-20A1-E02B-8363-72FC5984AE91}"/>
              </a:ext>
            </a:extLst>
          </p:cNvPr>
          <p:cNvSpPr txBox="1"/>
          <p:nvPr/>
        </p:nvSpPr>
        <p:spPr>
          <a:xfrm>
            <a:off x="1148576" y="563872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B3F14D8-8F9B-B5B8-BE44-2A860824A48C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238350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9BF1F967-C12C-A930-4E6A-A0A00630DBCB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3217128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34807CA8-3DCA-2F3E-3D0B-7DB0294CBD2C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405075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B4EA1C99-3B87-CD29-1A42-E798C644F701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4884378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34A1ECE9-2F48-5F35-3B14-5751DFDA240A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571800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Google Shape;746;p20">
            <a:extLst>
              <a:ext uri="{FF2B5EF4-FFF2-40B4-BE49-F238E27FC236}">
                <a16:creationId xmlns:a16="http://schemas.microsoft.com/office/drawing/2014/main" id="{3221E599-C4D0-8AD4-32B4-9CA4B7CD460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081789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[name]@gheennoyesadvisory.com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[Contact name], [Title]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166B1-5150-EEE1-B625-BE6A33CCA4D9}"/>
              </a:ext>
            </a:extLst>
          </p:cNvPr>
          <p:cNvSpPr txBox="1"/>
          <p:nvPr/>
        </p:nvSpPr>
        <p:spPr>
          <a:xfrm>
            <a:off x="5056496" y="539769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0D94B-BA0B-89F8-1EEC-DCF94F26CA94}"/>
              </a:ext>
            </a:extLst>
          </p:cNvPr>
          <p:cNvSpPr txBox="1"/>
          <p:nvPr/>
        </p:nvSpPr>
        <p:spPr>
          <a:xfrm>
            <a:off x="7001301" y="300250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78323271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"/>
  <p:tag name="GNA_TEMPLATE_VERSION" val="1.0.0"/>
</p:tagLst>
</file>

<file path=ppt/tags/gna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"/>
  <p:tag name="GNA_TEMPLATE_VERSION" val="1.0.0"/>
</p:tagLst>
</file>

<file path=ppt/tags/gna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0"/>
  <p:tag name="GNA_TEMPLATE_VERSION" val="1.0.0"/>
</p:tagLst>
</file>

<file path=ppt/tags/gna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6"/>
  <p:tag name="GNA_TEMPLATE_VERSION" val="1.0.0"/>
</p:tagLst>
</file>

<file path=ppt/tags/gna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6"/>
  <p:tag name="GNA_TEMPLATE_VERSION" val="1.0.0"/>
</p:tagLst>
</file>

<file path=ppt/tags/gna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6"/>
  <p:tag name="GNA_TEMPLATE_VERSION" val="1.0.0"/>
</p:tagLst>
</file>

<file path=ppt/tags/gna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2"/>
  <p:tag name="GNA_TEMPLATE_VERSION" val="1.0.0"/>
</p:tagLst>
</file>

<file path=ppt/tags/gna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4"/>
  <p:tag name="GNA_TEMPLATE_VERSION" val="1.0.0"/>
</p:tagLst>
</file>

<file path=ppt/tags/gna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0"/>
  <p:tag name="GNA_TEMPLATE_VERSION" val="1.0.0"/>
</p:tagLst>
</file>

<file path=ppt/tags/gna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10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