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8.xml" ContentType="application/vnd.openxmlformats-officedocument.presentationml.slide+xml"/>
  <Override PartName="/ppt/slides/slide70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09.xml" ContentType="application/vnd.openxmlformats-officedocument.presentationml.tags+xml"/>
  <Override PartName="/ppt/tags/tag312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53.xml" ContentType="application/vnd.openxmlformats-officedocument.presentationml.tags+xml"/>
  <Override PartName="/ppt/tags/tag355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  <Override PartName="/ppt/tags/gnatag2.xml" ContentType="application/vnd.openxmlformats-officedocument.presentationml.tags+xml"/>
  <Override PartName="/ppt/tags/gnatag3.xml" ContentType="application/vnd.openxmlformats-officedocument.presentationml.tags+xml"/>
  <Override PartName="/ppt/tags/gnatag4.xml" ContentType="application/vnd.openxmlformats-officedocument.presentationml.tags+xml"/>
  <Override PartName="/ppt/tags/gnatag5.xml" ContentType="application/vnd.openxmlformats-officedocument.presentationml.tags+xml"/>
  <Override PartName="/ppt/tags/gnatag6.xml" ContentType="application/vnd.openxmlformats-officedocument.presentationml.tags+xml"/>
  <Override PartName="/ppt/tags/gnatag7.xml" ContentType="application/vnd.openxmlformats-officedocument.presentationml.tags+xml"/>
  <Override PartName="/ppt/tags/gnatag8.xml" ContentType="application/vnd.openxmlformats-officedocument.presentationml.tags+xml"/>
  <Override PartName="/ppt/tags/gnatag9.xml" ContentType="application/vnd.openxmlformats-officedocument.presentationml.tags+xml"/>
  <Override PartName="/ppt/tags/gnatag10.xml" ContentType="application/vnd.openxmlformats-officedocument.presentationml.tags+xml"/>
  <Override PartName="/ppt/tags/gnatag11.xml" ContentType="application/vnd.openxmlformats-officedocument.presentationml.tags+xml"/>
  <Override PartName="/ppt/tags/gnatag12.xml" ContentType="application/vnd.openxmlformats-officedocument.presentationml.tags+xml"/>
  <Override PartName="/ppt/tags/gnatag13.xml" ContentType="application/vnd.openxmlformats-officedocument.presentationml.tags+xml"/>
  <Override PartName="/ppt/tags/gnatag14.xml" ContentType="application/vnd.openxmlformats-officedocument.presentationml.tags+xml"/>
  <Override PartName="/ppt/tags/gnatag15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1" r:id="rId8"/>
    <p:sldId id="2147473400" r:id="rId11"/>
    <p:sldId id="2147473402" r:id="rId17"/>
    <p:sldId id="2147473405" r:id="rId20"/>
    <p:sldId id="2147473406" r:id="rId21"/>
    <p:sldId id="2147473409" r:id="rId60"/>
    <p:sldId id="2147473395" r:id="rId62"/>
    <p:sldId id="2147473410" r:id="rId63"/>
    <p:sldId id="2147473411" r:id="rId64"/>
    <p:sldId id="2147473414" r:id="rId72"/>
    <p:sldId id="2147473416" r:id="rId74"/>
    <p:sldId id="2147473419" r:id="rId77"/>
    <p:sldId id="2147473420" r:id="rId78"/>
    <p:sldId id="2147473422" r:id="rId95"/>
    <p:sldId id="2147473423" r:id="rId9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1" Type="http://schemas.openxmlformats.org/officeDocument/2006/relationships/slide" Target="slides/slide7.xml"/><Relationship Id="rId74" Type="http://schemas.openxmlformats.org/officeDocument/2006/relationships/slide" Target="slides/slide70.xml"/><Relationship Id="rId102" Type="http://schemas.openxmlformats.org/officeDocument/2006/relationships/theme" Target="theme/theme1.xml"/><Relationship Id="rId95" Type="http://schemas.openxmlformats.org/officeDocument/2006/relationships/slide" Target="slides/slide91.xml"/><Relationship Id="rId64" Type="http://schemas.openxmlformats.org/officeDocument/2006/relationships/slide" Target="slides/slide60.xml"/><Relationship Id="rId17" Type="http://schemas.openxmlformats.org/officeDocument/2006/relationships/slide" Target="slides/slide13.xml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62" Type="http://schemas.openxmlformats.org/officeDocument/2006/relationships/slide" Target="slides/slide58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0" Type="http://schemas.openxmlformats.org/officeDocument/2006/relationships/slide" Target="slides/slide56.xml"/><Relationship Id="rId78" Type="http://schemas.openxmlformats.org/officeDocument/2006/relationships/slide" Target="slides/slide74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77" Type="http://schemas.openxmlformats.org/officeDocument/2006/relationships/slide" Target="slides/slide73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72" Type="http://schemas.openxmlformats.org/officeDocument/2006/relationships/slide" Target="slides/slide68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5.emf"/><Relationship Id="rId4" Type="http://schemas.openxmlformats.org/officeDocument/2006/relationships/tags" Target="../tags/tag54.xml"/><Relationship Id="rId9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image" Target="../media/image1.png"/><Relationship Id="rId2" Type="http://schemas.openxmlformats.org/officeDocument/2006/relationships/tags" Target="../tags/tag6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image" Target="../media/image1.png"/><Relationship Id="rId2" Type="http://schemas.openxmlformats.org/officeDocument/2006/relationships/tags" Target="../tags/tag81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1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1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image" Target="../media/image1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tags" Target="../tags/tag22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10" Type="http://schemas.openxmlformats.org/officeDocument/2006/relationships/tags" Target="../tags/tag255.xml"/><Relationship Id="rId19" Type="http://schemas.openxmlformats.org/officeDocument/2006/relationships/image" Target="../media/image1.png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17" Type="http://schemas.openxmlformats.org/officeDocument/2006/relationships/tags" Target="../tags/tag279.xml"/><Relationship Id="rId2" Type="http://schemas.openxmlformats.org/officeDocument/2006/relationships/tags" Target="../tags/tag264.xml"/><Relationship Id="rId16" Type="http://schemas.openxmlformats.org/officeDocument/2006/relationships/tags" Target="../tags/tag278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5" Type="http://schemas.openxmlformats.org/officeDocument/2006/relationships/tags" Target="../tags/tag267.xml"/><Relationship Id="rId15" Type="http://schemas.openxmlformats.org/officeDocument/2006/relationships/tags" Target="../tags/tag277.xml"/><Relationship Id="rId10" Type="http://schemas.openxmlformats.org/officeDocument/2006/relationships/tags" Target="../tags/tag272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tags" Target="../tags/tag27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13" Type="http://schemas.openxmlformats.org/officeDocument/2006/relationships/tags" Target="../tags/tag292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12" Type="http://schemas.openxmlformats.org/officeDocument/2006/relationships/tags" Target="../tags/tag291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1" Type="http://schemas.openxmlformats.org/officeDocument/2006/relationships/tags" Target="../tags/tag290.xml"/><Relationship Id="rId5" Type="http://schemas.openxmlformats.org/officeDocument/2006/relationships/tags" Target="../tags/tag284.xml"/><Relationship Id="rId10" Type="http://schemas.openxmlformats.org/officeDocument/2006/relationships/tags" Target="../tags/tag289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9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2370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NA wave" descr="Decorative wave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7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29" name="GNA footer logo" descr="GNA 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78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2504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8797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NA wave" descr="Decorative wave"/>
          <p:cNvPicPr>
            <a:picLocks noChangeAspect="1"/>
          </p:cNvPicPr>
          <p:nvPr userDrawn="1"/>
        </p:nvPicPr>
        <p:blipFill>
          <a:blip r:embed="rId3"/>
          <a:srcRect l="10714" b="8928"/>
          <a:stretch>
            <a:fillRect/>
          </a:stretch>
        </p:blipFill>
        <p:spPr>
          <a:xfrm>
            <a:off x="0" y="2194560"/>
            <a:ext cx="4571999" cy="4663440"/>
          </a:xfrm>
          <a:prstGeom prst="rect">
            <a:avLst/>
          </a:prstGeom>
        </p:spPr>
      </p:pic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0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38" r:id="rId27"/>
    <p:sldLayoutId id="2147484239" r:id="rId28"/>
    <p:sldLayoutId id="2147484240" r:id="rId29"/>
    <p:sldLayoutId id="2147484241" r:id="rId30"/>
    <p:sldLayoutId id="214748424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9.xml"/><Relationship Id="rId4" Type="http://schemas.openxmlformats.org/officeDocument/2006/relationships/image" Target="../media/image16.emf"/><Relationship Id="rIdGna1" Type="http://schemas.openxmlformats.org/officeDocument/2006/relationships/tags" Target="../tags/gnatag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2.xml"/><Relationship Id="rId4" Type="http://schemas.openxmlformats.org/officeDocument/2006/relationships/image" Target="../media/image16.emf"/><Relationship Id="rIdGna1" Type="http://schemas.openxmlformats.org/officeDocument/2006/relationships/tags" Target="../tags/gnatag3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4.xml"/><Relationship Id="rId4" Type="http://schemas.openxmlformats.org/officeDocument/2006/relationships/image" Target="../media/image16.emf"/><Relationship Id="rIdGna1" Type="http://schemas.openxmlformats.org/officeDocument/2006/relationships/tags" Target="../tags/gnatag4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5.xml"/><Relationship Id="rId4" Type="http://schemas.openxmlformats.org/officeDocument/2006/relationships/image" Target="../media/image16.emf"/><Relationship Id="rIdGna1" Type="http://schemas.openxmlformats.org/officeDocument/2006/relationships/tags" Target="../tags/gnatag5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1.xml"/><Relationship Id="rId4" Type="http://schemas.openxmlformats.org/officeDocument/2006/relationships/image" Target="../media/image50.emf"/><Relationship Id="rIdGna1" Type="http://schemas.openxmlformats.org/officeDocument/2006/relationships/tags" Target="../tags/gnatag6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7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8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6.emf"/><Relationship Id="rIdGna1" Type="http://schemas.openxmlformats.org/officeDocument/2006/relationships/tags" Target="../tags/gnatag9.xml"/></Relationships>
</file>

<file path=ppt/slides/_rels/slide6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3.xml"/><Relationship Id="rId4" Type="http://schemas.openxmlformats.org/officeDocument/2006/relationships/image" Target="../media/image16.emf"/><Relationship Id="rIdGna1" Type="http://schemas.openxmlformats.org/officeDocument/2006/relationships/tags" Target="../tags/gnatag10.xml"/></Relationships>
</file>

<file path=ppt/slides/_rels/slide7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5.xml"/><Relationship Id="rId4" Type="http://schemas.openxmlformats.org/officeDocument/2006/relationships/image" Target="../media/image16.emf"/><Relationship Id="rIdGna1" Type="http://schemas.openxmlformats.org/officeDocument/2006/relationships/tags" Target="../tags/gnatag11.xml"/></Relationships>
</file>

<file path=ppt/slides/_rels/slide73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8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16.emf"/><Relationship Id="rIdGna1" Type="http://schemas.openxmlformats.org/officeDocument/2006/relationships/tags" Target="../tags/gnatag12.xml"/></Relationships>
</file>

<file path=ppt/slides/_rels/slide74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9.xml"/><Relationship Id="rId4" Type="http://schemas.openxmlformats.org/officeDocument/2006/relationships/image" Target="../media/image60.emf"/><Relationship Id="rIdGna1" Type="http://schemas.openxmlformats.org/officeDocument/2006/relationships/tags" Target="../tags/gnatag13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4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5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9359" b="7017"/>
          <a:stretch>
            <a:fillRect/>
          </a:stretch>
        </p:blipFill>
        <p:spPr>
          <a:xfrm>
            <a:off x="-609600" y="-20870"/>
            <a:ext cx="13411200" cy="6878870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[Insert date]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[Subtitle]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AEE01-5410-059F-1921-9B2FBF62F13E}"/>
              </a:ext>
            </a:extLst>
          </p:cNvPr>
          <p:cNvSpPr txBox="1"/>
          <p:nvPr/>
        </p:nvSpPr>
        <p:spPr>
          <a:xfrm>
            <a:off x="7001301" y="542498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0753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Content 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01" name="Isosceles Triangle 400">
            <a:extLst>
              <a:ext uri="{FF2B5EF4-FFF2-40B4-BE49-F238E27FC236}">
                <a16:creationId xmlns:a16="http://schemas.microsoft.com/office/drawing/2014/main" id="{8BBA615D-5B1D-7157-DD03-BDA4D423F88A}"/>
              </a:ext>
            </a:extLst>
          </p:cNvPr>
          <p:cNvSpPr/>
          <p:nvPr/>
        </p:nvSpPr>
        <p:spPr>
          <a:xfrm rot="5400000">
            <a:off x="5623440" y="6246213"/>
            <a:ext cx="343568" cy="182880"/>
          </a:xfrm>
          <a:prstGeom prst="triangle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>
              <a:lnSpc>
                <a:spcPct val="93000"/>
              </a:lnSpc>
            </a:pPr>
            <a:endParaRPr lang="en-GB" sz="800" noProof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3808D2-0D32-C072-840A-40BDAE62C080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1859365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869E2E-555F-ED6A-DF4A-A94870B6A65D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3778386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F63F00-C93C-1264-0450-04E26379D61D}"/>
              </a:ext>
            </a:extLst>
          </p:cNvPr>
          <p:cNvCxnSpPr>
            <a:cxnSpLocks/>
            <a:stCxn id="26" idx="6"/>
            <a:endCxn id="12" idx="2"/>
          </p:cNvCxnSpPr>
          <p:nvPr/>
        </p:nvCxnSpPr>
        <p:spPr>
          <a:xfrm>
            <a:off x="5697407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4D15EC-80CE-3E59-6ECF-4C3B381A518C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>
            <a:off x="7616428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92361B-3F1F-BEF8-C8B0-813846CDE7FE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>
            <a:off x="9535449" y="3231299"/>
            <a:ext cx="797186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B8FA621-CB68-54FD-41F9-297EF4AE41D1}"/>
              </a:ext>
            </a:extLst>
          </p:cNvPr>
          <p:cNvSpPr/>
          <p:nvPr/>
        </p:nvSpPr>
        <p:spPr>
          <a:xfrm>
            <a:off x="737531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9D5D0-5D2F-FE7C-A11E-A8F85AEE101F}"/>
              </a:ext>
            </a:extLst>
          </p:cNvPr>
          <p:cNvSpPr txBox="1"/>
          <p:nvPr/>
        </p:nvSpPr>
        <p:spPr>
          <a:xfrm>
            <a:off x="554736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89A74957-6A82-6B8B-8E38-613B9B79A351}"/>
              </a:ext>
            </a:extLst>
          </p:cNvPr>
          <p:cNvSpPr txBox="1">
            <a:spLocks/>
          </p:cNvSpPr>
          <p:nvPr/>
        </p:nvSpPr>
        <p:spPr>
          <a:xfrm>
            <a:off x="554736" y="4408410"/>
            <a:ext cx="1487424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06210A74-E96E-C6D8-7FC4-996260A9735A}"/>
              </a:ext>
            </a:extLst>
          </p:cNvPr>
          <p:cNvSpPr txBox="1">
            <a:spLocks/>
          </p:cNvSpPr>
          <p:nvPr/>
        </p:nvSpPr>
        <p:spPr>
          <a:xfrm>
            <a:off x="1013114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BE7D50-DE3B-D135-25BF-D4FEE20FE8BD}"/>
              </a:ext>
            </a:extLst>
          </p:cNvPr>
          <p:cNvSpPr/>
          <p:nvPr/>
        </p:nvSpPr>
        <p:spPr>
          <a:xfrm>
            <a:off x="2656552" y="2670382"/>
            <a:ext cx="1121834" cy="11218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9BBC9-768F-08F2-903A-80DA4FE6668E}"/>
              </a:ext>
            </a:extLst>
          </p:cNvPr>
          <p:cNvSpPr txBox="1"/>
          <p:nvPr/>
        </p:nvSpPr>
        <p:spPr>
          <a:xfrm>
            <a:off x="2473757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D10CD1E-0DD5-E06C-A604-B8967C396F59}"/>
              </a:ext>
            </a:extLst>
          </p:cNvPr>
          <p:cNvSpPr txBox="1">
            <a:spLocks/>
          </p:cNvSpPr>
          <p:nvPr/>
        </p:nvSpPr>
        <p:spPr>
          <a:xfrm>
            <a:off x="2473757" y="4408410"/>
            <a:ext cx="1487423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73B4065-CB1D-6AE6-0F13-53CCF35EE219}"/>
              </a:ext>
            </a:extLst>
          </p:cNvPr>
          <p:cNvSpPr txBox="1">
            <a:spLocks/>
          </p:cNvSpPr>
          <p:nvPr/>
        </p:nvSpPr>
        <p:spPr>
          <a:xfrm>
            <a:off x="2932135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74D0EA-2F8E-B204-518F-4C327A9CE4AA}"/>
              </a:ext>
            </a:extLst>
          </p:cNvPr>
          <p:cNvSpPr/>
          <p:nvPr/>
        </p:nvSpPr>
        <p:spPr>
          <a:xfrm>
            <a:off x="4575573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CBDE07-37F5-BFBB-CD29-F8C662FA3D7C}"/>
              </a:ext>
            </a:extLst>
          </p:cNvPr>
          <p:cNvSpPr txBox="1"/>
          <p:nvPr/>
        </p:nvSpPr>
        <p:spPr>
          <a:xfrm>
            <a:off x="4392778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44E5CC9-3C79-A3BD-9294-E0AEBFA8068C}"/>
              </a:ext>
            </a:extLst>
          </p:cNvPr>
          <p:cNvSpPr txBox="1">
            <a:spLocks/>
          </p:cNvSpPr>
          <p:nvPr/>
        </p:nvSpPr>
        <p:spPr>
          <a:xfrm>
            <a:off x="4392777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D34A5626-4FF9-DBF6-B2F4-4FB185A88C43}"/>
              </a:ext>
            </a:extLst>
          </p:cNvPr>
          <p:cNvSpPr txBox="1">
            <a:spLocks/>
          </p:cNvSpPr>
          <p:nvPr/>
        </p:nvSpPr>
        <p:spPr>
          <a:xfrm>
            <a:off x="4851156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F15D48-3C5A-A191-9F07-C0043474117C}"/>
              </a:ext>
            </a:extLst>
          </p:cNvPr>
          <p:cNvSpPr/>
          <p:nvPr/>
        </p:nvSpPr>
        <p:spPr>
          <a:xfrm>
            <a:off x="6494594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7EE728-C6A3-DEBC-480A-9196C9A0B46E}"/>
              </a:ext>
            </a:extLst>
          </p:cNvPr>
          <p:cNvSpPr txBox="1"/>
          <p:nvPr/>
        </p:nvSpPr>
        <p:spPr>
          <a:xfrm>
            <a:off x="6311799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227937CB-B23F-38DC-3096-25F5AF079FA9}"/>
              </a:ext>
            </a:extLst>
          </p:cNvPr>
          <p:cNvSpPr txBox="1">
            <a:spLocks/>
          </p:cNvSpPr>
          <p:nvPr/>
        </p:nvSpPr>
        <p:spPr>
          <a:xfrm>
            <a:off x="6311799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C90C118E-A422-E136-3DAD-A9DA81B5B36A}"/>
              </a:ext>
            </a:extLst>
          </p:cNvPr>
          <p:cNvSpPr txBox="1">
            <a:spLocks/>
          </p:cNvSpPr>
          <p:nvPr/>
        </p:nvSpPr>
        <p:spPr>
          <a:xfrm>
            <a:off x="6770177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3362557-02DD-D662-2B4E-228F4FAA4CDA}"/>
              </a:ext>
            </a:extLst>
          </p:cNvPr>
          <p:cNvSpPr/>
          <p:nvPr/>
        </p:nvSpPr>
        <p:spPr>
          <a:xfrm>
            <a:off x="841361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12007-4949-7377-44E9-AE398E419048}"/>
              </a:ext>
            </a:extLst>
          </p:cNvPr>
          <p:cNvSpPr txBox="1"/>
          <p:nvPr/>
        </p:nvSpPr>
        <p:spPr>
          <a:xfrm>
            <a:off x="823082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5EAF5AC-D01C-8798-203F-38D4CACDDD0C}"/>
              </a:ext>
            </a:extLst>
          </p:cNvPr>
          <p:cNvSpPr txBox="1">
            <a:spLocks/>
          </p:cNvSpPr>
          <p:nvPr/>
        </p:nvSpPr>
        <p:spPr>
          <a:xfrm>
            <a:off x="8230821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E40E029B-1B4B-2900-5FEF-0FCDD43468C0}"/>
              </a:ext>
            </a:extLst>
          </p:cNvPr>
          <p:cNvSpPr txBox="1">
            <a:spLocks/>
          </p:cNvSpPr>
          <p:nvPr/>
        </p:nvSpPr>
        <p:spPr>
          <a:xfrm>
            <a:off x="868919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0C517D8-FBEF-8629-564C-C607BC00E10E}"/>
              </a:ext>
            </a:extLst>
          </p:cNvPr>
          <p:cNvSpPr/>
          <p:nvPr/>
        </p:nvSpPr>
        <p:spPr>
          <a:xfrm>
            <a:off x="1033263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62C4F0-8E5A-C50B-8266-18A07007501E}"/>
              </a:ext>
            </a:extLst>
          </p:cNvPr>
          <p:cNvSpPr txBox="1"/>
          <p:nvPr/>
        </p:nvSpPr>
        <p:spPr>
          <a:xfrm>
            <a:off x="1014984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FCD42068-053D-F578-815E-15C69E10AE68}"/>
              </a:ext>
            </a:extLst>
          </p:cNvPr>
          <p:cNvSpPr txBox="1">
            <a:spLocks/>
          </p:cNvSpPr>
          <p:nvPr/>
        </p:nvSpPr>
        <p:spPr>
          <a:xfrm>
            <a:off x="10149841" y="4408410"/>
            <a:ext cx="1487422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53956A69-B50F-B4B7-6633-91DFAD13258C}"/>
              </a:ext>
            </a:extLst>
          </p:cNvPr>
          <p:cNvSpPr txBox="1">
            <a:spLocks/>
          </p:cNvSpPr>
          <p:nvPr/>
        </p:nvSpPr>
        <p:spPr>
          <a:xfrm>
            <a:off x="1060821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06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53711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of our proposal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863DE6-46AB-EACA-35DC-EBCFA4F0BB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878;p247">
            <a:extLst>
              <a:ext uri="{FF2B5EF4-FFF2-40B4-BE49-F238E27FC236}">
                <a16:creationId xmlns:a16="http://schemas.microsoft.com/office/drawing/2014/main" id="{DB6C6E1F-9D19-6254-117F-4163C22D482B}"/>
              </a:ext>
            </a:extLst>
          </p:cNvPr>
          <p:cNvSpPr txBox="1"/>
          <p:nvPr/>
        </p:nvSpPr>
        <p:spPr>
          <a:xfrm>
            <a:off x="560926" y="1715102"/>
            <a:ext cx="3526178" cy="408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Objectives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79;p247">
            <a:extLst>
              <a:ext uri="{FF2B5EF4-FFF2-40B4-BE49-F238E27FC236}">
                <a16:creationId xmlns:a16="http://schemas.microsoft.com/office/drawing/2014/main" id="{94D14C98-12C7-DAF0-5B6B-46CE5E54690F}"/>
              </a:ext>
            </a:extLst>
          </p:cNvPr>
          <p:cNvSpPr txBox="1"/>
          <p:nvPr/>
        </p:nvSpPr>
        <p:spPr>
          <a:xfrm>
            <a:off x="4330398" y="1715102"/>
            <a:ext cx="3526178" cy="408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Solution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880;p247">
            <a:extLst>
              <a:ext uri="{FF2B5EF4-FFF2-40B4-BE49-F238E27FC236}">
                <a16:creationId xmlns:a16="http://schemas.microsoft.com/office/drawing/2014/main" id="{257F2E51-C532-9D44-FFE5-E326D32CF800}"/>
              </a:ext>
            </a:extLst>
          </p:cNvPr>
          <p:cNvSpPr txBox="1"/>
          <p:nvPr/>
        </p:nvSpPr>
        <p:spPr>
          <a:xfrm>
            <a:off x="8099868" y="1715102"/>
            <a:ext cx="3526178" cy="40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Outcomes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" name="Google Shape;889;p247">
            <a:extLst>
              <a:ext uri="{FF2B5EF4-FFF2-40B4-BE49-F238E27FC236}">
                <a16:creationId xmlns:a16="http://schemas.microsoft.com/office/drawing/2014/main" id="{F5AEA601-1978-C5CD-C00C-F72CC2BC6666}"/>
              </a:ext>
            </a:extLst>
          </p:cNvPr>
          <p:cNvCxnSpPr>
            <a:cxnSpLocks/>
          </p:cNvCxnSpPr>
          <p:nvPr/>
        </p:nvCxnSpPr>
        <p:spPr>
          <a:xfrm>
            <a:off x="7965790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890;p247">
            <a:extLst>
              <a:ext uri="{FF2B5EF4-FFF2-40B4-BE49-F238E27FC236}">
                <a16:creationId xmlns:a16="http://schemas.microsoft.com/office/drawing/2014/main" id="{33952191-BA25-FE80-BEC8-231B2F276557}"/>
              </a:ext>
            </a:extLst>
          </p:cNvPr>
          <p:cNvSpPr/>
          <p:nvPr/>
        </p:nvSpPr>
        <p:spPr>
          <a:xfrm>
            <a:off x="7814585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891;p247">
            <a:extLst>
              <a:ext uri="{FF2B5EF4-FFF2-40B4-BE49-F238E27FC236}">
                <a16:creationId xmlns:a16="http://schemas.microsoft.com/office/drawing/2014/main" id="{2A8E07F6-7ABC-5842-27E9-25C4EF4F35E7}"/>
              </a:ext>
            </a:extLst>
          </p:cNvPr>
          <p:cNvSpPr/>
          <p:nvPr/>
        </p:nvSpPr>
        <p:spPr>
          <a:xfrm>
            <a:off x="7933274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881;p247">
            <a:extLst>
              <a:ext uri="{FF2B5EF4-FFF2-40B4-BE49-F238E27FC236}">
                <a16:creationId xmlns:a16="http://schemas.microsoft.com/office/drawing/2014/main" id="{3C9F58AB-7526-BC81-D118-3BD47109A108}"/>
              </a:ext>
            </a:extLst>
          </p:cNvPr>
          <p:cNvSpPr txBox="1"/>
          <p:nvPr/>
        </p:nvSpPr>
        <p:spPr>
          <a:xfrm>
            <a:off x="560926" y="2268393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objectives of project from client/company perspective. If proposal is answer to </a:t>
            </a:r>
            <a:r>
              <a:rPr lang="en-US" sz="1400" err="1">
                <a:ea typeface="Helvetica Neue"/>
                <a:cs typeface="Helvetica Neue"/>
                <a:sym typeface="Helvetica Neue"/>
              </a:rPr>
              <a:t>RfP</a:t>
            </a:r>
            <a:r>
              <a:rPr lang="en-US" sz="1400">
                <a:ea typeface="Helvetica Neue"/>
                <a:cs typeface="Helvetica Neue"/>
                <a:sym typeface="Helvetica Neue"/>
              </a:rPr>
              <a:t>, then clearly reiterate objectives stated in </a:t>
            </a:r>
            <a:r>
              <a:rPr lang="en-US" sz="1400" err="1">
                <a:ea typeface="Helvetica Neue"/>
                <a:cs typeface="Helvetica Neue"/>
                <a:sym typeface="Helvetica Neue"/>
              </a:rPr>
              <a:t>RfP</a:t>
            </a:r>
            <a:r>
              <a:rPr lang="en-US" sz="1400">
                <a:ea typeface="Helvetica Neue"/>
                <a:cs typeface="Helvetica Neue"/>
                <a:sym typeface="Helvetica Neue"/>
              </a:rPr>
              <a:t>]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objectives]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</a:p>
        </p:txBody>
      </p:sp>
      <p:sp>
        <p:nvSpPr>
          <p:cNvPr id="15" name="Google Shape;882;p247">
            <a:extLst>
              <a:ext uri="{FF2B5EF4-FFF2-40B4-BE49-F238E27FC236}">
                <a16:creationId xmlns:a16="http://schemas.microsoft.com/office/drawing/2014/main" id="{07CDF677-049D-BA8E-5904-51DEB7D0C304}"/>
              </a:ext>
            </a:extLst>
          </p:cNvPr>
          <p:cNvSpPr txBox="1"/>
          <p:nvPr/>
        </p:nvSpPr>
        <p:spPr>
          <a:xfrm>
            <a:off x="4330397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main components of solution]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…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ea typeface="Helvetica Neue"/>
                <a:cs typeface="Helvetica Neue"/>
                <a:sym typeface="Helvetica Neue"/>
              </a:rPr>
              <a:t>[Insert project time frame]</a:t>
            </a:r>
          </a:p>
        </p:txBody>
      </p:sp>
      <p:sp>
        <p:nvSpPr>
          <p:cNvPr id="16" name="Google Shape;883;p247">
            <a:extLst>
              <a:ext uri="{FF2B5EF4-FFF2-40B4-BE49-F238E27FC236}">
                <a16:creationId xmlns:a16="http://schemas.microsoft.com/office/drawing/2014/main" id="{12745C6B-30EC-70FE-95BA-7C4B986FC7E0}"/>
              </a:ext>
            </a:extLst>
          </p:cNvPr>
          <p:cNvSpPr txBox="1"/>
          <p:nvPr/>
        </p:nvSpPr>
        <p:spPr>
          <a:xfrm>
            <a:off x="8099868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 e.g. a clear recommendation to x]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[Insert main outcomes of project]</a:t>
            </a:r>
          </a:p>
          <a:p>
            <a:pPr marL="227013" indent="-227013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400">
                <a:ea typeface="Helvetica Neue"/>
                <a:cs typeface="Helvetica Neue"/>
                <a:sym typeface="Helvetica Neue"/>
              </a:rPr>
              <a:t>…</a:t>
            </a:r>
            <a:endParaRPr sz="1400"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885;p247">
            <a:extLst>
              <a:ext uri="{FF2B5EF4-FFF2-40B4-BE49-F238E27FC236}">
                <a16:creationId xmlns:a16="http://schemas.microsoft.com/office/drawing/2014/main" id="{01B3D7FE-A1BF-24B1-FDA4-2A85F0877262}"/>
              </a:ext>
            </a:extLst>
          </p:cNvPr>
          <p:cNvCxnSpPr>
            <a:cxnSpLocks/>
          </p:cNvCxnSpPr>
          <p:nvPr/>
        </p:nvCxnSpPr>
        <p:spPr>
          <a:xfrm>
            <a:off x="4196319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886;p247">
            <a:extLst>
              <a:ext uri="{FF2B5EF4-FFF2-40B4-BE49-F238E27FC236}">
                <a16:creationId xmlns:a16="http://schemas.microsoft.com/office/drawing/2014/main" id="{33617007-237E-9347-AFF8-244CA8A048F8}"/>
              </a:ext>
            </a:extLst>
          </p:cNvPr>
          <p:cNvSpPr/>
          <p:nvPr/>
        </p:nvSpPr>
        <p:spPr>
          <a:xfrm>
            <a:off x="4045114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887;p247">
            <a:extLst>
              <a:ext uri="{FF2B5EF4-FFF2-40B4-BE49-F238E27FC236}">
                <a16:creationId xmlns:a16="http://schemas.microsoft.com/office/drawing/2014/main" id="{8407C799-C42A-4BF1-AA4E-1A4531685C15}"/>
              </a:ext>
            </a:extLst>
          </p:cNvPr>
          <p:cNvSpPr/>
          <p:nvPr/>
        </p:nvSpPr>
        <p:spPr>
          <a:xfrm>
            <a:off x="4163803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+mn-lt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94870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[Client] faces several challenges leading to key question: [insert]</a:t>
            </a:r>
            <a:endParaRPr lang="en-DK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EFFD34F-9E2E-7B29-CF31-214DBFBE2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59A27D-17EC-4AEA-A7C4-27FD0FFD6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C1A64A1-3498-1F50-CB42-188B7AF99330}"/>
              </a:ext>
            </a:extLst>
          </p:cNvPr>
          <p:cNvSpPr/>
          <p:nvPr/>
        </p:nvSpPr>
        <p:spPr>
          <a:xfrm>
            <a:off x="554734" y="1744663"/>
            <a:ext cx="5303520" cy="450373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Situation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description of overall situation e.g.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[Client] has an established cash management business within its markets.]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noProof="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74BDBD-9CFF-C8AA-3EFC-C832D236482C}"/>
              </a:ext>
            </a:extLst>
          </p:cNvPr>
          <p:cNvSpPr txBox="1"/>
          <p:nvPr/>
        </p:nvSpPr>
        <p:spPr>
          <a:xfrm>
            <a:off x="6970918" y="2162198"/>
            <a:ext cx="4666346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0FD86-3555-1D67-C324-652AC8F4D285}"/>
              </a:ext>
            </a:extLst>
          </p:cNvPr>
          <p:cNvSpPr txBox="1"/>
          <p:nvPr/>
        </p:nvSpPr>
        <p:spPr>
          <a:xfrm>
            <a:off x="6970920" y="3023778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9A4AB7-DFD9-2B60-10D4-8CA4D42B641A}"/>
              </a:ext>
            </a:extLst>
          </p:cNvPr>
          <p:cNvSpPr txBox="1"/>
          <p:nvPr/>
        </p:nvSpPr>
        <p:spPr>
          <a:xfrm>
            <a:off x="6970920" y="3885359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C63742-C77A-4046-3746-CEC51C516F41}"/>
              </a:ext>
            </a:extLst>
          </p:cNvPr>
          <p:cNvSpPr/>
          <p:nvPr/>
        </p:nvSpPr>
        <p:spPr>
          <a:xfrm>
            <a:off x="6505198" y="230927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5B9F8A-0494-E14C-AA6D-82CBACBCC91A}"/>
              </a:ext>
            </a:extLst>
          </p:cNvPr>
          <p:cNvSpPr/>
          <p:nvPr/>
        </p:nvSpPr>
        <p:spPr>
          <a:xfrm>
            <a:off x="6505198" y="317085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7FB461A-CB38-1E4D-95CD-06ED7F0BAFD1}"/>
              </a:ext>
            </a:extLst>
          </p:cNvPr>
          <p:cNvSpPr/>
          <p:nvPr/>
        </p:nvSpPr>
        <p:spPr>
          <a:xfrm>
            <a:off x="6505198" y="4032438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4C67CCA-F8DA-ACF6-E5B7-AAA86E450020}"/>
              </a:ext>
            </a:extLst>
          </p:cNvPr>
          <p:cNvSpPr/>
          <p:nvPr/>
        </p:nvSpPr>
        <p:spPr>
          <a:xfrm rot="10800000">
            <a:off x="8455152" y="4702499"/>
            <a:ext cx="1060704" cy="19050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19" name="Arrow: Pentagon 6">
            <a:extLst>
              <a:ext uri="{FF2B5EF4-FFF2-40B4-BE49-F238E27FC236}">
                <a16:creationId xmlns:a16="http://schemas.microsoft.com/office/drawing/2014/main" id="{3EC9ABCB-E892-47D0-59B5-C8823BC26EBD}"/>
              </a:ext>
            </a:extLst>
          </p:cNvPr>
          <p:cNvSpPr/>
          <p:nvPr/>
        </p:nvSpPr>
        <p:spPr>
          <a:xfrm>
            <a:off x="6333744" y="1744664"/>
            <a:ext cx="5303520" cy="37315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</a:t>
            </a:r>
            <a:r>
              <a:rPr lang="en-US" sz="1400" b="1" noProof="1">
                <a:solidFill>
                  <a:schemeClr val="tx1"/>
                </a:solidFill>
                <a:latin typeface="+mn-lt"/>
              </a:rPr>
              <a:t>nges</a:t>
            </a:r>
            <a:endParaRPr kumimoji="0" 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rrow: Pentagon 6">
            <a:extLst>
              <a:ext uri="{FF2B5EF4-FFF2-40B4-BE49-F238E27FC236}">
                <a16:creationId xmlns:a16="http://schemas.microsoft.com/office/drawing/2014/main" id="{CC6E5FDF-C270-28DD-0EE5-11A83B93B0AF}"/>
              </a:ext>
            </a:extLst>
          </p:cNvPr>
          <p:cNvSpPr/>
          <p:nvPr/>
        </p:nvSpPr>
        <p:spPr>
          <a:xfrm>
            <a:off x="6333744" y="5086967"/>
            <a:ext cx="5303520" cy="1161433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schemeClr val="tx1"/>
              </a:solidFill>
              <a:latin typeface="+mn-lt"/>
            </a:endParaRPr>
          </a:p>
          <a:p>
            <a:pPr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key question/objective of project]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26C1178B-5DB0-5E74-E3AC-99F54693818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144901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This project will answer three key questions resulting in [insert desired impact]</a:t>
            </a:r>
            <a:endParaRPr lang="en-DK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03822B8C-4D52-8825-23EC-4ED03A216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13C46B-8573-FD7C-025C-7A1DBCE976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5CBC6B6A-D47A-721B-D8C6-FC579EDC96A4}"/>
              </a:ext>
            </a:extLst>
          </p:cNvPr>
          <p:cNvSpPr/>
          <p:nvPr/>
        </p:nvSpPr>
        <p:spPr>
          <a:xfrm>
            <a:off x="6242304" y="1757980"/>
            <a:ext cx="5394960" cy="4524858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questions to be addressed</a:t>
            </a:r>
          </a:p>
          <a:p>
            <a:pPr lvl="1">
              <a:spcAft>
                <a:spcPts val="600"/>
              </a:spcAft>
              <a:defRPr/>
            </a:pPr>
            <a:endParaRPr lang="en-US" sz="1200" b="1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 e.g. What might the right future organizational setup and procurement operating model for [Client] look like?]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answer]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lvl="2">
              <a:spcAft>
                <a:spcPts val="800"/>
              </a:spcAft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23B4A3-9E79-6DA5-357E-8CD0E15DA775}"/>
              </a:ext>
            </a:extLst>
          </p:cNvPr>
          <p:cNvSpPr>
            <a:spLocks noChangeAspect="1"/>
          </p:cNvSpPr>
          <p:nvPr/>
        </p:nvSpPr>
        <p:spPr>
          <a:xfrm>
            <a:off x="6367786" y="2351035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D348F8-4D1B-4B65-C2C6-C00AE4DB894D}"/>
              </a:ext>
            </a:extLst>
          </p:cNvPr>
          <p:cNvSpPr>
            <a:spLocks noChangeAspect="1"/>
          </p:cNvSpPr>
          <p:nvPr/>
        </p:nvSpPr>
        <p:spPr>
          <a:xfrm>
            <a:off x="6367786" y="3198090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70BAE4-0BF5-C543-4299-86082DFEFBF4}"/>
              </a:ext>
            </a:extLst>
          </p:cNvPr>
          <p:cNvSpPr>
            <a:spLocks noChangeAspect="1"/>
          </p:cNvSpPr>
          <p:nvPr/>
        </p:nvSpPr>
        <p:spPr>
          <a:xfrm>
            <a:off x="6367786" y="3708288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21E3C-B425-B6DA-56B4-AE91F6475E7B}"/>
              </a:ext>
            </a:extLst>
          </p:cNvPr>
          <p:cNvSpPr/>
          <p:nvPr/>
        </p:nvSpPr>
        <p:spPr>
          <a:xfrm>
            <a:off x="554735" y="1757980"/>
            <a:ext cx="5394960" cy="34147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Situation and complication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BC319B-3BA9-CA8A-4D73-4FCC73756C2F}"/>
              </a:ext>
            </a:extLst>
          </p:cNvPr>
          <p:cNvSpPr txBox="1"/>
          <p:nvPr/>
        </p:nvSpPr>
        <p:spPr>
          <a:xfrm>
            <a:off x="554736" y="2108088"/>
            <a:ext cx="5394960" cy="1737360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91440" tIns="91440" rIns="91440" bIns="91440" rtlCol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high-level description of overall situation, as well as complication or challenge facing client e.g. [Client] is on a journey to professionalize its procurement function(s). Today, the spend is fragmented across the various functions and not centralized in a group procurement function.]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+mn-lt"/>
              </a:rPr>
              <a:t>[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Insert high-level description of overall situation, as well as complication or challenge facing client]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3C2A72-8185-3D3B-AD45-160510BE1D92}"/>
              </a:ext>
            </a:extLst>
          </p:cNvPr>
          <p:cNvSpPr/>
          <p:nvPr/>
        </p:nvSpPr>
        <p:spPr>
          <a:xfrm>
            <a:off x="554735" y="4194959"/>
            <a:ext cx="5394960" cy="34147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Desired impact from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110E8E-7C37-FFBF-77DC-F93BEBF6041C}"/>
              </a:ext>
            </a:extLst>
          </p:cNvPr>
          <p:cNvSpPr txBox="1"/>
          <p:nvPr/>
        </p:nvSpPr>
        <p:spPr>
          <a:xfrm>
            <a:off x="554736" y="4545478"/>
            <a:ext cx="5394960" cy="1737360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91440" tIns="91440" rIns="91440" bIns="91440" rtlCol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</a:t>
            </a:r>
            <a:r>
              <a:rPr lang="en-US" sz="1200">
                <a:latin typeface="+mn-lt"/>
              </a:rPr>
              <a:t>main expected outcomes from proposed project e.g.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project aims to design and implement the future procurement operating model and function.]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During this project, we will: </a:t>
            </a:r>
          </a:p>
          <a:p>
            <a:pPr marL="182880" lvl="1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deliverables or activities </a:t>
            </a:r>
            <a:r>
              <a:rPr lang="en-US" sz="1200">
                <a:latin typeface="+mn-lt"/>
              </a:rPr>
              <a:t>in project e.g.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Assess the current procurement organization and processes to identify potential barriers and improvement areas.]</a:t>
            </a:r>
          </a:p>
          <a:p>
            <a:pPr marL="182880" lvl="1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</a:rPr>
              <a:t>…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F7F28B9-A039-5BAB-EF6C-FE433CAF861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0750419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4B15E1FF-8E24-924E-B815-29B1BFB7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We propose a four-step approach</a:t>
            </a:r>
            <a:endParaRPr lang="da-DK">
              <a:latin typeface="+mn-lt"/>
              <a:sym typeface="Helvetica Now Display" panose="020B050403020202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9C70F-C98E-FADF-25F1-C58CE9292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17FC3A-E8E7-F72D-9151-646689210C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E0A43-03D6-1944-852B-7BD6F4BF4F46}"/>
              </a:ext>
            </a:extLst>
          </p:cNvPr>
          <p:cNvSpPr/>
          <p:nvPr/>
        </p:nvSpPr>
        <p:spPr>
          <a:xfrm>
            <a:off x="554736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4C2E2-B966-D144-858A-99D630507072}"/>
              </a:ext>
            </a:extLst>
          </p:cNvPr>
          <p:cNvCxnSpPr>
            <a:cxnSpLocks/>
          </p:cNvCxnSpPr>
          <p:nvPr/>
        </p:nvCxnSpPr>
        <p:spPr>
          <a:xfrm flipH="1">
            <a:off x="563880" y="3315438"/>
            <a:ext cx="11064240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F8E65-1B10-0E49-BF04-D128F4126AE9}"/>
              </a:ext>
            </a:extLst>
          </p:cNvPr>
          <p:cNvSpPr/>
          <p:nvPr/>
        </p:nvSpPr>
        <p:spPr>
          <a:xfrm>
            <a:off x="496495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 e.g., Diagnostic]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70DE98-4E62-284A-831D-7F291759459F}"/>
              </a:ext>
            </a:extLst>
          </p:cNvPr>
          <p:cNvSpPr/>
          <p:nvPr/>
        </p:nvSpPr>
        <p:spPr>
          <a:xfrm>
            <a:off x="3151376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2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D674C7-B299-9844-BBA5-2417E0FA79B1}"/>
              </a:ext>
            </a:extLst>
          </p:cNvPr>
          <p:cNvSpPr/>
          <p:nvPr/>
        </p:nvSpPr>
        <p:spPr>
          <a:xfrm>
            <a:off x="5806257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3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9A917-CBDD-304F-A8D6-3BEE81995F5C}"/>
              </a:ext>
            </a:extLst>
          </p:cNvPr>
          <p:cNvSpPr/>
          <p:nvPr/>
        </p:nvSpPr>
        <p:spPr>
          <a:xfrm>
            <a:off x="8461137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4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2B79EE-003B-9546-820C-47503B85C778}"/>
              </a:ext>
            </a:extLst>
          </p:cNvPr>
          <p:cNvSpPr/>
          <p:nvPr/>
        </p:nvSpPr>
        <p:spPr>
          <a:xfrm>
            <a:off x="10105688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A21DC7-EC62-4E4A-ADE1-E95E3644EFBB}"/>
              </a:ext>
            </a:extLst>
          </p:cNvPr>
          <p:cNvSpPr/>
          <p:nvPr/>
        </p:nvSpPr>
        <p:spPr>
          <a:xfrm>
            <a:off x="5864498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2347D2-E084-EB44-9A74-AFE61F245D92}"/>
              </a:ext>
            </a:extLst>
          </p:cNvPr>
          <p:cNvSpPr/>
          <p:nvPr/>
        </p:nvSpPr>
        <p:spPr>
          <a:xfrm>
            <a:off x="3209617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3D52AA-F848-1D47-8682-AA0D4B7ABB90}"/>
              </a:ext>
            </a:extLst>
          </p:cNvPr>
          <p:cNvSpPr/>
          <p:nvPr/>
        </p:nvSpPr>
        <p:spPr>
          <a:xfrm>
            <a:off x="8519378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18F6B9-E1B1-DB40-A395-011934CA3EF2}"/>
              </a:ext>
            </a:extLst>
          </p:cNvPr>
          <p:cNvSpPr/>
          <p:nvPr/>
        </p:nvSpPr>
        <p:spPr>
          <a:xfrm>
            <a:off x="1626964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852B77-0535-FA49-9109-C8EF2E8D5EE1}"/>
              </a:ext>
            </a:extLst>
          </p:cNvPr>
          <p:cNvSpPr/>
          <p:nvPr/>
        </p:nvSpPr>
        <p:spPr>
          <a:xfrm>
            <a:off x="4281845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BB591D-7F60-4241-AAE5-B67D1B25B2AC}"/>
              </a:ext>
            </a:extLst>
          </p:cNvPr>
          <p:cNvSpPr/>
          <p:nvPr/>
        </p:nvSpPr>
        <p:spPr>
          <a:xfrm>
            <a:off x="6936726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403B78-5560-734C-BDD6-AAE6D5A5DED1}"/>
              </a:ext>
            </a:extLst>
          </p:cNvPr>
          <p:cNvSpPr/>
          <p:nvPr/>
        </p:nvSpPr>
        <p:spPr>
          <a:xfrm>
            <a:off x="9591606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F0180-405F-0342-845D-31DD184FDEB2}"/>
              </a:ext>
            </a:extLst>
          </p:cNvPr>
          <p:cNvSpPr txBox="1"/>
          <p:nvPr/>
        </p:nvSpPr>
        <p:spPr>
          <a:xfrm>
            <a:off x="1035674" y="1939100"/>
            <a:ext cx="147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9F852D-01F8-0D4D-8BA3-367D70EE4E1A}"/>
              </a:ext>
            </a:extLst>
          </p:cNvPr>
          <p:cNvSpPr txBox="1"/>
          <p:nvPr/>
        </p:nvSpPr>
        <p:spPr>
          <a:xfrm>
            <a:off x="3629341" y="1939099"/>
            <a:ext cx="1593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DD3E4A-EA09-BC4B-9AE5-61F7A1F7C865}"/>
              </a:ext>
            </a:extLst>
          </p:cNvPr>
          <p:cNvSpPr txBox="1"/>
          <p:nvPr/>
        </p:nvSpPr>
        <p:spPr>
          <a:xfrm>
            <a:off x="6284221" y="1939099"/>
            <a:ext cx="1593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735D2-9E55-A941-8541-030DCD813403}"/>
              </a:ext>
            </a:extLst>
          </p:cNvPr>
          <p:cNvSpPr txBox="1"/>
          <p:nvPr/>
        </p:nvSpPr>
        <p:spPr>
          <a:xfrm>
            <a:off x="8546643" y="1939098"/>
            <a:ext cx="2377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59920-4ED1-35EA-2200-189DB55AC69D}"/>
              </a:ext>
            </a:extLst>
          </p:cNvPr>
          <p:cNvSpPr/>
          <p:nvPr/>
        </p:nvSpPr>
        <p:spPr>
          <a:xfrm>
            <a:off x="563880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92F62-C276-EA87-788E-62A712BC42B0}"/>
              </a:ext>
            </a:extLst>
          </p:cNvPr>
          <p:cNvSpPr/>
          <p:nvPr/>
        </p:nvSpPr>
        <p:spPr>
          <a:xfrm>
            <a:off x="5873642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7C3D-1337-2973-AFAB-592A2029C96A}"/>
              </a:ext>
            </a:extLst>
          </p:cNvPr>
          <p:cNvSpPr/>
          <p:nvPr/>
        </p:nvSpPr>
        <p:spPr>
          <a:xfrm>
            <a:off x="3218761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2EED4-479F-92BA-5C53-9C520A808064}"/>
              </a:ext>
            </a:extLst>
          </p:cNvPr>
          <p:cNvSpPr/>
          <p:nvPr/>
        </p:nvSpPr>
        <p:spPr>
          <a:xfrm>
            <a:off x="8528522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1CB72F0F-A53B-6089-C2D4-27A834F79AD0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1CEEC1B8-A6E4-F4B5-3E91-01413AF0147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2B601-1022-6A85-D636-28441B9925B4}"/>
              </a:ext>
            </a:extLst>
          </p:cNvPr>
          <p:cNvSpPr txBox="1"/>
          <p:nvPr/>
        </p:nvSpPr>
        <p:spPr>
          <a:xfrm>
            <a:off x="9940834" y="1318966"/>
            <a:ext cx="1696430" cy="23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For discussion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871821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[Project title] process expected to run [xx weeks/months]</a:t>
            </a:r>
            <a:endParaRPr lang="en-DK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C59957-66F2-7D29-3B8B-01BEB138D0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15C5B8D3-F740-114C-A872-19851A86465D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C6C209-EA64-8548-9DE0-6FFBDC9A2D88}"/>
              </a:ext>
            </a:extLst>
          </p:cNvPr>
          <p:cNvSpPr/>
          <p:nvPr/>
        </p:nvSpPr>
        <p:spPr>
          <a:xfrm>
            <a:off x="554736" y="1368884"/>
            <a:ext cx="3460243" cy="307777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ＭＳ Ｐゴシック"/>
                <a:cs typeface="Arial" panose="020B0604020202020204" pitchFamily="34" charset="0"/>
              </a:rPr>
              <a:t>High-level project plan and deliverables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93F78C52-FBA1-E57C-E90C-35D402A23038}"/>
              </a:ext>
            </a:extLst>
          </p:cNvPr>
          <p:cNvSpPr/>
          <p:nvPr/>
        </p:nvSpPr>
        <p:spPr>
          <a:xfrm>
            <a:off x="4525189" y="1869206"/>
            <a:ext cx="4204028" cy="4794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Analysis and interviews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B2353CF-A527-3C14-5BCB-809D8A3A34AE}"/>
              </a:ext>
            </a:extLst>
          </p:cNvPr>
          <p:cNvSpPr/>
          <p:nvPr/>
        </p:nvSpPr>
        <p:spPr>
          <a:xfrm>
            <a:off x="8563136" y="1869206"/>
            <a:ext cx="3078000" cy="4794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Consolidation and recommendation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872BFD67-1DB4-C7F2-80EF-B296E63FE04E}"/>
              </a:ext>
            </a:extLst>
          </p:cNvPr>
          <p:cNvSpPr/>
          <p:nvPr/>
        </p:nvSpPr>
        <p:spPr>
          <a:xfrm>
            <a:off x="1614488" y="2414106"/>
            <a:ext cx="10026648" cy="2250736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6F8C8800-FFF8-B834-4C09-2F49876FDB83}"/>
              </a:ext>
            </a:extLst>
          </p:cNvPr>
          <p:cNvSpPr/>
          <p:nvPr/>
        </p:nvSpPr>
        <p:spPr>
          <a:xfrm>
            <a:off x="1614488" y="4707229"/>
            <a:ext cx="10026648" cy="795501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D2DBF711-13C6-F3E9-EA1F-825F728CE272}"/>
              </a:ext>
            </a:extLst>
          </p:cNvPr>
          <p:cNvSpPr/>
          <p:nvPr/>
        </p:nvSpPr>
        <p:spPr>
          <a:xfrm>
            <a:off x="1614488" y="5545118"/>
            <a:ext cx="10026648" cy="795501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064193C1-166A-7DD6-E0CC-CAC331EADA36}"/>
              </a:ext>
            </a:extLst>
          </p:cNvPr>
          <p:cNvSpPr/>
          <p:nvPr/>
        </p:nvSpPr>
        <p:spPr>
          <a:xfrm>
            <a:off x="554736" y="2414106"/>
            <a:ext cx="938125" cy="988788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Activities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4D17270F-54DE-01C7-418B-3DC4128C9A2D}"/>
              </a:ext>
            </a:extLst>
          </p:cNvPr>
          <p:cNvSpPr/>
          <p:nvPr/>
        </p:nvSpPr>
        <p:spPr>
          <a:xfrm>
            <a:off x="554736" y="4707229"/>
            <a:ext cx="1009986" cy="472761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Mgmt.</a:t>
            </a:r>
            <a:b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interaction</a:t>
            </a: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D5923E20-1244-95B9-11A5-3929775F685F}"/>
              </a:ext>
            </a:extLst>
          </p:cNvPr>
          <p:cNvSpPr/>
          <p:nvPr/>
        </p:nvSpPr>
        <p:spPr>
          <a:xfrm>
            <a:off x="554736" y="5545118"/>
            <a:ext cx="938125" cy="472761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Deliver-ables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F4F48650-7BFA-BDCE-141B-9FC8DA4628E8}"/>
              </a:ext>
            </a:extLst>
          </p:cNvPr>
          <p:cNvSpPr/>
          <p:nvPr/>
        </p:nvSpPr>
        <p:spPr>
          <a:xfrm>
            <a:off x="1614487" y="2414106"/>
            <a:ext cx="2910702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1D58FF9B-237C-8D89-2BF6-F0878036D272}"/>
              </a:ext>
            </a:extLst>
          </p:cNvPr>
          <p:cNvSpPr/>
          <p:nvPr/>
        </p:nvSpPr>
        <p:spPr>
          <a:xfrm>
            <a:off x="4525189" y="2414106"/>
            <a:ext cx="3995045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77AA6E5E-5630-633D-3CD1-D1FF613AF579}"/>
              </a:ext>
            </a:extLst>
          </p:cNvPr>
          <p:cNvSpPr/>
          <p:nvPr/>
        </p:nvSpPr>
        <p:spPr>
          <a:xfrm>
            <a:off x="8563136" y="2414106"/>
            <a:ext cx="2689138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B3315-86B5-F27E-95BC-A71598319C31}"/>
              </a:ext>
            </a:extLst>
          </p:cNvPr>
          <p:cNvSpPr/>
          <p:nvPr/>
        </p:nvSpPr>
        <p:spPr>
          <a:xfrm rot="18900000">
            <a:off x="1972641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7BA7680E-FA38-0514-D528-DFCA32076DE1}"/>
              </a:ext>
            </a:extLst>
          </p:cNvPr>
          <p:cNvSpPr/>
          <p:nvPr/>
        </p:nvSpPr>
        <p:spPr>
          <a:xfrm>
            <a:off x="2280137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Kick-off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898F74-776F-D34B-8FB5-D2D18DE2E9B9}"/>
              </a:ext>
            </a:extLst>
          </p:cNvPr>
          <p:cNvSpPr/>
          <p:nvPr/>
        </p:nvSpPr>
        <p:spPr>
          <a:xfrm rot="18900000">
            <a:off x="5103034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Pentagon 34">
            <a:extLst>
              <a:ext uri="{FF2B5EF4-FFF2-40B4-BE49-F238E27FC236}">
                <a16:creationId xmlns:a16="http://schemas.microsoft.com/office/drawing/2014/main" id="{624C6E8A-F173-E72F-FDDA-E4C77AF91245}"/>
              </a:ext>
            </a:extLst>
          </p:cNvPr>
          <p:cNvSpPr/>
          <p:nvPr/>
        </p:nvSpPr>
        <p:spPr>
          <a:xfrm>
            <a:off x="5410530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886CE3-2318-C643-49AE-043088206BE7}"/>
              </a:ext>
            </a:extLst>
          </p:cNvPr>
          <p:cNvSpPr/>
          <p:nvPr/>
        </p:nvSpPr>
        <p:spPr>
          <a:xfrm rot="18900000">
            <a:off x="7274613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ED131BEB-E1E5-1B4A-F74B-B1A72B4FD9D2}"/>
              </a:ext>
            </a:extLst>
          </p:cNvPr>
          <p:cNvSpPr/>
          <p:nvPr/>
        </p:nvSpPr>
        <p:spPr>
          <a:xfrm>
            <a:off x="7582109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on findings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F7C71E-691F-78D3-7F78-9B463B435216}"/>
              </a:ext>
            </a:extLst>
          </p:cNvPr>
          <p:cNvSpPr/>
          <p:nvPr/>
        </p:nvSpPr>
        <p:spPr>
          <a:xfrm rot="18900000">
            <a:off x="9907638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Pentagon 38">
            <a:extLst>
              <a:ext uri="{FF2B5EF4-FFF2-40B4-BE49-F238E27FC236}">
                <a16:creationId xmlns:a16="http://schemas.microsoft.com/office/drawing/2014/main" id="{F61EBBB1-4D62-0560-0C9B-FD25F7D89500}"/>
              </a:ext>
            </a:extLst>
          </p:cNvPr>
          <p:cNvSpPr/>
          <p:nvPr/>
        </p:nvSpPr>
        <p:spPr>
          <a:xfrm>
            <a:off x="10215134" y="4817106"/>
            <a:ext cx="1359742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on recommendation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E34C86-4F35-652B-423B-F168F14031B7}"/>
              </a:ext>
            </a:extLst>
          </p:cNvPr>
          <p:cNvSpPr/>
          <p:nvPr/>
        </p:nvSpPr>
        <p:spPr>
          <a:xfrm rot="18900000">
            <a:off x="5099573" y="5824169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Pentagon 41">
            <a:extLst>
              <a:ext uri="{FF2B5EF4-FFF2-40B4-BE49-F238E27FC236}">
                <a16:creationId xmlns:a16="http://schemas.microsoft.com/office/drawing/2014/main" id="{D4FCBCAB-2AA5-C537-F049-C5A9856BEBDC}"/>
              </a:ext>
            </a:extLst>
          </p:cNvPr>
          <p:cNvSpPr/>
          <p:nvPr/>
        </p:nvSpPr>
        <p:spPr>
          <a:xfrm>
            <a:off x="5407069" y="5654994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Overview of hypothesis</a:t>
            </a: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F7BB5D-F3DC-EE58-A204-2FE5EA6E8A0B}"/>
              </a:ext>
            </a:extLst>
          </p:cNvPr>
          <p:cNvSpPr/>
          <p:nvPr/>
        </p:nvSpPr>
        <p:spPr>
          <a:xfrm rot="18900000">
            <a:off x="7312071" y="5824170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entagon 43">
            <a:extLst>
              <a:ext uri="{FF2B5EF4-FFF2-40B4-BE49-F238E27FC236}">
                <a16:creationId xmlns:a16="http://schemas.microsoft.com/office/drawing/2014/main" id="{75ACA60A-9CE2-A6A7-CCFE-7E257B84D970}"/>
              </a:ext>
            </a:extLst>
          </p:cNvPr>
          <p:cNvSpPr/>
          <p:nvPr/>
        </p:nvSpPr>
        <p:spPr>
          <a:xfrm>
            <a:off x="7619567" y="5654995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Preliminary report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5D3F71-3654-CEC3-E9FB-7AEA58C0B2C9}"/>
              </a:ext>
            </a:extLst>
          </p:cNvPr>
          <p:cNvSpPr/>
          <p:nvPr/>
        </p:nvSpPr>
        <p:spPr>
          <a:xfrm rot="18900000">
            <a:off x="9910207" y="5824266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" name="Pentagon 45">
            <a:extLst>
              <a:ext uri="{FF2B5EF4-FFF2-40B4-BE49-F238E27FC236}">
                <a16:creationId xmlns:a16="http://schemas.microsoft.com/office/drawing/2014/main" id="{41AECA45-7B50-164A-D95E-173965843C95}"/>
              </a:ext>
            </a:extLst>
          </p:cNvPr>
          <p:cNvSpPr/>
          <p:nvPr/>
        </p:nvSpPr>
        <p:spPr>
          <a:xfrm>
            <a:off x="10217703" y="5655091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report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98AB206A-0D62-794B-9676-7195D061F855}"/>
              </a:ext>
            </a:extLst>
          </p:cNvPr>
          <p:cNvSpPr/>
          <p:nvPr/>
        </p:nvSpPr>
        <p:spPr>
          <a:xfrm>
            <a:off x="1614487" y="1869206"/>
            <a:ext cx="3076783" cy="47880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lang="da-DK" sz="12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Research and hypotheses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CD99062-AB40-65F9-DBDF-3BC1205BF62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9639844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F711-8E9F-DB56-4068-5660532C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project will focus on [insert scope]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40EB3-D958-5E42-464B-9C6363359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[Insert areas] are not in 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DA69E-EC99-DC96-DB3E-193C99041D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AC98D-B139-2F57-A0BB-A5086B308863}"/>
              </a:ext>
            </a:extLst>
          </p:cNvPr>
          <p:cNvSpPr/>
          <p:nvPr/>
        </p:nvSpPr>
        <p:spPr>
          <a:xfrm>
            <a:off x="554736" y="3491217"/>
            <a:ext cx="2299062" cy="1005840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main area e.g. cost drivers]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D8C7F-CAC0-B9F7-0D3D-BC0A59FAC3D8}"/>
              </a:ext>
            </a:extLst>
          </p:cNvPr>
          <p:cNvSpPr/>
          <p:nvPr/>
        </p:nvSpPr>
        <p:spPr>
          <a:xfrm>
            <a:off x="3482558" y="2319299"/>
            <a:ext cx="2299062" cy="100584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 e.g., Procurement divided across organization]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56490-7056-B5FA-56C1-2E8D97CFC1CF}"/>
              </a:ext>
            </a:extLst>
          </p:cNvPr>
          <p:cNvSpPr/>
          <p:nvPr/>
        </p:nvSpPr>
        <p:spPr>
          <a:xfrm>
            <a:off x="3482558" y="5249907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ACC4A6-4F19-BEED-2DA1-A3A0529F4A05}"/>
              </a:ext>
            </a:extLst>
          </p:cNvPr>
          <p:cNvSpPr/>
          <p:nvPr/>
        </p:nvSpPr>
        <p:spPr>
          <a:xfrm>
            <a:off x="6410380" y="1734152"/>
            <a:ext cx="2299062" cy="1004215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FF366-AE19-E903-DABE-6D70954F4D8C}"/>
              </a:ext>
            </a:extLst>
          </p:cNvPr>
          <p:cNvSpPr/>
          <p:nvPr/>
        </p:nvSpPr>
        <p:spPr>
          <a:xfrm>
            <a:off x="9338202" y="1734153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F9632C-F49F-1629-757C-3B6198895B19}"/>
              </a:ext>
            </a:extLst>
          </p:cNvPr>
          <p:cNvSpPr/>
          <p:nvPr/>
        </p:nvSpPr>
        <p:spPr>
          <a:xfrm>
            <a:off x="9338202" y="2097761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39A98-0FC3-5282-218A-063EB6B85AEB}"/>
              </a:ext>
            </a:extLst>
          </p:cNvPr>
          <p:cNvSpPr/>
          <p:nvPr/>
        </p:nvSpPr>
        <p:spPr>
          <a:xfrm>
            <a:off x="9338202" y="2461369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1574E8-6AAA-BC45-A886-46AC6F59EE05}"/>
              </a:ext>
            </a:extLst>
          </p:cNvPr>
          <p:cNvSpPr/>
          <p:nvPr/>
        </p:nvSpPr>
        <p:spPr>
          <a:xfrm>
            <a:off x="6410380" y="2906070"/>
            <a:ext cx="2299062" cy="1004215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C96B5E-A31B-8C9D-1F14-64FB41019487}"/>
              </a:ext>
            </a:extLst>
          </p:cNvPr>
          <p:cNvSpPr/>
          <p:nvPr/>
        </p:nvSpPr>
        <p:spPr>
          <a:xfrm>
            <a:off x="6410380" y="4077988"/>
            <a:ext cx="2299062" cy="10042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AA85B-551E-9A7E-2ED6-C0405A3E1D0C}"/>
              </a:ext>
            </a:extLst>
          </p:cNvPr>
          <p:cNvSpPr/>
          <p:nvPr/>
        </p:nvSpPr>
        <p:spPr>
          <a:xfrm>
            <a:off x="3482558" y="4076363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B3AB60-35DA-D289-7332-468DA732AE37}"/>
              </a:ext>
            </a:extLst>
          </p:cNvPr>
          <p:cNvSpPr/>
          <p:nvPr/>
        </p:nvSpPr>
        <p:spPr>
          <a:xfrm>
            <a:off x="6410380" y="5249907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238778-9377-E5DE-80BE-9262B4168DF3}"/>
              </a:ext>
            </a:extLst>
          </p:cNvPr>
          <p:cNvSpPr/>
          <p:nvPr/>
        </p:nvSpPr>
        <p:spPr>
          <a:xfrm>
            <a:off x="9338202" y="2906070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6AAA6B-05E7-B722-C9B3-80C5AD996B7E}"/>
              </a:ext>
            </a:extLst>
          </p:cNvPr>
          <p:cNvSpPr/>
          <p:nvPr/>
        </p:nvSpPr>
        <p:spPr>
          <a:xfrm>
            <a:off x="9338202" y="3269678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44F9AB-31C4-115B-31F4-1DF2D8490F6E}"/>
              </a:ext>
            </a:extLst>
          </p:cNvPr>
          <p:cNvSpPr/>
          <p:nvPr/>
        </p:nvSpPr>
        <p:spPr>
          <a:xfrm>
            <a:off x="9338202" y="3633286"/>
            <a:ext cx="2299062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area not in scope]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3E6CF45-9D10-7ABF-85DF-62C5C8C392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853798" y="2822219"/>
            <a:ext cx="628760" cy="117191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9A6727E-9525-B924-C359-CD413C52435D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2853798" y="3994137"/>
            <a:ext cx="628760" cy="585146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A0776EF9-F95F-62BE-F757-5D1B2874AEC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53798" y="3994137"/>
            <a:ext cx="628760" cy="1758690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4CB2B48-CEF1-6AD6-A167-AF2C4377F53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5781620" y="2236260"/>
            <a:ext cx="628760" cy="58595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35F8E948-D154-05C4-3720-6BB7D6ACE368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5781620" y="2822219"/>
            <a:ext cx="628760" cy="58595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F2EC6B59-AAB2-D498-53AE-6BE72DD7C0B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709442" y="1872653"/>
            <a:ext cx="628760" cy="363607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FB0969A-DEBC-9EBF-C9F3-5A2F5E2ACC63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8709442" y="2236260"/>
            <a:ext cx="628760" cy="36360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96DD25D-574F-ECFE-502B-ECBF128F5FB1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8709442" y="3044570"/>
            <a:ext cx="628760" cy="36360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E2619A2-ABC8-E834-E4DA-AD81C391EF09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8709442" y="3408178"/>
            <a:ext cx="628760" cy="36360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C5216D4-78A5-C93F-ECD7-6E0E103B386F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5781620" y="4579283"/>
            <a:ext cx="628760" cy="813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8D8B3F-2ED8-8B32-4564-CC80F6188495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5781620" y="5752827"/>
            <a:ext cx="628760" cy="0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49EFFDC-B1EA-F212-9FD9-22C36DF788BE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8709442" y="3408178"/>
            <a:ext cx="628760" cy="0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FFF5FC8-C26D-E6A5-91A3-1352E3C852F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8709442" y="2236260"/>
            <a:ext cx="628760" cy="1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3821469-EEC0-93CD-204A-38A5BB005ECD}"/>
              </a:ext>
            </a:extLst>
          </p:cNvPr>
          <p:cNvSpPr/>
          <p:nvPr/>
        </p:nvSpPr>
        <p:spPr>
          <a:xfrm>
            <a:off x="9820195" y="5164614"/>
            <a:ext cx="1664669" cy="1091133"/>
          </a:xfrm>
          <a:prstGeom prst="rect">
            <a:avLst/>
          </a:prstGeom>
          <a:noFill/>
          <a:ln w="15875" cap="sq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7E67043-447E-76EC-08AE-C2C390828A5F}"/>
              </a:ext>
            </a:extLst>
          </p:cNvPr>
          <p:cNvGrpSpPr/>
          <p:nvPr/>
        </p:nvGrpSpPr>
        <p:grpSpPr>
          <a:xfrm>
            <a:off x="9945580" y="5363050"/>
            <a:ext cx="1539284" cy="694260"/>
            <a:chOff x="9945580" y="5262035"/>
            <a:chExt cx="1539284" cy="69426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24FE6C-540F-AB96-B1BB-186FB5282A7E}"/>
                </a:ext>
              </a:extLst>
            </p:cNvPr>
            <p:cNvSpPr/>
            <p:nvPr/>
          </p:nvSpPr>
          <p:spPr>
            <a:xfrm>
              <a:off x="9945580" y="5262035"/>
              <a:ext cx="447049" cy="27699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0CA3289-B361-FB72-F58E-6C73D38243A2}"/>
                </a:ext>
              </a:extLst>
            </p:cNvPr>
            <p:cNvSpPr/>
            <p:nvPr/>
          </p:nvSpPr>
          <p:spPr>
            <a:xfrm>
              <a:off x="9945580" y="5679296"/>
              <a:ext cx="447049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826127D-F281-0B9D-4D9D-1672DEEBDCB0}"/>
                </a:ext>
              </a:extLst>
            </p:cNvPr>
            <p:cNvSpPr txBox="1"/>
            <p:nvPr/>
          </p:nvSpPr>
          <p:spPr>
            <a:xfrm>
              <a:off x="10487733" y="5294658"/>
              <a:ext cx="838215" cy="2117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200" dirty="0"/>
                <a:t>In scope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8BBC48E-5E39-E698-EA41-D23CE806E2BF}"/>
                </a:ext>
              </a:extLst>
            </p:cNvPr>
            <p:cNvSpPr txBox="1"/>
            <p:nvPr/>
          </p:nvSpPr>
          <p:spPr>
            <a:xfrm>
              <a:off x="10487733" y="5711919"/>
              <a:ext cx="997131" cy="2117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200" dirty="0"/>
                <a:t>Not in scope</a:t>
              </a:r>
            </a:p>
          </p:txBody>
        </p:sp>
      </p:grpSp>
    </p:spTree>
    <p:custDataLst>
      <p:tags r:id="rIdGna1"/>
    </p:custDataLst>
    <p:extLst>
      <p:ext uri="{BB962C8B-B14F-4D97-AF65-F5344CB8AC3E}">
        <p14:creationId xmlns:p14="http://schemas.microsoft.com/office/powerpoint/2010/main" val="36818440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There are three main project deliverables</a:t>
            </a:r>
            <a:endParaRPr lang="en-DK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E4DAC51-CB08-8A29-9216-A4B0453B3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B15DC5-3B3E-3755-185F-B3D3AEC097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val 59">
            <a:extLst>
              <a:ext uri="{FF2B5EF4-FFF2-40B4-BE49-F238E27FC236}">
                <a16:creationId xmlns:a16="http://schemas.microsoft.com/office/drawing/2014/main" id="{8B40D645-7010-3B28-B622-1861CBBAE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55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16" name="Oval 59">
            <a:extLst>
              <a:ext uri="{FF2B5EF4-FFF2-40B4-BE49-F238E27FC236}">
                <a16:creationId xmlns:a16="http://schemas.microsoft.com/office/drawing/2014/main" id="{ADF81F8A-9E88-20FD-7532-EB17BBF5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76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21" name="Oval 59">
            <a:extLst>
              <a:ext uri="{FF2B5EF4-FFF2-40B4-BE49-F238E27FC236}">
                <a16:creationId xmlns:a16="http://schemas.microsoft.com/office/drawing/2014/main" id="{457EEAE8-9367-C3A3-5132-A1A68DD47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197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1E94DE-8411-4962-149E-7CD6A7463344}"/>
              </a:ext>
            </a:extLst>
          </p:cNvPr>
          <p:cNvSpPr/>
          <p:nvPr/>
        </p:nvSpPr>
        <p:spPr>
          <a:xfrm>
            <a:off x="1071190" y="4956112"/>
            <a:ext cx="2743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 e.g., Challenge, strengthen, and detail current strategy based on [insert].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37CD2-B1E5-55F4-D44A-FA3F58B0160F}"/>
              </a:ext>
            </a:extLst>
          </p:cNvPr>
          <p:cNvSpPr/>
          <p:nvPr/>
        </p:nvSpPr>
        <p:spPr>
          <a:xfrm>
            <a:off x="4724400" y="495611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BC5B5E-7951-6367-FDE3-7425288D89DF}"/>
              </a:ext>
            </a:extLst>
          </p:cNvPr>
          <p:cNvSpPr/>
          <p:nvPr/>
        </p:nvSpPr>
        <p:spPr>
          <a:xfrm>
            <a:off x="8377610" y="495611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CEC8E0-EA8D-BFE7-354F-B4D80EF490AD}"/>
              </a:ext>
            </a:extLst>
          </p:cNvPr>
          <p:cNvSpPr/>
          <p:nvPr/>
        </p:nvSpPr>
        <p:spPr>
          <a:xfrm>
            <a:off x="1071190" y="4012091"/>
            <a:ext cx="2743200" cy="861774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deliverable 1 e.g., Strengthen the strategy]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D99437-1737-1488-2AA4-63F91C395D26}"/>
              </a:ext>
            </a:extLst>
          </p:cNvPr>
          <p:cNvSpPr/>
          <p:nvPr/>
        </p:nvSpPr>
        <p:spPr>
          <a:xfrm>
            <a:off x="4724400" y="4012091"/>
            <a:ext cx="2743200" cy="615553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/>
              <a:t>[Insert deliverable 2]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80D73E-2F4D-0BE5-F98B-19385DF07052}"/>
              </a:ext>
            </a:extLst>
          </p:cNvPr>
          <p:cNvSpPr/>
          <p:nvPr/>
        </p:nvSpPr>
        <p:spPr>
          <a:xfrm>
            <a:off x="8377610" y="4012091"/>
            <a:ext cx="2743200" cy="615553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/>
              <a:t>[Insert deliverable 3]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EB7BF6-6406-9B79-6277-2F7B00462C69}"/>
              </a:ext>
            </a:extLst>
          </p:cNvPr>
          <p:cNvCxnSpPr>
            <a:stCxn id="11" idx="4"/>
            <a:endCxn id="15" idx="0"/>
          </p:cNvCxnSpPr>
          <p:nvPr/>
        </p:nvCxnSpPr>
        <p:spPr>
          <a:xfrm>
            <a:off x="244279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56BA5A-A11B-F6D8-7410-BEAEBF8FC0B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609600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3E7A0B-2241-9091-3536-18144413A69D}"/>
              </a:ext>
            </a:extLst>
          </p:cNvPr>
          <p:cNvCxnSpPr>
            <a:cxnSpLocks/>
            <a:stCxn id="21" idx="4"/>
            <a:endCxn id="18" idx="0"/>
          </p:cNvCxnSpPr>
          <p:nvPr/>
        </p:nvCxnSpPr>
        <p:spPr>
          <a:xfrm>
            <a:off x="974921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4AC67550-18DA-7665-2331-B4A828793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90" y="2512114"/>
            <a:ext cx="762000" cy="762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076B239-74B3-6DE2-8C19-2EC44C38D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512114"/>
            <a:ext cx="762000" cy="762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CC76953-66FE-3463-9773-35280CE3A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210" y="2512114"/>
            <a:ext cx="762000" cy="76200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A629894-46FA-4B11-009E-F3C8B511D1A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8334636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Our team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B88BA-4D4B-5602-60EE-F3E9EAC992C3}"/>
              </a:ext>
            </a:extLst>
          </p:cNvPr>
          <p:cNvSpPr/>
          <p:nvPr/>
        </p:nvSpPr>
        <p:spPr>
          <a:xfrm>
            <a:off x="8394701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4458F-853A-434B-8C91-9748619F8ADD}"/>
              </a:ext>
            </a:extLst>
          </p:cNvPr>
          <p:cNvSpPr/>
          <p:nvPr/>
        </p:nvSpPr>
        <p:spPr>
          <a:xfrm>
            <a:off x="554735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BB388-3BA5-D417-D124-74C3EFC948E9}"/>
              </a:ext>
            </a:extLst>
          </p:cNvPr>
          <p:cNvSpPr/>
          <p:nvPr/>
        </p:nvSpPr>
        <p:spPr>
          <a:xfrm>
            <a:off x="4474718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67821-D39D-17AA-B229-EDACCB09E101}"/>
              </a:ext>
            </a:extLst>
          </p:cNvPr>
          <p:cNvSpPr/>
          <p:nvPr/>
        </p:nvSpPr>
        <p:spPr>
          <a:xfrm>
            <a:off x="1024039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E82DA-083B-A542-CC7E-31DF5460ED11}"/>
              </a:ext>
            </a:extLst>
          </p:cNvPr>
          <p:cNvSpPr/>
          <p:nvPr/>
        </p:nvSpPr>
        <p:spPr>
          <a:xfrm>
            <a:off x="4944022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8568A-A1F4-0934-7D0E-60ED64FDC2AC}"/>
              </a:ext>
            </a:extLst>
          </p:cNvPr>
          <p:cNvSpPr/>
          <p:nvPr/>
        </p:nvSpPr>
        <p:spPr>
          <a:xfrm>
            <a:off x="8864005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87325C1-AAB2-FD48-FB29-801EF2E4849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3141185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Team allocation and investment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ECE9E1C-722E-E449-A5F8-59B116826B15}"/>
              </a:ext>
            </a:extLst>
          </p:cNvPr>
          <p:cNvSpPr txBox="1">
            <a:spLocks/>
          </p:cNvSpPr>
          <p:nvPr/>
        </p:nvSpPr>
        <p:spPr>
          <a:xfrm>
            <a:off x="552262" y="1540145"/>
            <a:ext cx="8324110" cy="46701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73152" tIns="73152" rIns="73152" bIns="73152" rtlCol="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" name="Content Placeholder 7">
            <a:extLst>
              <a:ext uri="{FF2B5EF4-FFF2-40B4-BE49-F238E27FC236}">
                <a16:creationId xmlns:a16="http://schemas.microsoft.com/office/drawing/2014/main" id="{3F812EF3-6988-C65B-597E-C8EFA0F9D931}"/>
              </a:ext>
            </a:extLst>
          </p:cNvPr>
          <p:cNvSpPr txBox="1">
            <a:spLocks/>
          </p:cNvSpPr>
          <p:nvPr/>
        </p:nvSpPr>
        <p:spPr>
          <a:xfrm>
            <a:off x="658756" y="2272283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58" name="Content Placeholder 7">
            <a:extLst>
              <a:ext uri="{FF2B5EF4-FFF2-40B4-BE49-F238E27FC236}">
                <a16:creationId xmlns:a16="http://schemas.microsoft.com/office/drawing/2014/main" id="{54EA2C72-C773-F50B-6A24-C6FF8467810F}"/>
              </a:ext>
            </a:extLst>
          </p:cNvPr>
          <p:cNvSpPr txBox="1">
            <a:spLocks/>
          </p:cNvSpPr>
          <p:nvPr/>
        </p:nvSpPr>
        <p:spPr>
          <a:xfrm>
            <a:off x="658756" y="3084404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60" name="Content Placeholder 7">
            <a:extLst>
              <a:ext uri="{FF2B5EF4-FFF2-40B4-BE49-F238E27FC236}">
                <a16:creationId xmlns:a16="http://schemas.microsoft.com/office/drawing/2014/main" id="{E50BD28A-9380-1F08-B7B0-225312DBA7F7}"/>
              </a:ext>
            </a:extLst>
          </p:cNvPr>
          <p:cNvSpPr txBox="1">
            <a:spLocks/>
          </p:cNvSpPr>
          <p:nvPr/>
        </p:nvSpPr>
        <p:spPr>
          <a:xfrm>
            <a:off x="658756" y="3896525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62" name="Content Placeholder 7">
            <a:extLst>
              <a:ext uri="{FF2B5EF4-FFF2-40B4-BE49-F238E27FC236}">
                <a16:creationId xmlns:a16="http://schemas.microsoft.com/office/drawing/2014/main" id="{01199DB5-1B2B-232D-3F82-1C66CC33B39B}"/>
              </a:ext>
            </a:extLst>
          </p:cNvPr>
          <p:cNvSpPr txBox="1">
            <a:spLocks/>
          </p:cNvSpPr>
          <p:nvPr/>
        </p:nvSpPr>
        <p:spPr>
          <a:xfrm>
            <a:off x="658756" y="4708646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465" name="Content Placeholder 7">
            <a:extLst>
              <a:ext uri="{FF2B5EF4-FFF2-40B4-BE49-F238E27FC236}">
                <a16:creationId xmlns:a16="http://schemas.microsoft.com/office/drawing/2014/main" id="{4A59CD3A-7617-E2F5-C197-A009A89A01DC}"/>
              </a:ext>
            </a:extLst>
          </p:cNvPr>
          <p:cNvSpPr txBox="1">
            <a:spLocks/>
          </p:cNvSpPr>
          <p:nvPr/>
        </p:nvSpPr>
        <p:spPr>
          <a:xfrm>
            <a:off x="658756" y="5520768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470" name="Content Placeholder 7">
            <a:extLst>
              <a:ext uri="{FF2B5EF4-FFF2-40B4-BE49-F238E27FC236}">
                <a16:creationId xmlns:a16="http://schemas.microsoft.com/office/drawing/2014/main" id="{EBB25132-5ED7-2047-4E8B-924005BF7781}"/>
              </a:ext>
            </a:extLst>
          </p:cNvPr>
          <p:cNvSpPr txBox="1">
            <a:spLocks/>
          </p:cNvSpPr>
          <p:nvPr/>
        </p:nvSpPr>
        <p:spPr>
          <a:xfrm>
            <a:off x="658756" y="1744376"/>
            <a:ext cx="603455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Name</a:t>
            </a:r>
          </a:p>
        </p:txBody>
      </p:sp>
      <p:sp>
        <p:nvSpPr>
          <p:cNvPr id="50" name="Content Placeholder 7">
            <a:extLst>
              <a:ext uri="{FF2B5EF4-FFF2-40B4-BE49-F238E27FC236}">
                <a16:creationId xmlns:a16="http://schemas.microsoft.com/office/drawing/2014/main" id="{C9FA8794-F95B-8EA6-FBBB-24869C5EACA8}"/>
              </a:ext>
            </a:extLst>
          </p:cNvPr>
          <p:cNvSpPr txBox="1">
            <a:spLocks/>
          </p:cNvSpPr>
          <p:nvPr/>
        </p:nvSpPr>
        <p:spPr>
          <a:xfrm>
            <a:off x="7223047" y="2377376"/>
            <a:ext cx="1554480" cy="3818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As required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(~2 days/month)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4D448433-4511-081E-C08F-025382061AF5}"/>
              </a:ext>
            </a:extLst>
          </p:cNvPr>
          <p:cNvSpPr txBox="1">
            <a:spLocks/>
          </p:cNvSpPr>
          <p:nvPr/>
        </p:nvSpPr>
        <p:spPr>
          <a:xfrm>
            <a:off x="7223048" y="3189497"/>
            <a:ext cx="1554480" cy="381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Average 20%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(1 day/week)</a:t>
            </a:r>
          </a:p>
        </p:txBody>
      </p:sp>
      <p:sp>
        <p:nvSpPr>
          <p:cNvPr id="52" name="Content Placeholder 7">
            <a:extLst>
              <a:ext uri="{FF2B5EF4-FFF2-40B4-BE49-F238E27FC236}">
                <a16:creationId xmlns:a16="http://schemas.microsoft.com/office/drawing/2014/main" id="{D8C35D60-0DEF-2A27-2B8F-62737182EC2C}"/>
              </a:ext>
            </a:extLst>
          </p:cNvPr>
          <p:cNvSpPr txBox="1">
            <a:spLocks/>
          </p:cNvSpPr>
          <p:nvPr/>
        </p:nvSpPr>
        <p:spPr>
          <a:xfrm>
            <a:off x="7223048" y="4106710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100%</a:t>
            </a:r>
          </a:p>
        </p:txBody>
      </p:sp>
      <p:sp>
        <p:nvSpPr>
          <p:cNvPr id="53" name="Content Placeholder 7">
            <a:extLst>
              <a:ext uri="{FF2B5EF4-FFF2-40B4-BE49-F238E27FC236}">
                <a16:creationId xmlns:a16="http://schemas.microsoft.com/office/drawing/2014/main" id="{A4E985DA-F921-41F5-2316-D094407A1B56}"/>
              </a:ext>
            </a:extLst>
          </p:cNvPr>
          <p:cNvSpPr txBox="1">
            <a:spLocks/>
          </p:cNvSpPr>
          <p:nvPr/>
        </p:nvSpPr>
        <p:spPr>
          <a:xfrm>
            <a:off x="7223048" y="4918831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100%</a:t>
            </a:r>
          </a:p>
        </p:txBody>
      </p:sp>
      <p:sp>
        <p:nvSpPr>
          <p:cNvPr id="54" name="Content Placeholder 7">
            <a:extLst>
              <a:ext uri="{FF2B5EF4-FFF2-40B4-BE49-F238E27FC236}">
                <a16:creationId xmlns:a16="http://schemas.microsoft.com/office/drawing/2014/main" id="{43D5450B-241A-F348-F63F-97577730B49C}"/>
              </a:ext>
            </a:extLst>
          </p:cNvPr>
          <p:cNvSpPr txBox="1">
            <a:spLocks/>
          </p:cNvSpPr>
          <p:nvPr/>
        </p:nvSpPr>
        <p:spPr>
          <a:xfrm>
            <a:off x="7223048" y="5730953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Ad hoc</a:t>
            </a:r>
          </a:p>
        </p:txBody>
      </p:sp>
      <p:sp>
        <p:nvSpPr>
          <p:cNvPr id="472" name="Content Placeholder 7">
            <a:extLst>
              <a:ext uri="{FF2B5EF4-FFF2-40B4-BE49-F238E27FC236}">
                <a16:creationId xmlns:a16="http://schemas.microsoft.com/office/drawing/2014/main" id="{BC69A8EE-AA5A-DE2D-F40E-6F87E6933085}"/>
              </a:ext>
            </a:extLst>
          </p:cNvPr>
          <p:cNvSpPr txBox="1">
            <a:spLocks/>
          </p:cNvSpPr>
          <p:nvPr/>
        </p:nvSpPr>
        <p:spPr>
          <a:xfrm>
            <a:off x="7223048" y="1744376"/>
            <a:ext cx="1554480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Weekly allocation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AFC560C7-9247-B720-1F10-DFA1919540BB}"/>
              </a:ext>
            </a:extLst>
          </p:cNvPr>
          <p:cNvSpPr txBox="1"/>
          <p:nvPr/>
        </p:nvSpPr>
        <p:spPr>
          <a:xfrm>
            <a:off x="9041430" y="1536701"/>
            <a:ext cx="2595834" cy="4673600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buSzPct val="100000"/>
              <a:buChar char="​"/>
              <a:defRPr sz="1100">
                <a:solidFill>
                  <a:srgbClr val="2F363B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Content Placeholder 7">
            <a:extLst>
              <a:ext uri="{FF2B5EF4-FFF2-40B4-BE49-F238E27FC236}">
                <a16:creationId xmlns:a16="http://schemas.microsoft.com/office/drawing/2014/main" id="{C98E7EEB-1A1C-8232-FBF8-589F656417EC}"/>
              </a:ext>
            </a:extLst>
          </p:cNvPr>
          <p:cNvSpPr txBox="1">
            <a:spLocks/>
          </p:cNvSpPr>
          <p:nvPr/>
        </p:nvSpPr>
        <p:spPr>
          <a:xfrm>
            <a:off x="2450786" y="2291326"/>
            <a:ext cx="4662307" cy="5539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 </a:t>
            </a:r>
            <a:r>
              <a:rPr lang="en-GB" sz="1200" kern="0">
                <a:latin typeface="+mn-lt"/>
              </a:rPr>
              <a:t>e.g. 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Overall responsible for engagement]</a:t>
            </a:r>
          </a:p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59" name="Content Placeholder 7">
            <a:extLst>
              <a:ext uri="{FF2B5EF4-FFF2-40B4-BE49-F238E27FC236}">
                <a16:creationId xmlns:a16="http://schemas.microsoft.com/office/drawing/2014/main" id="{88BB7322-D124-9ABD-5A5F-D3E01C6EF177}"/>
              </a:ext>
            </a:extLst>
          </p:cNvPr>
          <p:cNvSpPr txBox="1">
            <a:spLocks/>
          </p:cNvSpPr>
          <p:nvPr/>
        </p:nvSpPr>
        <p:spPr>
          <a:xfrm>
            <a:off x="2450786" y="3195780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61" name="Content Placeholder 7">
            <a:extLst>
              <a:ext uri="{FF2B5EF4-FFF2-40B4-BE49-F238E27FC236}">
                <a16:creationId xmlns:a16="http://schemas.microsoft.com/office/drawing/2014/main" id="{3D1BC69E-76FC-3E24-BC0C-0C66AAAE8B06}"/>
              </a:ext>
            </a:extLst>
          </p:cNvPr>
          <p:cNvSpPr txBox="1">
            <a:spLocks/>
          </p:cNvSpPr>
          <p:nvPr/>
        </p:nvSpPr>
        <p:spPr>
          <a:xfrm>
            <a:off x="2450786" y="4007901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63" name="Content Placeholder 7">
            <a:extLst>
              <a:ext uri="{FF2B5EF4-FFF2-40B4-BE49-F238E27FC236}">
                <a16:creationId xmlns:a16="http://schemas.microsoft.com/office/drawing/2014/main" id="{0B0DA42C-2535-2754-E837-4E606CE35DC6}"/>
              </a:ext>
            </a:extLst>
          </p:cNvPr>
          <p:cNvSpPr txBox="1">
            <a:spLocks/>
          </p:cNvSpPr>
          <p:nvPr/>
        </p:nvSpPr>
        <p:spPr>
          <a:xfrm>
            <a:off x="2450786" y="4820022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466" name="Content Placeholder 7">
            <a:extLst>
              <a:ext uri="{FF2B5EF4-FFF2-40B4-BE49-F238E27FC236}">
                <a16:creationId xmlns:a16="http://schemas.microsoft.com/office/drawing/2014/main" id="{450D759C-5CAE-4D91-8634-00ABF9999F1F}"/>
              </a:ext>
            </a:extLst>
          </p:cNvPr>
          <p:cNvSpPr txBox="1">
            <a:spLocks/>
          </p:cNvSpPr>
          <p:nvPr/>
        </p:nvSpPr>
        <p:spPr>
          <a:xfrm>
            <a:off x="2450786" y="5632144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468" name="Content Placeholder 7">
            <a:extLst>
              <a:ext uri="{FF2B5EF4-FFF2-40B4-BE49-F238E27FC236}">
                <a16:creationId xmlns:a16="http://schemas.microsoft.com/office/drawing/2014/main" id="{4136A188-2C5F-A326-4CBC-A318B56B1C26}"/>
              </a:ext>
            </a:extLst>
          </p:cNvPr>
          <p:cNvSpPr txBox="1">
            <a:spLocks/>
          </p:cNvSpPr>
          <p:nvPr/>
        </p:nvSpPr>
        <p:spPr>
          <a:xfrm>
            <a:off x="2450786" y="1744376"/>
            <a:ext cx="603455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Role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92E86A-DF11-CCCC-853A-B148E21F1EFA}"/>
              </a:ext>
            </a:extLst>
          </p:cNvPr>
          <p:cNvCxnSpPr>
            <a:cxnSpLocks/>
          </p:cNvCxnSpPr>
          <p:nvPr/>
        </p:nvCxnSpPr>
        <p:spPr>
          <a:xfrm>
            <a:off x="658756" y="2052247"/>
            <a:ext cx="1558642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239108-562C-AC17-0C35-8874DA707C3B}"/>
              </a:ext>
            </a:extLst>
          </p:cNvPr>
          <p:cNvCxnSpPr>
            <a:cxnSpLocks/>
          </p:cNvCxnSpPr>
          <p:nvPr/>
        </p:nvCxnSpPr>
        <p:spPr>
          <a:xfrm>
            <a:off x="2386422" y="2052247"/>
            <a:ext cx="4663440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310DB1-C841-B321-35AF-2C697DB4F5C7}"/>
              </a:ext>
            </a:extLst>
          </p:cNvPr>
          <p:cNvCxnSpPr>
            <a:cxnSpLocks/>
          </p:cNvCxnSpPr>
          <p:nvPr/>
        </p:nvCxnSpPr>
        <p:spPr>
          <a:xfrm>
            <a:off x="7218885" y="2052247"/>
            <a:ext cx="1558642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35945D6-4700-6571-35AA-5C6FB81ABC0A}"/>
              </a:ext>
            </a:extLst>
          </p:cNvPr>
          <p:cNvSpPr txBox="1">
            <a:spLocks/>
          </p:cNvSpPr>
          <p:nvPr/>
        </p:nvSpPr>
        <p:spPr>
          <a:xfrm>
            <a:off x="9127605" y="2291326"/>
            <a:ext cx="2423484" cy="21236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investment in the allocated team is xx/week.</a:t>
            </a:r>
          </a:p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expenses (e.g., travelling and accommodation) will be invoiced separately.</a:t>
            </a:r>
          </a:p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project is expected to run for xx weeks, amounting to a maximum investment of xx, excl. expenses.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1E3D07F-EC11-BE98-8111-3526FABF006A}"/>
              </a:ext>
            </a:extLst>
          </p:cNvPr>
          <p:cNvSpPr txBox="1">
            <a:spLocks/>
          </p:cNvSpPr>
          <p:nvPr/>
        </p:nvSpPr>
        <p:spPr>
          <a:xfrm>
            <a:off x="9562107" y="1744376"/>
            <a:ext cx="1554480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Investment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DE0533-3741-558B-76E7-8DA46FA31304}"/>
              </a:ext>
            </a:extLst>
          </p:cNvPr>
          <p:cNvCxnSpPr>
            <a:cxnSpLocks/>
          </p:cNvCxnSpPr>
          <p:nvPr/>
        </p:nvCxnSpPr>
        <p:spPr>
          <a:xfrm>
            <a:off x="9127767" y="2052247"/>
            <a:ext cx="2423160" cy="0"/>
          </a:xfrm>
          <a:prstGeom prst="line">
            <a:avLst/>
          </a:prstGeom>
          <a:ln w="15875" cap="sq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AC863EC5-FA2A-F179-7E91-365F1E5D0B6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2107809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GNA is uniquely positioned and committed to being a partner for [Client]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6" name="Text Placeholder 2">
            <a:extLst>
              <a:ext uri="{FF2B5EF4-FFF2-40B4-BE49-F238E27FC236}">
                <a16:creationId xmlns:a16="http://schemas.microsoft.com/office/drawing/2014/main" id="{C91824B8-BC15-C64A-7734-B9FEC8862204}"/>
              </a:ext>
            </a:extLst>
          </p:cNvPr>
          <p:cNvSpPr txBox="1">
            <a:spLocks/>
          </p:cNvSpPr>
          <p:nvPr/>
        </p:nvSpPr>
        <p:spPr>
          <a:xfrm>
            <a:off x="554736" y="1729534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 e.g. Deep functional expertise]</a:t>
            </a:r>
          </a:p>
        </p:txBody>
      </p:sp>
      <p:sp>
        <p:nvSpPr>
          <p:cNvPr id="367" name="Text Placeholder 2">
            <a:extLst>
              <a:ext uri="{FF2B5EF4-FFF2-40B4-BE49-F238E27FC236}">
                <a16:creationId xmlns:a16="http://schemas.microsoft.com/office/drawing/2014/main" id="{B9D4785C-CE07-EA45-825C-A74A109B26A0}"/>
              </a:ext>
            </a:extLst>
          </p:cNvPr>
          <p:cNvSpPr txBox="1">
            <a:spLocks/>
          </p:cNvSpPr>
          <p:nvPr/>
        </p:nvSpPr>
        <p:spPr>
          <a:xfrm>
            <a:off x="554736" y="3307673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>
              <a:buClr>
                <a:srgbClr val="28082E"/>
              </a:buClr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proposition]</a:t>
            </a:r>
          </a:p>
        </p:txBody>
      </p:sp>
      <p:sp>
        <p:nvSpPr>
          <p:cNvPr id="368" name="Text Placeholder 2">
            <a:extLst>
              <a:ext uri="{FF2B5EF4-FFF2-40B4-BE49-F238E27FC236}">
                <a16:creationId xmlns:a16="http://schemas.microsoft.com/office/drawing/2014/main" id="{E74466BC-A6B7-EAC0-369F-DE7E99FA72B1}"/>
              </a:ext>
            </a:extLst>
          </p:cNvPr>
          <p:cNvSpPr txBox="1">
            <a:spLocks/>
          </p:cNvSpPr>
          <p:nvPr/>
        </p:nvSpPr>
        <p:spPr>
          <a:xfrm>
            <a:off x="554736" y="4885811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>
              <a:buClr>
                <a:srgbClr val="28082E"/>
              </a:buClr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proposition]</a:t>
            </a:r>
          </a:p>
        </p:txBody>
      </p:sp>
      <p:sp>
        <p:nvSpPr>
          <p:cNvPr id="369" name="Text Placeholder 2">
            <a:extLst>
              <a:ext uri="{FF2B5EF4-FFF2-40B4-BE49-F238E27FC236}">
                <a16:creationId xmlns:a16="http://schemas.microsoft.com/office/drawing/2014/main" id="{0D5BED37-39AF-7866-4BF3-00759097BE7E}"/>
              </a:ext>
            </a:extLst>
          </p:cNvPr>
          <p:cNvSpPr txBox="1">
            <a:spLocks/>
          </p:cNvSpPr>
          <p:nvPr/>
        </p:nvSpPr>
        <p:spPr>
          <a:xfrm>
            <a:off x="3053301" y="1729534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 e.g. We have extensive experience within commercial excellence and how to build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strong commercial organizations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that are well-adapted to the competitive situation and general market conditions.]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relevant, e.g.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We have done more than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200+ projects within commercial excellence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over the last five years.]</a:t>
            </a:r>
          </a:p>
        </p:txBody>
      </p:sp>
      <p:sp>
        <p:nvSpPr>
          <p:cNvPr id="370" name="Text Placeholder 2">
            <a:extLst>
              <a:ext uri="{FF2B5EF4-FFF2-40B4-BE49-F238E27FC236}">
                <a16:creationId xmlns:a16="http://schemas.microsoft.com/office/drawing/2014/main" id="{4327246F-5550-3B01-D901-4E28DC9D5FBE}"/>
              </a:ext>
            </a:extLst>
          </p:cNvPr>
          <p:cNvSpPr txBox="1">
            <a:spLocks/>
          </p:cNvSpPr>
          <p:nvPr/>
        </p:nvSpPr>
        <p:spPr>
          <a:xfrm>
            <a:off x="3053301" y="3307673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]</a:t>
            </a:r>
          </a:p>
        </p:txBody>
      </p:sp>
      <p:sp>
        <p:nvSpPr>
          <p:cNvPr id="371" name="Text Placeholder 2">
            <a:extLst>
              <a:ext uri="{FF2B5EF4-FFF2-40B4-BE49-F238E27FC236}">
                <a16:creationId xmlns:a16="http://schemas.microsoft.com/office/drawing/2014/main" id="{6D2E1F00-F9D9-1200-9A84-04B7C46EBE6A}"/>
              </a:ext>
            </a:extLst>
          </p:cNvPr>
          <p:cNvSpPr txBox="1">
            <a:spLocks/>
          </p:cNvSpPr>
          <p:nvPr/>
        </p:nvSpPr>
        <p:spPr>
          <a:xfrm>
            <a:off x="3053301" y="4885811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]</a:t>
            </a:r>
          </a:p>
        </p:txBody>
      </p:sp>
      <p:sp>
        <p:nvSpPr>
          <p:cNvPr id="372" name="Content Placeholder 7">
            <a:extLst>
              <a:ext uri="{FF2B5EF4-FFF2-40B4-BE49-F238E27FC236}">
                <a16:creationId xmlns:a16="http://schemas.microsoft.com/office/drawing/2014/main" id="{C4EFD1C8-1464-02A5-5E90-F31614A52B83}"/>
              </a:ext>
            </a:extLst>
          </p:cNvPr>
          <p:cNvSpPr txBox="1">
            <a:spLocks/>
          </p:cNvSpPr>
          <p:nvPr/>
        </p:nvSpPr>
        <p:spPr>
          <a:xfrm>
            <a:off x="508570" y="1440257"/>
            <a:ext cx="1315425" cy="200376"/>
          </a:xfrm>
          <a:prstGeom prst="rect">
            <a:avLst/>
          </a:prstGeom>
        </p:spPr>
        <p:txBody>
          <a:bodyPr vert="horz" wrap="none" lIns="9144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What we bring</a:t>
            </a:r>
          </a:p>
        </p:txBody>
      </p:sp>
      <p:sp>
        <p:nvSpPr>
          <p:cNvPr id="373" name="Content Placeholder 7">
            <a:extLst>
              <a:ext uri="{FF2B5EF4-FFF2-40B4-BE49-F238E27FC236}">
                <a16:creationId xmlns:a16="http://schemas.microsoft.com/office/drawing/2014/main" id="{E2E48BDD-E93E-ACB0-B7D2-8C35D43DB714}"/>
              </a:ext>
            </a:extLst>
          </p:cNvPr>
          <p:cNvSpPr txBox="1">
            <a:spLocks/>
          </p:cNvSpPr>
          <p:nvPr/>
        </p:nvSpPr>
        <p:spPr>
          <a:xfrm>
            <a:off x="3053301" y="1440257"/>
            <a:ext cx="1305807" cy="200376"/>
          </a:xfrm>
          <a:prstGeom prst="rect">
            <a:avLst/>
          </a:prstGeom>
        </p:spPr>
        <p:txBody>
          <a:bodyPr vert="horz" wrap="none" lIns="9144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What it means</a:t>
            </a:r>
          </a:p>
        </p:txBody>
      </p:sp>
      <p:sp>
        <p:nvSpPr>
          <p:cNvPr id="374" name="Isosceles Triangle 373">
            <a:extLst>
              <a:ext uri="{FF2B5EF4-FFF2-40B4-BE49-F238E27FC236}">
                <a16:creationId xmlns:a16="http://schemas.microsoft.com/office/drawing/2014/main" id="{F9715E9E-EE39-EFD5-E9CC-E0DEB276E88A}"/>
              </a:ext>
            </a:extLst>
          </p:cNvPr>
          <p:cNvSpPr/>
          <p:nvPr/>
        </p:nvSpPr>
        <p:spPr>
          <a:xfrm rot="5400000">
            <a:off x="2591264" y="2335629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5" name="Isosceles Triangle 374">
            <a:extLst>
              <a:ext uri="{FF2B5EF4-FFF2-40B4-BE49-F238E27FC236}">
                <a16:creationId xmlns:a16="http://schemas.microsoft.com/office/drawing/2014/main" id="{2353CC92-EC02-3E22-2677-9BB67C91863D}"/>
              </a:ext>
            </a:extLst>
          </p:cNvPr>
          <p:cNvSpPr/>
          <p:nvPr/>
        </p:nvSpPr>
        <p:spPr>
          <a:xfrm rot="5400000">
            <a:off x="2591264" y="3913768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6" name="Isosceles Triangle 375">
            <a:extLst>
              <a:ext uri="{FF2B5EF4-FFF2-40B4-BE49-F238E27FC236}">
                <a16:creationId xmlns:a16="http://schemas.microsoft.com/office/drawing/2014/main" id="{2292DF67-C90F-4869-F000-AFE108880700}"/>
              </a:ext>
            </a:extLst>
          </p:cNvPr>
          <p:cNvSpPr/>
          <p:nvPr/>
        </p:nvSpPr>
        <p:spPr>
          <a:xfrm rot="5400000">
            <a:off x="2591264" y="5491906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88600-1FF9-DDF9-5D98-49D378AC0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898" y="5172604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CC78BE-33F1-FFB1-AD4E-0F3A05B40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898" y="3542558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3E9AAA-D10E-01BA-7FC4-81CE41A8C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898" y="1912512"/>
            <a:ext cx="457200" cy="45720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52FBBCD-402F-3AA0-B2B0-AAE4D7A26C4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473986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AC25573-AC2F-E746-62A5-1139E46359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AC25573-AC2F-E746-62A5-1139E4635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CCAC29BF-88C1-2223-5BA2-409A6562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DK"/>
              <a:t>Selected reference cases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239A252-65FF-06AA-508D-5815512A36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EF22B-241D-5237-52A0-C0D4C6965C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0B3D74DC-EF9A-7A68-1F47-EF26E8282FD5}"/>
              </a:ext>
            </a:extLst>
          </p:cNvPr>
          <p:cNvSpPr txBox="1"/>
          <p:nvPr/>
        </p:nvSpPr>
        <p:spPr>
          <a:xfrm>
            <a:off x="547688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797E021C-80A7-35FE-07EC-C7DE9A689639}"/>
              </a:ext>
            </a:extLst>
          </p:cNvPr>
          <p:cNvSpPr txBox="1"/>
          <p:nvPr/>
        </p:nvSpPr>
        <p:spPr>
          <a:xfrm>
            <a:off x="3404669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3" name="TextBox 12">
            <a:extLst>
              <a:ext uri="{FF2B5EF4-FFF2-40B4-BE49-F238E27FC236}">
                <a16:creationId xmlns:a16="http://schemas.microsoft.com/office/drawing/2014/main" id="{C01E099D-FCAC-2F06-CCFB-B4C3929B285A}"/>
              </a:ext>
            </a:extLst>
          </p:cNvPr>
          <p:cNvSpPr txBox="1"/>
          <p:nvPr/>
        </p:nvSpPr>
        <p:spPr>
          <a:xfrm>
            <a:off x="6261649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4" name="TextBox 13">
            <a:extLst>
              <a:ext uri="{FF2B5EF4-FFF2-40B4-BE49-F238E27FC236}">
                <a16:creationId xmlns:a16="http://schemas.microsoft.com/office/drawing/2014/main" id="{C427175B-2F51-2C7D-FD4D-28764AEFE769}"/>
              </a:ext>
            </a:extLst>
          </p:cNvPr>
          <p:cNvSpPr txBox="1"/>
          <p:nvPr/>
        </p:nvSpPr>
        <p:spPr>
          <a:xfrm>
            <a:off x="9118630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5" name="Pladsholder til tekst 28">
            <a:extLst>
              <a:ext uri="{FF2B5EF4-FFF2-40B4-BE49-F238E27FC236}">
                <a16:creationId xmlns:a16="http://schemas.microsoft.com/office/drawing/2014/main" id="{F8AFC14A-ED53-59A2-DCB9-CC0DEA5A3899}"/>
              </a:ext>
            </a:extLst>
          </p:cNvPr>
          <p:cNvSpPr txBox="1">
            <a:spLocks/>
          </p:cNvSpPr>
          <p:nvPr/>
        </p:nvSpPr>
        <p:spPr>
          <a:xfrm>
            <a:off x="549479" y="1795294"/>
            <a:ext cx="2514367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139303" indent="-139303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65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85738" indent="-185738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lang="en-US" sz="65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85738" indent="-185738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  <a:defRPr lang="en-US" sz="650" b="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GB" sz="894" b="1" kern="1200" cap="none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1 e.g., New strategy and roadmap]</a:t>
            </a:r>
          </a:p>
        </p:txBody>
      </p:sp>
      <p:sp>
        <p:nvSpPr>
          <p:cNvPr id="56" name="Pladsholder til tekst 28">
            <a:extLst>
              <a:ext uri="{FF2B5EF4-FFF2-40B4-BE49-F238E27FC236}">
                <a16:creationId xmlns:a16="http://schemas.microsoft.com/office/drawing/2014/main" id="{F0EBBC39-3DAD-C47F-3946-2523CA712257}"/>
              </a:ext>
            </a:extLst>
          </p:cNvPr>
          <p:cNvSpPr txBox="1">
            <a:spLocks/>
          </p:cNvSpPr>
          <p:nvPr/>
        </p:nvSpPr>
        <p:spPr>
          <a:xfrm>
            <a:off x="3404669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2]</a:t>
            </a:r>
          </a:p>
        </p:txBody>
      </p:sp>
      <p:sp>
        <p:nvSpPr>
          <p:cNvPr id="57" name="Pladsholder til tekst 28">
            <a:extLst>
              <a:ext uri="{FF2B5EF4-FFF2-40B4-BE49-F238E27FC236}">
                <a16:creationId xmlns:a16="http://schemas.microsoft.com/office/drawing/2014/main" id="{1D78210B-23B1-3BE4-8B2B-1A4C5EC54C80}"/>
              </a:ext>
            </a:extLst>
          </p:cNvPr>
          <p:cNvSpPr txBox="1">
            <a:spLocks/>
          </p:cNvSpPr>
          <p:nvPr/>
        </p:nvSpPr>
        <p:spPr>
          <a:xfrm>
            <a:off x="6261649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3]</a:t>
            </a:r>
          </a:p>
        </p:txBody>
      </p:sp>
      <p:sp>
        <p:nvSpPr>
          <p:cNvPr id="58" name="Pladsholder til tekst 28">
            <a:extLst>
              <a:ext uri="{FF2B5EF4-FFF2-40B4-BE49-F238E27FC236}">
                <a16:creationId xmlns:a16="http://schemas.microsoft.com/office/drawing/2014/main" id="{94F60142-7F6F-35DB-B76F-EE8E642BA6F6}"/>
              </a:ext>
            </a:extLst>
          </p:cNvPr>
          <p:cNvSpPr txBox="1">
            <a:spLocks/>
          </p:cNvSpPr>
          <p:nvPr/>
        </p:nvSpPr>
        <p:spPr>
          <a:xfrm>
            <a:off x="9118630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4]</a:t>
            </a:r>
          </a:p>
        </p:txBody>
      </p:sp>
      <p:cxnSp>
        <p:nvCxnSpPr>
          <p:cNvPr id="1111059" name="Straight Connector 1111058">
            <a:extLst>
              <a:ext uri="{FF2B5EF4-FFF2-40B4-BE49-F238E27FC236}">
                <a16:creationId xmlns:a16="http://schemas.microsoft.com/office/drawing/2014/main" id="{E7A3FC05-4186-21F2-D029-7E6FA92B5A3B}"/>
              </a:ext>
            </a:extLst>
          </p:cNvPr>
          <p:cNvCxnSpPr>
            <a:cxnSpLocks/>
          </p:cNvCxnSpPr>
          <p:nvPr/>
        </p:nvCxnSpPr>
        <p:spPr>
          <a:xfrm flipH="1">
            <a:off x="661420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0" name="Straight Connector 1111059">
            <a:extLst>
              <a:ext uri="{FF2B5EF4-FFF2-40B4-BE49-F238E27FC236}">
                <a16:creationId xmlns:a16="http://schemas.microsoft.com/office/drawing/2014/main" id="{08AE383B-CBF8-0EA7-AE18-414A06A2087E}"/>
              </a:ext>
            </a:extLst>
          </p:cNvPr>
          <p:cNvCxnSpPr>
            <a:cxnSpLocks/>
          </p:cNvCxnSpPr>
          <p:nvPr/>
        </p:nvCxnSpPr>
        <p:spPr>
          <a:xfrm flipH="1">
            <a:off x="3519483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1" name="Straight Connector 1111060">
            <a:extLst>
              <a:ext uri="{FF2B5EF4-FFF2-40B4-BE49-F238E27FC236}">
                <a16:creationId xmlns:a16="http://schemas.microsoft.com/office/drawing/2014/main" id="{31101FB9-7468-FF7F-B874-1D44E5EC3ACC}"/>
              </a:ext>
            </a:extLst>
          </p:cNvPr>
          <p:cNvCxnSpPr>
            <a:cxnSpLocks/>
          </p:cNvCxnSpPr>
          <p:nvPr/>
        </p:nvCxnSpPr>
        <p:spPr>
          <a:xfrm flipH="1">
            <a:off x="6383787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2" name="Straight Connector 1111061">
            <a:extLst>
              <a:ext uri="{FF2B5EF4-FFF2-40B4-BE49-F238E27FC236}">
                <a16:creationId xmlns:a16="http://schemas.microsoft.com/office/drawing/2014/main" id="{25B1C954-92AD-9854-4C2D-6D1DD8D3734F}"/>
              </a:ext>
            </a:extLst>
          </p:cNvPr>
          <p:cNvCxnSpPr>
            <a:cxnSpLocks/>
          </p:cNvCxnSpPr>
          <p:nvPr/>
        </p:nvCxnSpPr>
        <p:spPr>
          <a:xfrm flipH="1">
            <a:off x="9248091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050E55-1BB0-88B8-C2BD-AF9777BA4DC4}"/>
              </a:ext>
            </a:extLst>
          </p:cNvPr>
          <p:cNvGrpSpPr/>
          <p:nvPr/>
        </p:nvGrpSpPr>
        <p:grpSpPr>
          <a:xfrm>
            <a:off x="166860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A86116-4878-CD4C-CA8D-96DDFFE5ADFC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0" name="Triangle 19">
              <a:extLst>
                <a:ext uri="{FF2B5EF4-FFF2-40B4-BE49-F238E27FC236}">
                  <a16:creationId xmlns:a16="http://schemas.microsoft.com/office/drawing/2014/main" id="{38ED848F-6C0F-EB1A-719B-808404680675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55926D2-CB33-86AC-63F5-6A3A7CCE81D6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894B61-245E-9F0E-6BB1-EBECD402240C}"/>
              </a:ext>
            </a:extLst>
          </p:cNvPr>
          <p:cNvGrpSpPr/>
          <p:nvPr/>
        </p:nvGrpSpPr>
        <p:grpSpPr>
          <a:xfrm>
            <a:off x="452558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D319D2C-903D-90C5-BF72-05134D0B01DD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Triangle 24">
              <a:extLst>
                <a:ext uri="{FF2B5EF4-FFF2-40B4-BE49-F238E27FC236}">
                  <a16:creationId xmlns:a16="http://schemas.microsoft.com/office/drawing/2014/main" id="{7D79BAC9-9115-E283-EDF8-F19F7D5D5E0A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2CDE574-7F64-E3BC-A472-27CC02495C66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07BFC2-E75E-01C1-460D-084A2F0419F9}"/>
              </a:ext>
            </a:extLst>
          </p:cNvPr>
          <p:cNvGrpSpPr/>
          <p:nvPr/>
        </p:nvGrpSpPr>
        <p:grpSpPr>
          <a:xfrm>
            <a:off x="738256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636EB6-4649-234F-322A-99672CE47FCF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0C4BC7C1-499C-B99B-66CE-49D5F284FF81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4CFD1C-698C-FFFE-E12D-500055DC1802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382212-4317-E274-E4BB-E19EDB6EC604}"/>
              </a:ext>
            </a:extLst>
          </p:cNvPr>
          <p:cNvGrpSpPr/>
          <p:nvPr/>
        </p:nvGrpSpPr>
        <p:grpSpPr>
          <a:xfrm>
            <a:off x="10239549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0796C7D-D5EC-C6C7-75AC-3DDD7EC62E04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825124CB-14FC-864B-EC51-3A83DEE18FAD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E3E2F3-67A3-7DB2-4B98-8BC2CB0CFD9A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7DE8CE57-E3E6-22D0-9AC6-AE3A18F9D8F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9324402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61A6-81E4-3082-85AB-F97EA8F0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steps: Proposed way forward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020A-8741-D91E-6D01-FCB6DC6A06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10E95-A531-C521-15EF-654FCFFC59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A7FA7-67F8-B28A-9833-E8EF68C78FD2}"/>
              </a:ext>
            </a:extLst>
          </p:cNvPr>
          <p:cNvSpPr txBox="1"/>
          <p:nvPr/>
        </p:nvSpPr>
        <p:spPr>
          <a:xfrm>
            <a:off x="558609" y="1783585"/>
            <a:ext cx="513426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Activity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B6BEF-04A4-6087-E60C-1EAA89E189AE}"/>
              </a:ext>
            </a:extLst>
          </p:cNvPr>
          <p:cNvCxnSpPr>
            <a:cxnSpLocks/>
          </p:cNvCxnSpPr>
          <p:nvPr/>
        </p:nvCxnSpPr>
        <p:spPr>
          <a:xfrm>
            <a:off x="558609" y="2295552"/>
            <a:ext cx="513504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C97758-9CD2-3823-9174-7208229B7EC1}"/>
              </a:ext>
            </a:extLst>
          </p:cNvPr>
          <p:cNvSpPr txBox="1"/>
          <p:nvPr/>
        </p:nvSpPr>
        <p:spPr>
          <a:xfrm>
            <a:off x="10323871" y="1783585"/>
            <a:ext cx="1317266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Status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BFE195-55D5-DC89-E7F9-E6491CF76DA0}"/>
              </a:ext>
            </a:extLst>
          </p:cNvPr>
          <p:cNvCxnSpPr>
            <a:cxnSpLocks/>
          </p:cNvCxnSpPr>
          <p:nvPr/>
        </p:nvCxnSpPr>
        <p:spPr>
          <a:xfrm>
            <a:off x="10323871" y="2295552"/>
            <a:ext cx="131726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4AC856-9F67-8742-342B-7C1C7399618D}"/>
              </a:ext>
            </a:extLst>
          </p:cNvPr>
          <p:cNvSpPr txBox="1"/>
          <p:nvPr/>
        </p:nvSpPr>
        <p:spPr>
          <a:xfrm>
            <a:off x="5918883" y="1783585"/>
            <a:ext cx="2635710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Owner/participants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327C54-B9F7-4F7A-2CFF-40FE613F1E4B}"/>
              </a:ext>
            </a:extLst>
          </p:cNvPr>
          <p:cNvCxnSpPr>
            <a:cxnSpLocks/>
          </p:cNvCxnSpPr>
          <p:nvPr/>
        </p:nvCxnSpPr>
        <p:spPr>
          <a:xfrm>
            <a:off x="5919403" y="2295552"/>
            <a:ext cx="26357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08672A-8E40-27DD-DEFA-F48024154CA5}"/>
              </a:ext>
            </a:extLst>
          </p:cNvPr>
          <p:cNvSpPr txBox="1"/>
          <p:nvPr/>
        </p:nvSpPr>
        <p:spPr>
          <a:xfrm>
            <a:off x="8780599" y="1783585"/>
            <a:ext cx="1317266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By date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278A6-63E7-E7A6-8A18-5B1B6028BF5B}"/>
              </a:ext>
            </a:extLst>
          </p:cNvPr>
          <p:cNvCxnSpPr>
            <a:cxnSpLocks/>
          </p:cNvCxnSpPr>
          <p:nvPr/>
        </p:nvCxnSpPr>
        <p:spPr>
          <a:xfrm>
            <a:off x="8780859" y="2295552"/>
            <a:ext cx="131726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4E9579-FE2E-740A-8188-C169F6302C7B}"/>
              </a:ext>
            </a:extLst>
          </p:cNvPr>
          <p:cNvSpPr txBox="1"/>
          <p:nvPr/>
        </p:nvSpPr>
        <p:spPr>
          <a:xfrm>
            <a:off x="554736" y="2398862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1. [Insert activity e.g., Provide a project outline and proposal for budgeting purposes]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DA446-BEA4-5DD7-637F-ACD64FD69026}"/>
              </a:ext>
            </a:extLst>
          </p:cNvPr>
          <p:cNvSpPr txBox="1"/>
          <p:nvPr/>
        </p:nvSpPr>
        <p:spPr>
          <a:xfrm>
            <a:off x="554736" y="2969675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2. [Insert activity]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6534E7-EAFB-A1E9-CCB3-45EA5C110937}"/>
              </a:ext>
            </a:extLst>
          </p:cNvPr>
          <p:cNvSpPr txBox="1"/>
          <p:nvPr/>
        </p:nvSpPr>
        <p:spPr>
          <a:xfrm>
            <a:off x="554736" y="3540488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3. [Insert activity]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E66E73-43E2-A4AF-10BB-D16E5A600277}"/>
              </a:ext>
            </a:extLst>
          </p:cNvPr>
          <p:cNvSpPr txBox="1"/>
          <p:nvPr/>
        </p:nvSpPr>
        <p:spPr>
          <a:xfrm>
            <a:off x="554736" y="4111301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4. [Insert activity]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8C66F6-DDA3-D374-6543-5B8A3EA9A1A1}"/>
              </a:ext>
            </a:extLst>
          </p:cNvPr>
          <p:cNvSpPr txBox="1"/>
          <p:nvPr/>
        </p:nvSpPr>
        <p:spPr>
          <a:xfrm>
            <a:off x="554736" y="4682114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5. [Insert activity]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6B561-9719-BA51-CE10-A7ED74E8B103}"/>
              </a:ext>
            </a:extLst>
          </p:cNvPr>
          <p:cNvSpPr txBox="1"/>
          <p:nvPr/>
        </p:nvSpPr>
        <p:spPr>
          <a:xfrm>
            <a:off x="554736" y="5252927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6. [Insert activity]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1E3406-69D9-4B32-50EF-8B6462326461}"/>
              </a:ext>
            </a:extLst>
          </p:cNvPr>
          <p:cNvSpPr txBox="1"/>
          <p:nvPr/>
        </p:nvSpPr>
        <p:spPr>
          <a:xfrm>
            <a:off x="554736" y="5823738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7. [Insert activity e.g., Determine success criteria for project]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7AE0F4-AB7D-7666-5A36-E1CCEF5486F5}"/>
              </a:ext>
            </a:extLst>
          </p:cNvPr>
          <p:cNvSpPr txBox="1"/>
          <p:nvPr/>
        </p:nvSpPr>
        <p:spPr>
          <a:xfrm>
            <a:off x="10319998" y="2969675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CE3A5E-2915-AF85-BC30-44EF5C3B4C65}"/>
              </a:ext>
            </a:extLst>
          </p:cNvPr>
          <p:cNvSpPr txBox="1"/>
          <p:nvPr/>
        </p:nvSpPr>
        <p:spPr>
          <a:xfrm>
            <a:off x="8780599" y="2398862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B33F3-570B-9BF9-8939-781A04EC630C}"/>
              </a:ext>
            </a:extLst>
          </p:cNvPr>
          <p:cNvSpPr txBox="1"/>
          <p:nvPr/>
        </p:nvSpPr>
        <p:spPr>
          <a:xfrm>
            <a:off x="10319998" y="2398862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In progress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ADA959-6BEA-0120-A6E0-988026B18FD1}"/>
              </a:ext>
            </a:extLst>
          </p:cNvPr>
          <p:cNvSpPr txBox="1"/>
          <p:nvPr/>
        </p:nvSpPr>
        <p:spPr>
          <a:xfrm>
            <a:off x="5911137" y="2398862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 e.g. [Your company]]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F4370D-DBD8-2644-2E05-98D960AB1761}"/>
              </a:ext>
            </a:extLst>
          </p:cNvPr>
          <p:cNvSpPr txBox="1"/>
          <p:nvPr/>
        </p:nvSpPr>
        <p:spPr>
          <a:xfrm>
            <a:off x="5911137" y="2969675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EE90F-EEAF-B77E-A3B6-A8B14DD01450}"/>
              </a:ext>
            </a:extLst>
          </p:cNvPr>
          <p:cNvSpPr txBox="1"/>
          <p:nvPr/>
        </p:nvSpPr>
        <p:spPr>
          <a:xfrm>
            <a:off x="5911137" y="4111301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EAAC15-F80B-0BBA-0999-276C338C1E54}"/>
              </a:ext>
            </a:extLst>
          </p:cNvPr>
          <p:cNvSpPr txBox="1"/>
          <p:nvPr/>
        </p:nvSpPr>
        <p:spPr>
          <a:xfrm>
            <a:off x="5911137" y="4682114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FD8083-A114-DAB4-5DBE-C508F5348452}"/>
              </a:ext>
            </a:extLst>
          </p:cNvPr>
          <p:cNvSpPr txBox="1"/>
          <p:nvPr/>
        </p:nvSpPr>
        <p:spPr>
          <a:xfrm>
            <a:off x="5911137" y="5252927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44CB61-A831-B26E-9FC5-072EA7761F3F}"/>
              </a:ext>
            </a:extLst>
          </p:cNvPr>
          <p:cNvSpPr txBox="1"/>
          <p:nvPr/>
        </p:nvSpPr>
        <p:spPr>
          <a:xfrm>
            <a:off x="5911137" y="3540488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A0D2A8-0DE0-AB0F-8AB7-D7EC14671E22}"/>
              </a:ext>
            </a:extLst>
          </p:cNvPr>
          <p:cNvSpPr txBox="1"/>
          <p:nvPr/>
        </p:nvSpPr>
        <p:spPr>
          <a:xfrm>
            <a:off x="5911137" y="5823738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6AFCD7-0CCA-2DA7-4645-996CE879C0CB}"/>
              </a:ext>
            </a:extLst>
          </p:cNvPr>
          <p:cNvSpPr txBox="1"/>
          <p:nvPr/>
        </p:nvSpPr>
        <p:spPr>
          <a:xfrm>
            <a:off x="8780599" y="2969675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836A6-3F5F-0DBB-4DFD-9304A6B8D7A9}"/>
              </a:ext>
            </a:extLst>
          </p:cNvPr>
          <p:cNvSpPr txBox="1"/>
          <p:nvPr/>
        </p:nvSpPr>
        <p:spPr>
          <a:xfrm>
            <a:off x="8780599" y="354048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A0A2AB-DE5E-9B83-EF7B-69F428ED9531}"/>
              </a:ext>
            </a:extLst>
          </p:cNvPr>
          <p:cNvSpPr txBox="1"/>
          <p:nvPr/>
        </p:nvSpPr>
        <p:spPr>
          <a:xfrm>
            <a:off x="8780599" y="4111301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1594C-0193-DB36-FED4-50FDDAE89341}"/>
              </a:ext>
            </a:extLst>
          </p:cNvPr>
          <p:cNvSpPr txBox="1"/>
          <p:nvPr/>
        </p:nvSpPr>
        <p:spPr>
          <a:xfrm>
            <a:off x="8780599" y="4682114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45FC04-25D2-5E5B-66FC-C9AB1DE444B4}"/>
              </a:ext>
            </a:extLst>
          </p:cNvPr>
          <p:cNvSpPr txBox="1"/>
          <p:nvPr/>
        </p:nvSpPr>
        <p:spPr>
          <a:xfrm>
            <a:off x="8780599" y="5252927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175586-77B2-02A8-6226-EC099D6E4F05}"/>
              </a:ext>
            </a:extLst>
          </p:cNvPr>
          <p:cNvSpPr txBox="1"/>
          <p:nvPr/>
        </p:nvSpPr>
        <p:spPr>
          <a:xfrm>
            <a:off x="8780599" y="582373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D582D4-72DF-8BA9-7B35-F295758F3942}"/>
              </a:ext>
            </a:extLst>
          </p:cNvPr>
          <p:cNvSpPr txBox="1"/>
          <p:nvPr/>
        </p:nvSpPr>
        <p:spPr>
          <a:xfrm>
            <a:off x="8696960" y="23876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8F931-3215-497F-4C80-A2C438DB99D5}"/>
              </a:ext>
            </a:extLst>
          </p:cNvPr>
          <p:cNvSpPr txBox="1"/>
          <p:nvPr/>
        </p:nvSpPr>
        <p:spPr>
          <a:xfrm>
            <a:off x="10319998" y="354048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8D0270-E56B-8111-B23E-9F28EFF6F053}"/>
              </a:ext>
            </a:extLst>
          </p:cNvPr>
          <p:cNvSpPr txBox="1"/>
          <p:nvPr/>
        </p:nvSpPr>
        <p:spPr>
          <a:xfrm>
            <a:off x="10319998" y="4111301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E1EE82-B8DA-9A62-3C95-8B9D9066C9B1}"/>
              </a:ext>
            </a:extLst>
          </p:cNvPr>
          <p:cNvSpPr txBox="1"/>
          <p:nvPr/>
        </p:nvSpPr>
        <p:spPr>
          <a:xfrm>
            <a:off x="10319998" y="4682114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9FFF92-2B0C-D3E3-5247-13FD6CCE14E2}"/>
              </a:ext>
            </a:extLst>
          </p:cNvPr>
          <p:cNvSpPr txBox="1"/>
          <p:nvPr/>
        </p:nvSpPr>
        <p:spPr>
          <a:xfrm>
            <a:off x="10319998" y="5252927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40BB2C-91B8-A3CB-4D07-E2F770D287AC}"/>
              </a:ext>
            </a:extLst>
          </p:cNvPr>
          <p:cNvSpPr txBox="1"/>
          <p:nvPr/>
        </p:nvSpPr>
        <p:spPr>
          <a:xfrm>
            <a:off x="10319998" y="582373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9" name="Google Shape;507;p14">
            <a:extLst>
              <a:ext uri="{FF2B5EF4-FFF2-40B4-BE49-F238E27FC236}">
                <a16:creationId xmlns:a16="http://schemas.microsoft.com/office/drawing/2014/main" id="{60EBFFB6-9CB1-5484-6805-5FBF9852D73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4636434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[name]@gheennoyesadvisory.com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[Contact name], [Title]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166B1-5150-EEE1-B625-BE6A33CCA4D9}"/>
              </a:ext>
            </a:extLst>
          </p:cNvPr>
          <p:cNvSpPr txBox="1"/>
          <p:nvPr/>
        </p:nvSpPr>
        <p:spPr>
          <a:xfrm>
            <a:off x="5056496" y="53976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0D94B-BA0B-89F8-1EEC-DCF94F26CA94}"/>
              </a:ext>
            </a:extLst>
          </p:cNvPr>
          <p:cNvSpPr txBox="1"/>
          <p:nvPr/>
        </p:nvSpPr>
        <p:spPr>
          <a:xfrm>
            <a:off x="7001301" y="300250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"/>
  <p:tag name="GNA_TEMPLATE_VERSION" val="1.0.0"/>
</p:tagLst>
</file>

<file path=ppt/tags/gna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"/>
  <p:tag name="GNA_TEMPLATE_VERSION" val="1.0.0"/>
</p:tagLst>
</file>

<file path=ppt/tags/gna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3"/>
  <p:tag name="GNA_TEMPLATE_VERSION" val="1.0.0"/>
</p:tagLst>
</file>

<file path=ppt/tags/gna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6"/>
  <p:tag name="GNA_TEMPLATE_VERSION" val="1.0.0"/>
</p:tagLst>
</file>

<file path=ppt/tags/gna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7"/>
  <p:tag name="GNA_TEMPLATE_VERSION" val="1.0.0"/>
</p:tagLst>
</file>

<file path=ppt/tags/gna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6"/>
  <p:tag name="GNA_TEMPLATE_VERSION" val="1.0.0"/>
</p:tagLst>
</file>

<file path=ppt/tags/gna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8"/>
  <p:tag name="GNA_TEMPLATE_VERSION" val="1.0.0"/>
</p:tagLst>
</file>

<file path=ppt/tags/gna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9"/>
  <p:tag name="GNA_TEMPLATE_VERSION" val="1.0.0"/>
</p:tagLst>
</file>

<file path=ppt/tags/gna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0"/>
  <p:tag name="GNA_TEMPLATE_VERSION" val="1.0.0"/>
</p:tagLst>
</file>

<file path=ppt/tags/gna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8"/>
  <p:tag name="GNA_TEMPLATE_VERSION" val="1.0.0"/>
</p:tagLst>
</file>

<file path=ppt/tags/gna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0"/>
  <p:tag name="GNA_TEMPLATE_VERSION" val="1.0.0"/>
</p:tagLst>
</file>

<file path=ppt/tags/gna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3"/>
  <p:tag name="GNA_TEMPLATE_VERSION" val="1.0.0"/>
</p:tagLst>
</file>

<file path=ppt/tags/gna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4"/>
  <p:tag name="GNA_TEMPLATE_VERSION" val="1.0.0"/>
</p:tagLst>
</file>

<file path=ppt/tags/gna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1"/>
  <p:tag name="GNA_TEMPLATE_VERSION" val="1.0.0"/>
</p:tagLst>
</file>

<file path=ppt/tags/gna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15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