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30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98" r:id="rId10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10" Type="http://schemas.openxmlformats.org/officeDocument/2006/relationships/slide" Target="slides/slide6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Google Shape;1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399338"/>
      </p:ext>
    </p:extLst>
  </p:cSld>
  <p:clrMapOvr>
    <a:masterClrMapping/>
  </p:clrMapOvr>
</p:note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8.xml"/></Relationships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NA wave" descr="Decorative wave"/>
          <p:cNvPicPr>
            <a:picLocks noChangeAspect="1"/>
          </p:cNvPicPr>
          <p:nvPr userDrawn="1"/>
        </p:nvPicPr>
        <p:blipFill>
          <a:blip r:embed="rId3"/>
          <a:srcRect l="10714" b="8928"/>
          <a:stretch>
            <a:fillRect/>
          </a:stretch>
        </p:blipFill>
        <p:spPr>
          <a:xfrm>
            <a:off x="0" y="2194560"/>
            <a:ext cx="4571999" cy="4663440"/>
          </a:xfrm>
          <a:prstGeom prst="rect">
            <a:avLst/>
          </a:prstGeom>
        </p:spPr>
      </p:pic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613804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1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Gna1" Type="http://schemas.openxmlformats.org/officeDocument/2006/relationships/tags" Target="../tags/gnatag1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500"/>
              <a:buFont typeface="Georgia"/>
              <a:buNone/>
            </a:pPr>
            <a:r>
              <a:rPr lang="en-US"/>
              <a:t>Content</a:t>
            </a:r>
          </a:p>
        </p:txBody>
      </p:sp>
      <p:sp>
        <p:nvSpPr>
          <p:cNvPr id="194" name="Google Shape;194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[Insert section]</a:t>
            </a:r>
          </a:p>
        </p:txBody>
      </p:sp>
      <p:sp>
        <p:nvSpPr>
          <p:cNvPr id="195" name="Google Shape;195;p2"/>
          <p:cNvSpPr/>
          <p:nvPr/>
        </p:nvSpPr>
        <p:spPr>
          <a:xfrm>
            <a:off x="4991582" y="1674759"/>
            <a:ext cx="324000" cy="324000"/>
          </a:xfrm>
          <a:prstGeom prst="ellipse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>
                <a:solidFill>
                  <a:schemeClr val="bg1"/>
                </a:solidFill>
                <a:latin typeface="+mn-lt"/>
                <a:ea typeface="Arial"/>
                <a:cs typeface="Arial"/>
                <a:sym typeface="Arial"/>
              </a:rPr>
              <a:t>1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4991582" y="2116227"/>
            <a:ext cx="324000" cy="324000"/>
          </a:xfrm>
          <a:prstGeom prst="ellipse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 dirty="0">
                <a:solidFill>
                  <a:schemeClr val="bg1"/>
                </a:solidFill>
                <a:latin typeface="+mn-lt"/>
                <a:ea typeface="Arial"/>
                <a:cs typeface="Arial"/>
                <a:sym typeface="Arial"/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7" name="Google Shape;197;p2"/>
          <p:cNvSpPr/>
          <p:nvPr/>
        </p:nvSpPr>
        <p:spPr>
          <a:xfrm>
            <a:off x="4991582" y="2557695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>
                <a:solidFill>
                  <a:schemeClr val="bg1"/>
                </a:solidFill>
                <a:latin typeface="+mn-lt"/>
                <a:ea typeface="Arial"/>
                <a:cs typeface="Arial"/>
                <a:sym typeface="Arial"/>
              </a:rPr>
              <a:t>3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4991582" y="3440631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 dirty="0">
                <a:solidFill>
                  <a:schemeClr val="bg1"/>
                </a:solidFill>
                <a:latin typeface="+mn-lt"/>
                <a:ea typeface="Arial"/>
                <a:cs typeface="Arial"/>
                <a:sym typeface="Arial"/>
              </a:rPr>
              <a:t>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4991582" y="3882099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 dirty="0">
                <a:solidFill>
                  <a:schemeClr val="bg1"/>
                </a:solidFill>
                <a:latin typeface="+mn-lt"/>
                <a:ea typeface="Arial"/>
                <a:cs typeface="Arial"/>
                <a:sym typeface="Arial"/>
              </a:rPr>
              <a:t>6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" name="Google Shape;199;p2">
            <a:extLst>
              <a:ext uri="{FF2B5EF4-FFF2-40B4-BE49-F238E27FC236}">
                <a16:creationId xmlns:a16="http://schemas.microsoft.com/office/drawing/2014/main" id="{ECC4DE19-3818-D141-BE24-765A9967FB50}"/>
              </a:ext>
            </a:extLst>
          </p:cNvPr>
          <p:cNvSpPr/>
          <p:nvPr/>
        </p:nvSpPr>
        <p:spPr>
          <a:xfrm>
            <a:off x="4991582" y="4323567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 dirty="0">
                <a:solidFill>
                  <a:schemeClr val="bg1"/>
                </a:solidFill>
                <a:latin typeface="+mn-lt"/>
                <a:ea typeface="Arial"/>
                <a:cs typeface="Arial"/>
                <a:sym typeface="Arial"/>
              </a:rPr>
              <a:t>7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Google Shape;199;p2">
            <a:extLst>
              <a:ext uri="{FF2B5EF4-FFF2-40B4-BE49-F238E27FC236}">
                <a16:creationId xmlns:a16="http://schemas.microsoft.com/office/drawing/2014/main" id="{293D19F5-12E3-BD3B-3BD7-4522AEA37C9C}"/>
              </a:ext>
            </a:extLst>
          </p:cNvPr>
          <p:cNvSpPr/>
          <p:nvPr/>
        </p:nvSpPr>
        <p:spPr>
          <a:xfrm>
            <a:off x="4991582" y="5206500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 dirty="0">
                <a:solidFill>
                  <a:schemeClr val="bg1"/>
                </a:solidFill>
                <a:latin typeface="+mn-lt"/>
                <a:ea typeface="Arial"/>
                <a:cs typeface="Arial"/>
                <a:sym typeface="Arial"/>
              </a:rPr>
              <a:t>9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Google Shape;199;p2">
            <a:extLst>
              <a:ext uri="{FF2B5EF4-FFF2-40B4-BE49-F238E27FC236}">
                <a16:creationId xmlns:a16="http://schemas.microsoft.com/office/drawing/2014/main" id="{FA185C6D-0B47-1ABC-B000-0870164F805E}"/>
              </a:ext>
            </a:extLst>
          </p:cNvPr>
          <p:cNvSpPr/>
          <p:nvPr/>
        </p:nvSpPr>
        <p:spPr>
          <a:xfrm>
            <a:off x="4991582" y="4765035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 dirty="0">
                <a:solidFill>
                  <a:schemeClr val="bg1"/>
                </a:solidFill>
                <a:latin typeface="+mn-lt"/>
                <a:ea typeface="Arial"/>
                <a:cs typeface="Arial"/>
                <a:sym typeface="Arial"/>
              </a:rPr>
              <a:t>8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97;p2">
            <a:extLst>
              <a:ext uri="{FF2B5EF4-FFF2-40B4-BE49-F238E27FC236}">
                <a16:creationId xmlns:a16="http://schemas.microsoft.com/office/drawing/2014/main" id="{3B199066-DED2-06B8-AA2C-B681A44E7A5B}"/>
              </a:ext>
            </a:extLst>
          </p:cNvPr>
          <p:cNvSpPr/>
          <p:nvPr/>
        </p:nvSpPr>
        <p:spPr>
          <a:xfrm>
            <a:off x="4991582" y="2999163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 dirty="0">
                <a:solidFill>
                  <a:schemeClr val="bg1"/>
                </a:solidFill>
                <a:latin typeface="+mn-lt"/>
                <a:ea typeface="Arial"/>
                <a:cs typeface="Arial"/>
                <a:sym typeface="Arial"/>
              </a:rPr>
              <a:t>4</a:t>
            </a:r>
            <a:endParaRPr dirty="0">
              <a:solidFill>
                <a:schemeClr val="bg1"/>
              </a:solidFill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643194968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