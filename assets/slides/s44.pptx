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554" r:id="rId4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48" Type="http://schemas.openxmlformats.org/officeDocument/2006/relationships/slide" Target="slides/slide44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44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220402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4.xml.rels><?xml version="1.0" encoding="UTF-8" standalone="yes"?>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tiff"/><Relationship Id="rId4" Type="http://schemas.openxmlformats.org/officeDocument/2006/relationships/image" Target="../media/image31.tiff"/><Relationship Id="rIdGna1" Type="http://schemas.openxmlformats.org/officeDocument/2006/relationships/tags" Target="../tags/gnatag1.xml"/></Relationships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[Three key strategic areas slide / Insert action title]</a:t>
            </a:r>
            <a:endParaRPr lang="en-DK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2AD33D8-75C6-2A7C-4423-800257EFD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BD8888-0BAC-E324-B28C-9E3717D2D6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879B90-B394-264D-A9A4-AFA2655752C8}"/>
              </a:ext>
            </a:extLst>
          </p:cNvPr>
          <p:cNvSpPr/>
          <p:nvPr/>
        </p:nvSpPr>
        <p:spPr>
          <a:xfrm>
            <a:off x="1112382" y="4012965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[Area/strategic pillar 1]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[Short description of area/pillar etc. Ideally kept at 3-4 four lines of text]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19B209-6BEC-C240-B81E-F0F8237BD514}"/>
              </a:ext>
            </a:extLst>
          </p:cNvPr>
          <p:cNvSpPr/>
          <p:nvPr/>
        </p:nvSpPr>
        <p:spPr>
          <a:xfrm>
            <a:off x="4756268" y="4012965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[Area/strategic pillar 2]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[Short description of area/pillar etc. Ideally kept at 3-4 four lines of text]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B6E2693-5D2B-E348-84B3-4E2A8EED6436}"/>
              </a:ext>
            </a:extLst>
          </p:cNvPr>
          <p:cNvSpPr/>
          <p:nvPr/>
        </p:nvSpPr>
        <p:spPr>
          <a:xfrm>
            <a:off x="8400154" y="4012965"/>
            <a:ext cx="2596406" cy="1723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[Area/strategic pillar 3]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[Short description of area/pillar etc. Ideally kept at 3-4 four lines of text]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C47664F-B1EA-DA46-B633-60042D41A20F}"/>
              </a:ext>
            </a:extLst>
          </p:cNvPr>
          <p:cNvSpPr>
            <a:spLocks noChangeAspect="1"/>
          </p:cNvSpPr>
          <p:nvPr/>
        </p:nvSpPr>
        <p:spPr>
          <a:xfrm>
            <a:off x="1780585" y="2386994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35E1A02-74DC-C54B-B04E-9E6F6C69D1E0}"/>
              </a:ext>
            </a:extLst>
          </p:cNvPr>
          <p:cNvSpPr>
            <a:spLocks noChangeAspect="1"/>
          </p:cNvSpPr>
          <p:nvPr/>
        </p:nvSpPr>
        <p:spPr>
          <a:xfrm>
            <a:off x="5424471" y="2386994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608764-C16E-9C45-AE7F-702C61403095}"/>
              </a:ext>
            </a:extLst>
          </p:cNvPr>
          <p:cNvSpPr>
            <a:spLocks noChangeAspect="1"/>
          </p:cNvSpPr>
          <p:nvPr/>
        </p:nvSpPr>
        <p:spPr>
          <a:xfrm>
            <a:off x="9068357" y="2386994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95C7617-1826-1549-9DBB-32AAD2345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002" y="2713525"/>
            <a:ext cx="606938" cy="606938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4B2ECCA-C40A-B64C-BAE2-5AC31F550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385" y="2712794"/>
            <a:ext cx="608400" cy="608400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7D59927-8770-CE4A-9255-D9C42097E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4157" y="2712794"/>
            <a:ext cx="608400" cy="608400"/>
          </a:xfrm>
          <a:prstGeom prst="rect">
            <a:avLst/>
          </a:prstGeom>
          <a:ln>
            <a:noFill/>
          </a:ln>
        </p:spPr>
      </p:pic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45F93DD3-D9E4-15CE-6A11-909B6E8700C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59DCFFFC-B135-5C0A-02EF-2865A13CC960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08098945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