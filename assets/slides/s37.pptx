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210" r:id="rId41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7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1.xml"/><Relationship Id="rId4" Type="http://schemas.openxmlformats.org/officeDocument/2006/relationships/image" Target="../media/image29.emf"/><Relationship Id="rIdGna1" Type="http://schemas.openxmlformats.org/officeDocument/2006/relationships/tags" Target="../tags/gnatag1.xml"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EB42FF8-7A1A-E9B9-33B9-3D1BBFB681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EB42FF8-7A1A-E9B9-33B9-3D1BBFB68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A72EFAB-E6CF-63FF-13EF-B0619732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[Option evaluation slide for build vs. buy (or other dimensions) / Insert action title]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313F9-BBD6-989B-58AA-9F2819622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427302B-61F7-E032-C368-1D2FE8AB94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C5268-91F1-2733-F67B-CF66E839A47C}"/>
              </a:ext>
            </a:extLst>
          </p:cNvPr>
          <p:cNvSpPr/>
          <p:nvPr/>
        </p:nvSpPr>
        <p:spPr>
          <a:xfrm>
            <a:off x="554736" y="2049991"/>
            <a:ext cx="2523744" cy="42045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tx1"/>
                </a:solidFill>
              </a:rPr>
              <a:t>[Insert area 1]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6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6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considerations]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considerations]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E58FD7-47F3-DD12-D5CF-AC7D8548A4E6}"/>
              </a:ext>
            </a:extLst>
          </p:cNvPr>
          <p:cNvSpPr/>
          <p:nvPr/>
        </p:nvSpPr>
        <p:spPr>
          <a:xfrm>
            <a:off x="3407664" y="2049991"/>
            <a:ext cx="2523744" cy="42045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tx1"/>
                </a:solidFill>
              </a:rPr>
              <a:t>[Insert area 2]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considerations]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considerations]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2E104A-872D-940D-BDD0-ABA42368FA9B}"/>
              </a:ext>
            </a:extLst>
          </p:cNvPr>
          <p:cNvSpPr/>
          <p:nvPr/>
        </p:nvSpPr>
        <p:spPr>
          <a:xfrm>
            <a:off x="6260592" y="2049991"/>
            <a:ext cx="2523744" cy="42045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tx1"/>
                </a:solidFill>
              </a:rPr>
              <a:t>[Insert area 3]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considerations]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considerations]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346652-DF9F-D693-44F4-0CF3EA8D3D9E}"/>
              </a:ext>
            </a:extLst>
          </p:cNvPr>
          <p:cNvSpPr/>
          <p:nvPr/>
        </p:nvSpPr>
        <p:spPr>
          <a:xfrm>
            <a:off x="9113520" y="2049991"/>
            <a:ext cx="2523744" cy="420459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b="1" dirty="0">
                <a:solidFill>
                  <a:schemeClr val="tx1"/>
                </a:solidFill>
              </a:rPr>
              <a:t>[Insert area 4]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considerations]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[Insert considerations]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0A9D8C-F87B-250B-44A0-105F412A62E1}"/>
              </a:ext>
            </a:extLst>
          </p:cNvPr>
          <p:cNvSpPr txBox="1"/>
          <p:nvPr/>
        </p:nvSpPr>
        <p:spPr>
          <a:xfrm>
            <a:off x="672531" y="2703702"/>
            <a:ext cx="584800" cy="22167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4572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Build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BBEE9-7735-1D6D-98D6-EEEA2BB7A5D5}"/>
              </a:ext>
            </a:extLst>
          </p:cNvPr>
          <p:cNvSpPr txBox="1"/>
          <p:nvPr/>
        </p:nvSpPr>
        <p:spPr>
          <a:xfrm>
            <a:off x="2375469" y="2703702"/>
            <a:ext cx="585216" cy="22167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4572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Buy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B3D00B-5333-80EC-1E25-F636F87582EF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257331" y="2814538"/>
            <a:ext cx="1118138" cy="0"/>
          </a:xfrm>
          <a:prstGeom prst="straightConnector1">
            <a:avLst/>
          </a:prstGeom>
          <a:ln w="25400" cap="sq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0A30413-F255-A577-8533-97E614D189CC}"/>
              </a:ext>
            </a:extLst>
          </p:cNvPr>
          <p:cNvSpPr/>
          <p:nvPr/>
        </p:nvSpPr>
        <p:spPr>
          <a:xfrm>
            <a:off x="1495075" y="2723098"/>
            <a:ext cx="182880" cy="18288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0DAECE-67BF-C137-7C1C-02FC6CE1B559}"/>
              </a:ext>
            </a:extLst>
          </p:cNvPr>
          <p:cNvCxnSpPr>
            <a:cxnSpLocks/>
          </p:cNvCxnSpPr>
          <p:nvPr/>
        </p:nvCxnSpPr>
        <p:spPr>
          <a:xfrm>
            <a:off x="672531" y="5328745"/>
            <a:ext cx="2288154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8B716F0-C4FE-FF15-1943-381AD528F296}"/>
              </a:ext>
            </a:extLst>
          </p:cNvPr>
          <p:cNvSpPr txBox="1"/>
          <p:nvPr/>
        </p:nvSpPr>
        <p:spPr>
          <a:xfrm>
            <a:off x="672531" y="5415280"/>
            <a:ext cx="1005424" cy="2434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Options: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9FE36A-028D-3AA1-572E-A040372B792E}"/>
              </a:ext>
            </a:extLst>
          </p:cNvPr>
          <p:cNvSpPr/>
          <p:nvPr/>
        </p:nvSpPr>
        <p:spPr>
          <a:xfrm>
            <a:off x="843930" y="5704450"/>
            <a:ext cx="1944939" cy="448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logos]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E581E7-5131-6140-3295-307799023D38}"/>
              </a:ext>
            </a:extLst>
          </p:cNvPr>
          <p:cNvCxnSpPr>
            <a:cxnSpLocks/>
          </p:cNvCxnSpPr>
          <p:nvPr/>
        </p:nvCxnSpPr>
        <p:spPr>
          <a:xfrm>
            <a:off x="3525459" y="5328745"/>
            <a:ext cx="2288154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01602DD-BC7D-2627-1F97-78158D164005}"/>
              </a:ext>
            </a:extLst>
          </p:cNvPr>
          <p:cNvSpPr txBox="1"/>
          <p:nvPr/>
        </p:nvSpPr>
        <p:spPr>
          <a:xfrm>
            <a:off x="3525459" y="5415280"/>
            <a:ext cx="1005424" cy="2434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Options: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0D3210-C99D-9923-8ED4-B967FAF78092}"/>
              </a:ext>
            </a:extLst>
          </p:cNvPr>
          <p:cNvSpPr/>
          <p:nvPr/>
        </p:nvSpPr>
        <p:spPr>
          <a:xfrm>
            <a:off x="3696858" y="5704450"/>
            <a:ext cx="1944939" cy="448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377630B-E227-C4D5-657A-C7658B3C2088}"/>
              </a:ext>
            </a:extLst>
          </p:cNvPr>
          <p:cNvCxnSpPr>
            <a:cxnSpLocks/>
          </p:cNvCxnSpPr>
          <p:nvPr/>
        </p:nvCxnSpPr>
        <p:spPr>
          <a:xfrm>
            <a:off x="6378387" y="5328745"/>
            <a:ext cx="2288154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A6E5266-E028-1253-6D30-1C8D9663A0EF}"/>
              </a:ext>
            </a:extLst>
          </p:cNvPr>
          <p:cNvSpPr txBox="1"/>
          <p:nvPr/>
        </p:nvSpPr>
        <p:spPr>
          <a:xfrm>
            <a:off x="6378387" y="5415280"/>
            <a:ext cx="1005424" cy="2434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Options: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3F46C6-87CF-267F-610A-8E98929A2C95}"/>
              </a:ext>
            </a:extLst>
          </p:cNvPr>
          <p:cNvSpPr/>
          <p:nvPr/>
        </p:nvSpPr>
        <p:spPr>
          <a:xfrm>
            <a:off x="6549786" y="5704450"/>
            <a:ext cx="1944939" cy="448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logos]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B646BDC-B22C-8FA7-991D-53C9AEAD7F47}"/>
              </a:ext>
            </a:extLst>
          </p:cNvPr>
          <p:cNvCxnSpPr>
            <a:cxnSpLocks/>
          </p:cNvCxnSpPr>
          <p:nvPr/>
        </p:nvCxnSpPr>
        <p:spPr>
          <a:xfrm>
            <a:off x="9231315" y="5328745"/>
            <a:ext cx="2288154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2557325-A1E0-6D3A-4978-AB7832DF32EF}"/>
              </a:ext>
            </a:extLst>
          </p:cNvPr>
          <p:cNvSpPr txBox="1"/>
          <p:nvPr/>
        </p:nvSpPr>
        <p:spPr>
          <a:xfrm>
            <a:off x="9231315" y="5415280"/>
            <a:ext cx="1005424" cy="24344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Options: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2635AE-51C5-660C-4001-BC1C8C797684}"/>
              </a:ext>
            </a:extLst>
          </p:cNvPr>
          <p:cNvSpPr/>
          <p:nvPr/>
        </p:nvSpPr>
        <p:spPr>
          <a:xfrm>
            <a:off x="9402714" y="5704450"/>
            <a:ext cx="1944939" cy="448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logos]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657BBC-DECF-FBBB-9CCF-8577F83D9C1C}"/>
              </a:ext>
            </a:extLst>
          </p:cNvPr>
          <p:cNvSpPr txBox="1"/>
          <p:nvPr/>
        </p:nvSpPr>
        <p:spPr>
          <a:xfrm>
            <a:off x="3525459" y="2703702"/>
            <a:ext cx="584800" cy="22167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4572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Build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73AF94-7CB4-1F97-6260-31B31F6B4FCC}"/>
              </a:ext>
            </a:extLst>
          </p:cNvPr>
          <p:cNvSpPr txBox="1"/>
          <p:nvPr/>
        </p:nvSpPr>
        <p:spPr>
          <a:xfrm>
            <a:off x="5228397" y="2703702"/>
            <a:ext cx="585216" cy="22167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4572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Buy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CA390BC-F520-4C59-DB95-AD1D3F6AF45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4110259" y="2814538"/>
            <a:ext cx="1118138" cy="0"/>
          </a:xfrm>
          <a:prstGeom prst="straightConnector1">
            <a:avLst/>
          </a:prstGeom>
          <a:ln w="25400" cap="sq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0C21C1C4-02C3-2F97-55D3-9AB9D1B54EE9}"/>
              </a:ext>
            </a:extLst>
          </p:cNvPr>
          <p:cNvSpPr/>
          <p:nvPr/>
        </p:nvSpPr>
        <p:spPr>
          <a:xfrm>
            <a:off x="4726692" y="2723098"/>
            <a:ext cx="182880" cy="18288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33062B-ABB8-9D5D-DA46-CA84D529978B}"/>
              </a:ext>
            </a:extLst>
          </p:cNvPr>
          <p:cNvSpPr txBox="1"/>
          <p:nvPr/>
        </p:nvSpPr>
        <p:spPr>
          <a:xfrm>
            <a:off x="6378387" y="2703702"/>
            <a:ext cx="584800" cy="22167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4572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Build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20B207-FAF9-E1A0-5FD7-80781A07A10A}"/>
              </a:ext>
            </a:extLst>
          </p:cNvPr>
          <p:cNvSpPr txBox="1"/>
          <p:nvPr/>
        </p:nvSpPr>
        <p:spPr>
          <a:xfrm>
            <a:off x="8081325" y="2703702"/>
            <a:ext cx="585216" cy="22167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4572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Buy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84C1A8A-2202-CFCE-BC19-5C9464EAFE98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963187" y="2814538"/>
            <a:ext cx="1118138" cy="0"/>
          </a:xfrm>
          <a:prstGeom prst="straightConnector1">
            <a:avLst/>
          </a:prstGeom>
          <a:ln w="25400" cap="sq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B5992792-F21F-5F8A-E2CF-0FE68A3D8ADA}"/>
              </a:ext>
            </a:extLst>
          </p:cNvPr>
          <p:cNvSpPr/>
          <p:nvPr/>
        </p:nvSpPr>
        <p:spPr>
          <a:xfrm>
            <a:off x="7108568" y="2723098"/>
            <a:ext cx="182880" cy="18288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F914616-A58A-E7C6-B73B-15EF39C074EA}"/>
              </a:ext>
            </a:extLst>
          </p:cNvPr>
          <p:cNvSpPr txBox="1"/>
          <p:nvPr/>
        </p:nvSpPr>
        <p:spPr>
          <a:xfrm>
            <a:off x="9231315" y="2703702"/>
            <a:ext cx="584800" cy="22167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45720" bIns="0" rtlCol="0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Build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0F78E9-B91A-F607-C5EA-0D655EF1B57D}"/>
              </a:ext>
            </a:extLst>
          </p:cNvPr>
          <p:cNvSpPr txBox="1"/>
          <p:nvPr/>
        </p:nvSpPr>
        <p:spPr>
          <a:xfrm>
            <a:off x="10934253" y="2703702"/>
            <a:ext cx="585216" cy="22167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4572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/>
              <a:t>Buy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0645029-0961-49AD-AFE2-47ED36331F06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9816115" y="2814538"/>
            <a:ext cx="1118138" cy="0"/>
          </a:xfrm>
          <a:prstGeom prst="straightConnector1">
            <a:avLst/>
          </a:prstGeom>
          <a:ln w="25400" cap="sq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4B174AC-BF0A-BE3E-3984-27A9943565FA}"/>
              </a:ext>
            </a:extLst>
          </p:cNvPr>
          <p:cNvSpPr/>
          <p:nvPr/>
        </p:nvSpPr>
        <p:spPr>
          <a:xfrm>
            <a:off x="10053859" y="2723098"/>
            <a:ext cx="182880" cy="182880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6" name="Footer Placeholder 2">
            <a:extLst>
              <a:ext uri="{FF2B5EF4-FFF2-40B4-BE49-F238E27FC236}">
                <a16:creationId xmlns:a16="http://schemas.microsoft.com/office/drawing/2014/main" id="{3FAED5F6-6AE0-3CFF-95DD-6FE40D2F0372}"/>
              </a:ext>
            </a:extLst>
          </p:cNvPr>
          <p:cNvSpPr txBox="1">
            <a:spLocks/>
          </p:cNvSpPr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r" defTabSz="914400" rtl="0" eaLnBrk="1" latinLnBrk="0" hangingPunct="1">
              <a:defRPr sz="900" kern="1200">
                <a:solidFill>
                  <a:srgbClr val="025043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xx</a:t>
            </a:r>
            <a:endParaRPr kumimoji="0" lang="en-DK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096669133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7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