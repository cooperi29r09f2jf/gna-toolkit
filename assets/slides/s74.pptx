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5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3420" r:id="rId78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78" Type="http://schemas.openxmlformats.org/officeDocument/2006/relationships/slide" Target="slides/slide74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74.xml.rels><?xml version="1.0" encoding="UTF-8" standalone="yes"?>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9.xml"/><Relationship Id="rId4" Type="http://schemas.openxmlformats.org/officeDocument/2006/relationships/image" Target="../media/image60.emf"/><Relationship Id="rIdGna1" Type="http://schemas.openxmlformats.org/officeDocument/2006/relationships/tags" Target="../tags/gnatag1.xml"/></Relationships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3AC25573-AC2F-E746-62A5-1139E463599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3AC25573-AC2F-E746-62A5-1139E46359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 7">
            <a:extLst>
              <a:ext uri="{FF2B5EF4-FFF2-40B4-BE49-F238E27FC236}">
                <a16:creationId xmlns:a16="http://schemas.microsoft.com/office/drawing/2014/main" id="{CCAC29BF-88C1-2223-5BA2-409A6562E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DK"/>
              <a:t>Selected reference cases</a:t>
            </a:r>
            <a:endParaRPr lang="en-US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239A252-65FF-06AA-508D-5815512A36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2EF22B-241D-5237-52A0-C0D4C6965C2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0B3D74DC-EF9A-7A68-1F47-EF26E8282FD5}"/>
              </a:ext>
            </a:extLst>
          </p:cNvPr>
          <p:cNvSpPr txBox="1"/>
          <p:nvPr/>
        </p:nvSpPr>
        <p:spPr>
          <a:xfrm>
            <a:off x="547688" y="2529515"/>
            <a:ext cx="2516158" cy="368078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prstDash val="sysDash"/>
          </a:ln>
        </p:spPr>
        <p:txBody>
          <a:bodyPr wrap="square" lIns="108000" tIns="108000" rIns="108000" bIns="10800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dirty="0">
                <a:latin typeface="+mn-lt"/>
              </a:rPr>
              <a:t>Project summary: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[Insert short description of case, highlighting elements relevant for proposed project]</a:t>
            </a: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lang="en-GB" sz="1200" dirty="0">
              <a:latin typeface="+mn-lt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lang="en-GB" sz="1200" dirty="0"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b="1" dirty="0"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b="1" dirty="0"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b="1" dirty="0"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dirty="0">
                <a:latin typeface="+mn-lt"/>
              </a:rPr>
              <a:t>Main outcomes: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[Insert short description of main results/impact/outcome from project]</a:t>
            </a:r>
          </a:p>
        </p:txBody>
      </p:sp>
      <p:sp>
        <p:nvSpPr>
          <p:cNvPr id="45" name="TextBox 11">
            <a:extLst>
              <a:ext uri="{FF2B5EF4-FFF2-40B4-BE49-F238E27FC236}">
                <a16:creationId xmlns:a16="http://schemas.microsoft.com/office/drawing/2014/main" id="{797E021C-80A7-35FE-07EC-C7DE9A689639}"/>
              </a:ext>
            </a:extLst>
          </p:cNvPr>
          <p:cNvSpPr txBox="1"/>
          <p:nvPr/>
        </p:nvSpPr>
        <p:spPr>
          <a:xfrm>
            <a:off x="3404669" y="2529515"/>
            <a:ext cx="2516158" cy="368078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prstDash val="sysDash"/>
          </a:ln>
        </p:spPr>
        <p:txBody>
          <a:bodyPr wrap="square" lIns="108000" tIns="108000" rIns="108000" bIns="10800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latin typeface="+mn-lt"/>
              </a:rPr>
              <a:t>Project summary: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[Insert short description of case, highlighting elements relevant for proposed project]</a:t>
            </a: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lang="en-GB" sz="1200">
              <a:latin typeface="+mn-lt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lang="en-GB" sz="1200"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b="1"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b="1"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b="1"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latin typeface="+mn-lt"/>
              </a:rPr>
              <a:t>Main outcomes: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[Insert short description of main results/impact/outcome from project]</a:t>
            </a:r>
          </a:p>
        </p:txBody>
      </p:sp>
      <p:sp>
        <p:nvSpPr>
          <p:cNvPr id="53" name="TextBox 12">
            <a:extLst>
              <a:ext uri="{FF2B5EF4-FFF2-40B4-BE49-F238E27FC236}">
                <a16:creationId xmlns:a16="http://schemas.microsoft.com/office/drawing/2014/main" id="{C01E099D-FCAC-2F06-CCFB-B4C3929B285A}"/>
              </a:ext>
            </a:extLst>
          </p:cNvPr>
          <p:cNvSpPr txBox="1"/>
          <p:nvPr/>
        </p:nvSpPr>
        <p:spPr>
          <a:xfrm>
            <a:off x="6261649" y="2529515"/>
            <a:ext cx="2516158" cy="368078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prstDash val="sysDash"/>
          </a:ln>
        </p:spPr>
        <p:txBody>
          <a:bodyPr wrap="square" lIns="108000" tIns="108000" rIns="108000" bIns="10800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latin typeface="+mn-lt"/>
              </a:rPr>
              <a:t>Project summary: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[Insert short description of case, highlighting elements relevant for proposed project]</a:t>
            </a: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lang="en-GB" sz="1200">
              <a:latin typeface="+mn-lt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lang="en-GB" sz="1200"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b="1"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b="1"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b="1"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latin typeface="+mn-lt"/>
              </a:rPr>
              <a:t>Main outcomes: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[Insert short description of main results/impact/outcome from project]</a:t>
            </a:r>
          </a:p>
        </p:txBody>
      </p:sp>
      <p:sp>
        <p:nvSpPr>
          <p:cNvPr id="54" name="TextBox 13">
            <a:extLst>
              <a:ext uri="{FF2B5EF4-FFF2-40B4-BE49-F238E27FC236}">
                <a16:creationId xmlns:a16="http://schemas.microsoft.com/office/drawing/2014/main" id="{C427175B-2F51-2C7D-FD4D-28764AEFE769}"/>
              </a:ext>
            </a:extLst>
          </p:cNvPr>
          <p:cNvSpPr txBox="1"/>
          <p:nvPr/>
        </p:nvSpPr>
        <p:spPr>
          <a:xfrm>
            <a:off x="9118630" y="2529515"/>
            <a:ext cx="2516158" cy="368078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prstDash val="sysDash"/>
          </a:ln>
        </p:spPr>
        <p:txBody>
          <a:bodyPr wrap="square" lIns="108000" tIns="108000" rIns="108000" bIns="10800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latin typeface="+mn-lt"/>
              </a:rPr>
              <a:t>Project summary: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[Insert short description of case, highlighting elements relevant for proposed project]</a:t>
            </a: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lang="en-GB" sz="1200">
              <a:latin typeface="+mn-lt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lang="en-GB" sz="1200"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b="1"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b="1"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b="1"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latin typeface="+mn-lt"/>
              </a:rPr>
              <a:t>Main outcomes: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[Insert short description of main results/impact/outcome from project]</a:t>
            </a:r>
          </a:p>
        </p:txBody>
      </p:sp>
      <p:sp>
        <p:nvSpPr>
          <p:cNvPr id="55" name="Pladsholder til tekst 28">
            <a:extLst>
              <a:ext uri="{FF2B5EF4-FFF2-40B4-BE49-F238E27FC236}">
                <a16:creationId xmlns:a16="http://schemas.microsoft.com/office/drawing/2014/main" id="{F8AFC14A-ED53-59A2-DCB9-CC0DEA5A3899}"/>
              </a:ext>
            </a:extLst>
          </p:cNvPr>
          <p:cNvSpPr txBox="1">
            <a:spLocks/>
          </p:cNvSpPr>
          <p:nvPr/>
        </p:nvSpPr>
        <p:spPr>
          <a:xfrm>
            <a:off x="549479" y="1795294"/>
            <a:ext cx="2514367" cy="585417"/>
          </a:xfrm>
          <a:prstGeom prst="rect">
            <a:avLst/>
          </a:prstGeom>
          <a:solidFill>
            <a:schemeClr val="accent1"/>
          </a:solidFill>
          <a:ln w="6350">
            <a:noFill/>
            <a:prstDash val="sysDash"/>
          </a:ln>
        </p:spPr>
        <p:txBody>
          <a:bodyPr vert="horz" wrap="square" lIns="91440" tIns="91440" rIns="91440" bIns="91440" rtlCol="0" anchor="ctr" anchorCtr="0">
            <a:noAutofit/>
          </a:bodyPr>
          <a:lstStyle>
            <a:lvl1pPr marL="0" indent="0" algn="l" defTabSz="74295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da-DK" sz="1100" b="1" kern="1200" dirty="0">
                <a:solidFill>
                  <a:srgbClr val="1F2023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139303" indent="-139303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en-US" sz="650" kern="1200" dirty="0" smtClean="0">
                <a:solidFill>
                  <a:srgbClr val="1F2023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85738" indent="-185738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lang="en-US" sz="650" kern="1200" dirty="0" smtClean="0">
                <a:solidFill>
                  <a:srgbClr val="1F2023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85738" indent="-185738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UcPeriod"/>
              <a:defRPr lang="en-US" sz="650" b="0" kern="1200" dirty="0" smtClean="0">
                <a:solidFill>
                  <a:srgbClr val="1F2023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0" indent="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en-GB" sz="894" b="1" kern="1200" cap="none" baseline="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0" indent="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b="1" kern="1200" cap="none" baseline="0">
                <a:solidFill>
                  <a:srgbClr val="1F2023"/>
                </a:solidFill>
                <a:latin typeface="+mj-lt"/>
                <a:ea typeface="+mn-ea"/>
                <a:cs typeface="+mn-cs"/>
              </a:defRPr>
            </a:lvl6pPr>
            <a:lvl7pPr marL="144000" indent="-14400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1100" kern="1200" baseline="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7pPr>
            <a:lvl8pPr marL="144000" indent="-14400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UcPeriod"/>
              <a:defRPr sz="1100" kern="120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8pPr>
            <a:lvl9pPr marL="0" indent="0" algn="l" defTabSz="742950" rtl="0" eaLnBrk="1" latinLnBrk="0" hangingPunct="1">
              <a:lnSpc>
                <a:spcPct val="8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4800" kern="1200" cap="none" baseline="0">
                <a:solidFill>
                  <a:srgbClr val="1F2023"/>
                </a:solidFill>
                <a:latin typeface="Impact" panose="020B080603090205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[Case 1 e.g., New strategy and roadmap]</a:t>
            </a:r>
          </a:p>
        </p:txBody>
      </p:sp>
      <p:sp>
        <p:nvSpPr>
          <p:cNvPr id="56" name="Pladsholder til tekst 28">
            <a:extLst>
              <a:ext uri="{FF2B5EF4-FFF2-40B4-BE49-F238E27FC236}">
                <a16:creationId xmlns:a16="http://schemas.microsoft.com/office/drawing/2014/main" id="{F0EBBC39-3DAD-C47F-3946-2523CA712257}"/>
              </a:ext>
            </a:extLst>
          </p:cNvPr>
          <p:cNvSpPr txBox="1">
            <a:spLocks/>
          </p:cNvSpPr>
          <p:nvPr/>
        </p:nvSpPr>
        <p:spPr>
          <a:xfrm>
            <a:off x="3404669" y="1795294"/>
            <a:ext cx="2516158" cy="585417"/>
          </a:xfrm>
          <a:prstGeom prst="rect">
            <a:avLst/>
          </a:prstGeom>
          <a:solidFill>
            <a:schemeClr val="accent1"/>
          </a:solidFill>
          <a:ln w="6350">
            <a:noFill/>
            <a:prstDash val="sysDash"/>
          </a:ln>
        </p:spPr>
        <p:txBody>
          <a:bodyPr vert="horz" wrap="square" lIns="91440" tIns="91440" rIns="91440" bIns="91440" rtlCol="0" anchor="ctr" anchorCtr="0">
            <a:noAutofit/>
          </a:bodyPr>
          <a:lstStyle>
            <a:lvl1pPr marL="0" indent="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da-DK" sz="1100" b="1" kern="1200" dirty="0">
                <a:solidFill>
                  <a:srgbClr val="1F2023"/>
                </a:solidFill>
                <a:latin typeface="+mj-lt"/>
                <a:ea typeface="+mn-ea"/>
                <a:cs typeface="+mn-cs"/>
              </a:defRPr>
            </a:lvl1pPr>
            <a:lvl2pPr marL="144000" indent="-14400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2pPr>
            <a:lvl3pPr marL="288000" indent="-14400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3pPr>
            <a:lvl4pPr marL="432000" indent="-14400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b="0" kern="120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4pPr>
            <a:lvl5pPr marL="0" indent="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b="1" kern="1200" cap="none" baseline="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5pPr>
            <a:lvl6pPr marL="0" indent="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b="1" kern="1200" cap="none" baseline="0">
                <a:solidFill>
                  <a:srgbClr val="1F2023"/>
                </a:solidFill>
                <a:latin typeface="+mj-lt"/>
                <a:ea typeface="+mn-ea"/>
                <a:cs typeface="+mn-cs"/>
              </a:defRPr>
            </a:lvl6pPr>
            <a:lvl7pPr marL="144000" indent="-14400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1100" kern="1200" baseline="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7pPr>
            <a:lvl8pPr marL="144000" indent="-14400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UcPeriod"/>
              <a:defRPr sz="1100" kern="120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8pPr>
            <a:lvl9pPr marL="0" indent="0" algn="l" defTabSz="742950" rtl="0" eaLnBrk="1" latinLnBrk="0" hangingPunct="1">
              <a:lnSpc>
                <a:spcPct val="8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4800" kern="1200" cap="none" baseline="0">
                <a:solidFill>
                  <a:srgbClr val="1F2023"/>
                </a:solidFill>
                <a:latin typeface="Impact" panose="020B080603090205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74295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[Case 2]</a:t>
            </a:r>
          </a:p>
        </p:txBody>
      </p:sp>
      <p:sp>
        <p:nvSpPr>
          <p:cNvPr id="57" name="Pladsholder til tekst 28">
            <a:extLst>
              <a:ext uri="{FF2B5EF4-FFF2-40B4-BE49-F238E27FC236}">
                <a16:creationId xmlns:a16="http://schemas.microsoft.com/office/drawing/2014/main" id="{1D78210B-23B1-3BE4-8B2B-1A4C5EC54C80}"/>
              </a:ext>
            </a:extLst>
          </p:cNvPr>
          <p:cNvSpPr txBox="1">
            <a:spLocks/>
          </p:cNvSpPr>
          <p:nvPr/>
        </p:nvSpPr>
        <p:spPr>
          <a:xfrm>
            <a:off x="6261649" y="1795294"/>
            <a:ext cx="2516158" cy="585417"/>
          </a:xfrm>
          <a:prstGeom prst="rect">
            <a:avLst/>
          </a:prstGeom>
          <a:solidFill>
            <a:schemeClr val="accent1"/>
          </a:solidFill>
          <a:ln w="6350">
            <a:noFill/>
            <a:prstDash val="sysDash"/>
          </a:ln>
        </p:spPr>
        <p:txBody>
          <a:bodyPr vert="horz" wrap="square" lIns="91440" tIns="91440" rIns="91440" bIns="91440" rtlCol="0" anchor="ctr" anchorCtr="0">
            <a:noAutofit/>
          </a:bodyPr>
          <a:lstStyle>
            <a:lvl1pPr marL="0" indent="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da-DK" sz="1100" b="1" kern="1200" dirty="0">
                <a:solidFill>
                  <a:srgbClr val="1F2023"/>
                </a:solidFill>
                <a:latin typeface="+mj-lt"/>
                <a:ea typeface="+mn-ea"/>
                <a:cs typeface="+mn-cs"/>
              </a:defRPr>
            </a:lvl1pPr>
            <a:lvl2pPr marL="144000" indent="-14400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2pPr>
            <a:lvl3pPr marL="288000" indent="-14400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3pPr>
            <a:lvl4pPr marL="432000" indent="-14400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b="0" kern="120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4pPr>
            <a:lvl5pPr marL="0" indent="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b="1" kern="1200" cap="none" baseline="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5pPr>
            <a:lvl6pPr marL="0" indent="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b="1" kern="1200" cap="none" baseline="0">
                <a:solidFill>
                  <a:srgbClr val="1F2023"/>
                </a:solidFill>
                <a:latin typeface="+mj-lt"/>
                <a:ea typeface="+mn-ea"/>
                <a:cs typeface="+mn-cs"/>
              </a:defRPr>
            </a:lvl6pPr>
            <a:lvl7pPr marL="144000" indent="-14400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1100" kern="1200" baseline="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7pPr>
            <a:lvl8pPr marL="144000" indent="-14400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UcPeriod"/>
              <a:defRPr sz="1100" kern="120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8pPr>
            <a:lvl9pPr marL="0" indent="0" algn="l" defTabSz="742950" rtl="0" eaLnBrk="1" latinLnBrk="0" hangingPunct="1">
              <a:lnSpc>
                <a:spcPct val="8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4800" kern="1200" cap="none" baseline="0">
                <a:solidFill>
                  <a:srgbClr val="1F2023"/>
                </a:solidFill>
                <a:latin typeface="Impact" panose="020B080603090205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74295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[Case 3]</a:t>
            </a:r>
          </a:p>
        </p:txBody>
      </p:sp>
      <p:sp>
        <p:nvSpPr>
          <p:cNvPr id="58" name="Pladsholder til tekst 28">
            <a:extLst>
              <a:ext uri="{FF2B5EF4-FFF2-40B4-BE49-F238E27FC236}">
                <a16:creationId xmlns:a16="http://schemas.microsoft.com/office/drawing/2014/main" id="{94F60142-7F6F-35DB-B76F-EE8E642BA6F6}"/>
              </a:ext>
            </a:extLst>
          </p:cNvPr>
          <p:cNvSpPr txBox="1">
            <a:spLocks/>
          </p:cNvSpPr>
          <p:nvPr/>
        </p:nvSpPr>
        <p:spPr>
          <a:xfrm>
            <a:off x="9118630" y="1795294"/>
            <a:ext cx="2516158" cy="585417"/>
          </a:xfrm>
          <a:prstGeom prst="rect">
            <a:avLst/>
          </a:prstGeom>
          <a:solidFill>
            <a:schemeClr val="accent1"/>
          </a:solidFill>
          <a:ln w="6350">
            <a:noFill/>
            <a:prstDash val="sysDash"/>
          </a:ln>
        </p:spPr>
        <p:txBody>
          <a:bodyPr vert="horz" wrap="square" lIns="91440" tIns="91440" rIns="91440" bIns="91440" rtlCol="0" anchor="ctr" anchorCtr="0">
            <a:noAutofit/>
          </a:bodyPr>
          <a:lstStyle>
            <a:lvl1pPr marL="0" indent="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lang="da-DK" sz="1100" b="1" kern="1200" dirty="0">
                <a:solidFill>
                  <a:srgbClr val="1F2023"/>
                </a:solidFill>
                <a:latin typeface="+mj-lt"/>
                <a:ea typeface="+mn-ea"/>
                <a:cs typeface="+mn-cs"/>
              </a:defRPr>
            </a:lvl1pPr>
            <a:lvl2pPr marL="144000" indent="-14400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2pPr>
            <a:lvl3pPr marL="288000" indent="-14400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3pPr>
            <a:lvl4pPr marL="432000" indent="-14400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b="0" kern="120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4pPr>
            <a:lvl5pPr marL="0" indent="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b="1" kern="1200" cap="none" baseline="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5pPr>
            <a:lvl6pPr marL="0" indent="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100" b="1" kern="1200" cap="none" baseline="0">
                <a:solidFill>
                  <a:srgbClr val="1F2023"/>
                </a:solidFill>
                <a:latin typeface="+mj-lt"/>
                <a:ea typeface="+mn-ea"/>
                <a:cs typeface="+mn-cs"/>
              </a:defRPr>
            </a:lvl6pPr>
            <a:lvl7pPr marL="144000" indent="-14400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1100" kern="1200" baseline="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7pPr>
            <a:lvl8pPr marL="144000" indent="-144000" algn="l" defTabSz="742950" rtl="0" eaLnBrk="1" latinLnBrk="0" hangingPunct="1">
              <a:lnSpc>
                <a:spcPct val="93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UcPeriod"/>
              <a:defRPr sz="1100" kern="1200">
                <a:solidFill>
                  <a:srgbClr val="1F2023"/>
                </a:solidFill>
                <a:latin typeface="+mn-lt"/>
                <a:ea typeface="+mn-ea"/>
                <a:cs typeface="+mn-cs"/>
              </a:defRPr>
            </a:lvl8pPr>
            <a:lvl9pPr marL="0" indent="0" algn="l" defTabSz="742950" rtl="0" eaLnBrk="1" latinLnBrk="0" hangingPunct="1">
              <a:lnSpc>
                <a:spcPct val="83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4800" kern="1200" cap="none" baseline="0">
                <a:solidFill>
                  <a:srgbClr val="1F2023"/>
                </a:solidFill>
                <a:latin typeface="Impact" panose="020B080603090205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74295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[Case 4]</a:t>
            </a:r>
          </a:p>
        </p:txBody>
      </p:sp>
      <p:cxnSp>
        <p:nvCxnSpPr>
          <p:cNvPr id="1111059" name="Straight Connector 1111058">
            <a:extLst>
              <a:ext uri="{FF2B5EF4-FFF2-40B4-BE49-F238E27FC236}">
                <a16:creationId xmlns:a16="http://schemas.microsoft.com/office/drawing/2014/main" id="{E7A3FC05-4186-21F2-D029-7E6FA92B5A3B}"/>
              </a:ext>
            </a:extLst>
          </p:cNvPr>
          <p:cNvCxnSpPr>
            <a:cxnSpLocks/>
          </p:cNvCxnSpPr>
          <p:nvPr/>
        </p:nvCxnSpPr>
        <p:spPr>
          <a:xfrm flipH="1">
            <a:off x="661420" y="4644173"/>
            <a:ext cx="2288694" cy="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1060" name="Straight Connector 1111059">
            <a:extLst>
              <a:ext uri="{FF2B5EF4-FFF2-40B4-BE49-F238E27FC236}">
                <a16:creationId xmlns:a16="http://schemas.microsoft.com/office/drawing/2014/main" id="{08AE383B-CBF8-0EA7-AE18-414A06A2087E}"/>
              </a:ext>
            </a:extLst>
          </p:cNvPr>
          <p:cNvCxnSpPr>
            <a:cxnSpLocks/>
          </p:cNvCxnSpPr>
          <p:nvPr/>
        </p:nvCxnSpPr>
        <p:spPr>
          <a:xfrm flipH="1">
            <a:off x="3519483" y="4644173"/>
            <a:ext cx="2288694" cy="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1061" name="Straight Connector 1111060">
            <a:extLst>
              <a:ext uri="{FF2B5EF4-FFF2-40B4-BE49-F238E27FC236}">
                <a16:creationId xmlns:a16="http://schemas.microsoft.com/office/drawing/2014/main" id="{31101FB9-7468-FF7F-B874-1D44E5EC3ACC}"/>
              </a:ext>
            </a:extLst>
          </p:cNvPr>
          <p:cNvCxnSpPr>
            <a:cxnSpLocks/>
          </p:cNvCxnSpPr>
          <p:nvPr/>
        </p:nvCxnSpPr>
        <p:spPr>
          <a:xfrm flipH="1">
            <a:off x="6383787" y="4644173"/>
            <a:ext cx="2288694" cy="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1062" name="Straight Connector 1111061">
            <a:extLst>
              <a:ext uri="{FF2B5EF4-FFF2-40B4-BE49-F238E27FC236}">
                <a16:creationId xmlns:a16="http://schemas.microsoft.com/office/drawing/2014/main" id="{25B1C954-92AD-9854-4C2D-6D1DD8D3734F}"/>
              </a:ext>
            </a:extLst>
          </p:cNvPr>
          <p:cNvCxnSpPr>
            <a:cxnSpLocks/>
          </p:cNvCxnSpPr>
          <p:nvPr/>
        </p:nvCxnSpPr>
        <p:spPr>
          <a:xfrm flipH="1">
            <a:off x="9248091" y="4644173"/>
            <a:ext cx="2288694" cy="0"/>
          </a:xfrm>
          <a:prstGeom prst="line">
            <a:avLst/>
          </a:prstGeom>
          <a:ln w="9525" cap="rnd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E050E55-1BB0-88B8-C2BD-AF9777BA4DC4}"/>
              </a:ext>
            </a:extLst>
          </p:cNvPr>
          <p:cNvGrpSpPr/>
          <p:nvPr/>
        </p:nvGrpSpPr>
        <p:grpSpPr>
          <a:xfrm>
            <a:off x="1668608" y="4507373"/>
            <a:ext cx="274320" cy="273599"/>
            <a:chOff x="1668608" y="4507373"/>
            <a:chExt cx="274320" cy="273599"/>
          </a:xfrm>
          <a:solidFill>
            <a:schemeClr val="accent2"/>
          </a:soli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3A86116-4878-CD4C-CA8D-96DDFFE5ADFC}"/>
                </a:ext>
              </a:extLst>
            </p:cNvPr>
            <p:cNvSpPr/>
            <p:nvPr/>
          </p:nvSpPr>
          <p:spPr>
            <a:xfrm rot="5400000">
              <a:off x="1668968" y="4507013"/>
              <a:ext cx="273599" cy="2743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20" name="Triangle 19">
              <a:extLst>
                <a:ext uri="{FF2B5EF4-FFF2-40B4-BE49-F238E27FC236}">
                  <a16:creationId xmlns:a16="http://schemas.microsoft.com/office/drawing/2014/main" id="{38ED848F-6C0F-EB1A-719B-808404680675}"/>
                </a:ext>
              </a:extLst>
            </p:cNvPr>
            <p:cNvSpPr/>
            <p:nvPr/>
          </p:nvSpPr>
          <p:spPr>
            <a:xfrm rot="10800000">
              <a:off x="1719219" y="4601825"/>
              <a:ext cx="173096" cy="100373"/>
            </a:xfrm>
            <a:prstGeom prst="triangle">
              <a:avLst/>
            </a:prstGeom>
            <a:grp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55926D2-CB33-86AC-63F5-6A3A7CCE81D6}"/>
                </a:ext>
              </a:extLst>
            </p:cNvPr>
            <p:cNvSpPr/>
            <p:nvPr/>
          </p:nvSpPr>
          <p:spPr>
            <a:xfrm rot="5400000">
              <a:off x="1790309" y="4499604"/>
              <a:ext cx="30917" cy="2003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6894B61-245E-9F0E-6BB1-EBECD402240C}"/>
              </a:ext>
            </a:extLst>
          </p:cNvPr>
          <p:cNvGrpSpPr/>
          <p:nvPr/>
        </p:nvGrpSpPr>
        <p:grpSpPr>
          <a:xfrm>
            <a:off x="4525588" y="4507373"/>
            <a:ext cx="274320" cy="273599"/>
            <a:chOff x="1668608" y="4507373"/>
            <a:chExt cx="274320" cy="273599"/>
          </a:xfrm>
          <a:solidFill>
            <a:schemeClr val="accent2"/>
          </a:solidFill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2D319D2C-903D-90C5-BF72-05134D0B01DD}"/>
                </a:ext>
              </a:extLst>
            </p:cNvPr>
            <p:cNvSpPr/>
            <p:nvPr/>
          </p:nvSpPr>
          <p:spPr>
            <a:xfrm rot="5400000">
              <a:off x="1668968" y="4507013"/>
              <a:ext cx="273599" cy="2743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25" name="Triangle 24">
              <a:extLst>
                <a:ext uri="{FF2B5EF4-FFF2-40B4-BE49-F238E27FC236}">
                  <a16:creationId xmlns:a16="http://schemas.microsoft.com/office/drawing/2014/main" id="{7D79BAC9-9115-E283-EDF8-F19F7D5D5E0A}"/>
                </a:ext>
              </a:extLst>
            </p:cNvPr>
            <p:cNvSpPr/>
            <p:nvPr/>
          </p:nvSpPr>
          <p:spPr>
            <a:xfrm rot="10800000">
              <a:off x="1719219" y="4601825"/>
              <a:ext cx="173096" cy="100373"/>
            </a:xfrm>
            <a:prstGeom prst="triangle">
              <a:avLst/>
            </a:prstGeom>
            <a:grp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2CDE574-7F64-E3BC-A472-27CC02495C66}"/>
                </a:ext>
              </a:extLst>
            </p:cNvPr>
            <p:cNvSpPr/>
            <p:nvPr/>
          </p:nvSpPr>
          <p:spPr>
            <a:xfrm rot="5400000">
              <a:off x="1790309" y="4499604"/>
              <a:ext cx="30917" cy="2003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A07BFC2-E75E-01C1-460D-084A2F0419F9}"/>
              </a:ext>
            </a:extLst>
          </p:cNvPr>
          <p:cNvGrpSpPr/>
          <p:nvPr/>
        </p:nvGrpSpPr>
        <p:grpSpPr>
          <a:xfrm>
            <a:off x="7382568" y="4507373"/>
            <a:ext cx="274320" cy="273599"/>
            <a:chOff x="1668608" y="4507373"/>
            <a:chExt cx="274320" cy="273599"/>
          </a:xfrm>
          <a:solidFill>
            <a:schemeClr val="accent2"/>
          </a:solidFill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D636EB6-4649-234F-322A-99672CE47FCF}"/>
                </a:ext>
              </a:extLst>
            </p:cNvPr>
            <p:cNvSpPr/>
            <p:nvPr/>
          </p:nvSpPr>
          <p:spPr>
            <a:xfrm rot="5400000">
              <a:off x="1668968" y="4507013"/>
              <a:ext cx="273599" cy="2743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29" name="Triangle 28">
              <a:extLst>
                <a:ext uri="{FF2B5EF4-FFF2-40B4-BE49-F238E27FC236}">
                  <a16:creationId xmlns:a16="http://schemas.microsoft.com/office/drawing/2014/main" id="{0C4BC7C1-499C-B99B-66CE-49D5F284FF81}"/>
                </a:ext>
              </a:extLst>
            </p:cNvPr>
            <p:cNvSpPr/>
            <p:nvPr/>
          </p:nvSpPr>
          <p:spPr>
            <a:xfrm rot="10800000">
              <a:off x="1719219" y="4601825"/>
              <a:ext cx="173096" cy="100373"/>
            </a:xfrm>
            <a:prstGeom prst="triangle">
              <a:avLst/>
            </a:prstGeom>
            <a:grp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D4CFD1C-698C-FFFE-E12D-500055DC1802}"/>
                </a:ext>
              </a:extLst>
            </p:cNvPr>
            <p:cNvSpPr/>
            <p:nvPr/>
          </p:nvSpPr>
          <p:spPr>
            <a:xfrm rot="5400000">
              <a:off x="1790309" y="4499604"/>
              <a:ext cx="30917" cy="2003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C382212-4317-E274-E4BB-E19EDB6EC604}"/>
              </a:ext>
            </a:extLst>
          </p:cNvPr>
          <p:cNvGrpSpPr/>
          <p:nvPr/>
        </p:nvGrpSpPr>
        <p:grpSpPr>
          <a:xfrm>
            <a:off x="10239549" y="4507373"/>
            <a:ext cx="274320" cy="273599"/>
            <a:chOff x="1668608" y="4507373"/>
            <a:chExt cx="274320" cy="273599"/>
          </a:xfrm>
          <a:solidFill>
            <a:schemeClr val="accent2"/>
          </a:solidFill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60796C7D-D5EC-C6C7-75AC-3DDD7EC62E04}"/>
                </a:ext>
              </a:extLst>
            </p:cNvPr>
            <p:cNvSpPr/>
            <p:nvPr/>
          </p:nvSpPr>
          <p:spPr>
            <a:xfrm rot="5400000">
              <a:off x="1668968" y="4507013"/>
              <a:ext cx="273599" cy="27432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33" name="Triangle 32">
              <a:extLst>
                <a:ext uri="{FF2B5EF4-FFF2-40B4-BE49-F238E27FC236}">
                  <a16:creationId xmlns:a16="http://schemas.microsoft.com/office/drawing/2014/main" id="{825124CB-14FC-864B-EC51-3A83DEE18FAD}"/>
                </a:ext>
              </a:extLst>
            </p:cNvPr>
            <p:cNvSpPr/>
            <p:nvPr/>
          </p:nvSpPr>
          <p:spPr>
            <a:xfrm rot="10800000">
              <a:off x="1719219" y="4601825"/>
              <a:ext cx="173096" cy="100373"/>
            </a:xfrm>
            <a:prstGeom prst="triangle">
              <a:avLst/>
            </a:prstGeom>
            <a:grp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CE3E2F3-67A3-7DB2-4B98-8BC2CB0CFD9A}"/>
                </a:ext>
              </a:extLst>
            </p:cNvPr>
            <p:cNvSpPr/>
            <p:nvPr/>
          </p:nvSpPr>
          <p:spPr>
            <a:xfrm rot="5400000">
              <a:off x="1790309" y="4499604"/>
              <a:ext cx="30917" cy="2003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sp>
        <p:nvSpPr>
          <p:cNvPr id="3" name="Google Shape;507;p14">
            <a:extLst>
              <a:ext uri="{FF2B5EF4-FFF2-40B4-BE49-F238E27FC236}">
                <a16:creationId xmlns:a16="http://schemas.microsoft.com/office/drawing/2014/main" id="{7DE8CE57-E3E6-22D0-9AC6-AE3A18F9D8F7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5043"/>
              </a:buClr>
              <a:buSzPts val="900"/>
              <a:buFont typeface="Arial"/>
              <a:buNone/>
              <a:tabLst/>
              <a:defRPr/>
            </a:pPr>
            <a:r>
              <a:rPr kumimoji="0" lang="en-GB" sz="9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Arial"/>
                <a:cs typeface="Arial"/>
                <a:sym typeface="Arial"/>
              </a:rPr>
              <a:t>Source: xx</a:t>
            </a:r>
            <a:endParaRPr kumimoji="0" sz="9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Arial"/>
              <a:cs typeface="Arial"/>
              <a:sym typeface="Arial"/>
            </a:endParaRP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1932440242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74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