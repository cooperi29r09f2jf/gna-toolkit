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398" r:id="rId65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5" Type="http://schemas.openxmlformats.org/officeDocument/2006/relationships/slide" Target="slides/slide6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A066A6-FCB9-FEF2-E2F8-C1D85353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timeline for next [insert timeframe]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91DDC541-6D9E-F506-85B1-527F220F3A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7A073-E0B8-913C-47F2-031554468F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Google Shape;2527;p315">
            <a:extLst>
              <a:ext uri="{FF2B5EF4-FFF2-40B4-BE49-F238E27FC236}">
                <a16:creationId xmlns:a16="http://schemas.microsoft.com/office/drawing/2014/main" id="{D100BAA5-6C2E-B6D3-8812-B29B99313F06}"/>
              </a:ext>
            </a:extLst>
          </p:cNvPr>
          <p:cNvGraphicFramePr/>
          <p:nvPr/>
        </p:nvGraphicFramePr>
        <p:xfrm>
          <a:off x="554726" y="1870189"/>
          <a:ext cx="11082530" cy="3481505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84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1592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Week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37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38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39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40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41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42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43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44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45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46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47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48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49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50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51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01 [Insert work stream]</a:t>
                      </a: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5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02 [Insert work stream]</a:t>
                      </a: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03 [Insert work stream]</a:t>
                      </a: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01 [Insert work stream]</a:t>
                      </a: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02 [Insert work stream]</a:t>
                      </a: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5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03 [Insert work stream]</a:t>
                      </a: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5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n-lt"/>
                          <a:ea typeface="Helvetica Neue"/>
                          <a:cs typeface="Arial" panose="020B0604020202020204" pitchFamily="34" charset="0"/>
                          <a:sym typeface="Helvetica Neue"/>
                        </a:rPr>
                        <a:t>01 [Insert work stream]</a:t>
                      </a:r>
                    </a:p>
                  </a:txBody>
                  <a:tcPr marL="91467" marR="91467" marT="45733" marB="457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bg1"/>
                        </a:solidFill>
                        <a:latin typeface="+mn-lt"/>
                        <a:ea typeface="Helvetica Neue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91467" marR="91467" marT="45733" marB="457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Google Shape;2528;p315">
            <a:extLst>
              <a:ext uri="{FF2B5EF4-FFF2-40B4-BE49-F238E27FC236}">
                <a16:creationId xmlns:a16="http://schemas.microsoft.com/office/drawing/2014/main" id="{299704DE-F5EC-8F67-D393-8AA66553156F}"/>
              </a:ext>
            </a:extLst>
          </p:cNvPr>
          <p:cNvSpPr/>
          <p:nvPr/>
        </p:nvSpPr>
        <p:spPr>
          <a:xfrm>
            <a:off x="2431088" y="2340765"/>
            <a:ext cx="224000" cy="20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9" name="Google Shape;2529;p315">
            <a:extLst>
              <a:ext uri="{FF2B5EF4-FFF2-40B4-BE49-F238E27FC236}">
                <a16:creationId xmlns:a16="http://schemas.microsoft.com/office/drawing/2014/main" id="{8E108678-A3D5-CBBE-0393-87279C40F5F4}"/>
              </a:ext>
            </a:extLst>
          </p:cNvPr>
          <p:cNvSpPr/>
          <p:nvPr/>
        </p:nvSpPr>
        <p:spPr>
          <a:xfrm>
            <a:off x="2431088" y="2758732"/>
            <a:ext cx="1557584" cy="20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0" name="Google Shape;2530;p315">
            <a:extLst>
              <a:ext uri="{FF2B5EF4-FFF2-40B4-BE49-F238E27FC236}">
                <a16:creationId xmlns:a16="http://schemas.microsoft.com/office/drawing/2014/main" id="{2D23422C-A456-4A32-6666-B11F5B832282}"/>
              </a:ext>
            </a:extLst>
          </p:cNvPr>
          <p:cNvSpPr/>
          <p:nvPr/>
        </p:nvSpPr>
        <p:spPr>
          <a:xfrm>
            <a:off x="3781463" y="3176698"/>
            <a:ext cx="907375" cy="20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1" name="Google Shape;2531;p315">
            <a:extLst>
              <a:ext uri="{FF2B5EF4-FFF2-40B4-BE49-F238E27FC236}">
                <a16:creationId xmlns:a16="http://schemas.microsoft.com/office/drawing/2014/main" id="{00FCB8FC-8D74-B768-2330-AEFFEFEB48B6}"/>
              </a:ext>
            </a:extLst>
          </p:cNvPr>
          <p:cNvCxnSpPr/>
          <p:nvPr/>
        </p:nvCxnSpPr>
        <p:spPr>
          <a:xfrm>
            <a:off x="2431090" y="1892532"/>
            <a:ext cx="0" cy="36920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2" name="Google Shape;2532;p315">
            <a:extLst>
              <a:ext uri="{FF2B5EF4-FFF2-40B4-BE49-F238E27FC236}">
                <a16:creationId xmlns:a16="http://schemas.microsoft.com/office/drawing/2014/main" id="{C6E3423B-10A9-74A7-A4F7-F7231E5692BC}"/>
              </a:ext>
            </a:extLst>
          </p:cNvPr>
          <p:cNvCxnSpPr>
            <a:cxnSpLocks/>
          </p:cNvCxnSpPr>
          <p:nvPr/>
        </p:nvCxnSpPr>
        <p:spPr>
          <a:xfrm>
            <a:off x="4697439" y="1892532"/>
            <a:ext cx="0" cy="36920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31" name="Google Shape;2535;p315">
            <a:extLst>
              <a:ext uri="{FF2B5EF4-FFF2-40B4-BE49-F238E27FC236}">
                <a16:creationId xmlns:a16="http://schemas.microsoft.com/office/drawing/2014/main" id="{2D155D57-F63D-2453-A6CA-90CBC05E694E}"/>
              </a:ext>
            </a:extLst>
          </p:cNvPr>
          <p:cNvSpPr/>
          <p:nvPr/>
        </p:nvSpPr>
        <p:spPr>
          <a:xfrm>
            <a:off x="2327490" y="5424532"/>
            <a:ext cx="207200" cy="209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4" name="Google Shape;2536;p315">
            <a:extLst>
              <a:ext uri="{FF2B5EF4-FFF2-40B4-BE49-F238E27FC236}">
                <a16:creationId xmlns:a16="http://schemas.microsoft.com/office/drawing/2014/main" id="{FB9154DE-F643-4B85-3A0A-72B9433A2F23}"/>
              </a:ext>
            </a:extLst>
          </p:cNvPr>
          <p:cNvSpPr/>
          <p:nvPr/>
        </p:nvSpPr>
        <p:spPr>
          <a:xfrm>
            <a:off x="4593839" y="5424532"/>
            <a:ext cx="207200" cy="209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5" name="Google Shape;2537;p315">
            <a:extLst>
              <a:ext uri="{FF2B5EF4-FFF2-40B4-BE49-F238E27FC236}">
                <a16:creationId xmlns:a16="http://schemas.microsoft.com/office/drawing/2014/main" id="{6FDAE69A-D4E3-FBF9-4C9C-20385B697FD2}"/>
              </a:ext>
            </a:extLst>
          </p:cNvPr>
          <p:cNvSpPr txBox="1"/>
          <p:nvPr/>
        </p:nvSpPr>
        <p:spPr>
          <a:xfrm>
            <a:off x="1915690" y="5584532"/>
            <a:ext cx="1030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400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Kick-off</a:t>
            </a:r>
            <a:endParaRPr sz="1400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36" name="Google Shape;2538;p315">
            <a:extLst>
              <a:ext uri="{FF2B5EF4-FFF2-40B4-BE49-F238E27FC236}">
                <a16:creationId xmlns:a16="http://schemas.microsoft.com/office/drawing/2014/main" id="{D7AFCEFB-258A-D924-8B76-1D446F5D07AC}"/>
              </a:ext>
            </a:extLst>
          </p:cNvPr>
          <p:cNvSpPr txBox="1"/>
          <p:nvPr/>
        </p:nvSpPr>
        <p:spPr>
          <a:xfrm>
            <a:off x="4122839" y="5624453"/>
            <a:ext cx="11492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US" sz="1400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[Insert stage-gate]</a:t>
            </a:r>
          </a:p>
        </p:txBody>
      </p:sp>
      <p:sp>
        <p:nvSpPr>
          <p:cNvPr id="54" name="Google Shape;2539;p315">
            <a:extLst>
              <a:ext uri="{FF2B5EF4-FFF2-40B4-BE49-F238E27FC236}">
                <a16:creationId xmlns:a16="http://schemas.microsoft.com/office/drawing/2014/main" id="{96B4CFF9-D17E-AA0B-0AE8-41E22B19F214}"/>
              </a:ext>
            </a:extLst>
          </p:cNvPr>
          <p:cNvSpPr/>
          <p:nvPr/>
        </p:nvSpPr>
        <p:spPr>
          <a:xfrm>
            <a:off x="4688847" y="3633932"/>
            <a:ext cx="4541288" cy="20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9" name="Google Shape;2540;p315">
            <a:extLst>
              <a:ext uri="{FF2B5EF4-FFF2-40B4-BE49-F238E27FC236}">
                <a16:creationId xmlns:a16="http://schemas.microsoft.com/office/drawing/2014/main" id="{8479F690-FA79-6EF3-EA40-0D37A3A1A5A3}"/>
              </a:ext>
            </a:extLst>
          </p:cNvPr>
          <p:cNvSpPr/>
          <p:nvPr/>
        </p:nvSpPr>
        <p:spPr>
          <a:xfrm>
            <a:off x="9238738" y="4933832"/>
            <a:ext cx="2257745" cy="20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60" name="Google Shape;2541;p315">
            <a:extLst>
              <a:ext uri="{FF2B5EF4-FFF2-40B4-BE49-F238E27FC236}">
                <a16:creationId xmlns:a16="http://schemas.microsoft.com/office/drawing/2014/main" id="{F25182EE-472E-D83F-B499-3D0431600A49}"/>
              </a:ext>
            </a:extLst>
          </p:cNvPr>
          <p:cNvCxnSpPr/>
          <p:nvPr/>
        </p:nvCxnSpPr>
        <p:spPr>
          <a:xfrm>
            <a:off x="11496489" y="1892532"/>
            <a:ext cx="0" cy="36920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1" name="Google Shape;2542;p315">
            <a:extLst>
              <a:ext uri="{FF2B5EF4-FFF2-40B4-BE49-F238E27FC236}">
                <a16:creationId xmlns:a16="http://schemas.microsoft.com/office/drawing/2014/main" id="{A3BB05CA-C79B-1772-37EB-5F5AC6BEDEDA}"/>
              </a:ext>
            </a:extLst>
          </p:cNvPr>
          <p:cNvSpPr/>
          <p:nvPr/>
        </p:nvSpPr>
        <p:spPr>
          <a:xfrm>
            <a:off x="11392887" y="5424532"/>
            <a:ext cx="207200" cy="207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62" name="Google Shape;2543;p315">
            <a:extLst>
              <a:ext uri="{FF2B5EF4-FFF2-40B4-BE49-F238E27FC236}">
                <a16:creationId xmlns:a16="http://schemas.microsoft.com/office/drawing/2014/main" id="{D0D5417B-196D-09E9-53E9-0AFF2B71364B}"/>
              </a:ext>
            </a:extLst>
          </p:cNvPr>
          <p:cNvSpPr txBox="1"/>
          <p:nvPr/>
        </p:nvSpPr>
        <p:spPr>
          <a:xfrm>
            <a:off x="10461736" y="5584540"/>
            <a:ext cx="1262717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-US" sz="1400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[Insert stage-gate]</a:t>
            </a:r>
          </a:p>
        </p:txBody>
      </p:sp>
      <p:sp>
        <p:nvSpPr>
          <p:cNvPr id="68" name="Google Shape;2544;p315">
            <a:extLst>
              <a:ext uri="{FF2B5EF4-FFF2-40B4-BE49-F238E27FC236}">
                <a16:creationId xmlns:a16="http://schemas.microsoft.com/office/drawing/2014/main" id="{1E59D4E5-9A96-ADC2-3C11-66788A7D6A56}"/>
              </a:ext>
            </a:extLst>
          </p:cNvPr>
          <p:cNvSpPr/>
          <p:nvPr/>
        </p:nvSpPr>
        <p:spPr>
          <a:xfrm>
            <a:off x="4688846" y="4067232"/>
            <a:ext cx="1551537" cy="20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75" name="Google Shape;2545;p315">
            <a:extLst>
              <a:ext uri="{FF2B5EF4-FFF2-40B4-BE49-F238E27FC236}">
                <a16:creationId xmlns:a16="http://schemas.microsoft.com/office/drawing/2014/main" id="{E328045F-5B75-2597-6F50-E785ABEFD44E}"/>
              </a:ext>
            </a:extLst>
          </p:cNvPr>
          <p:cNvSpPr/>
          <p:nvPr/>
        </p:nvSpPr>
        <p:spPr>
          <a:xfrm>
            <a:off x="4914133" y="4500532"/>
            <a:ext cx="4324600" cy="20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76" name="Google Shape;2546;p315">
            <a:extLst>
              <a:ext uri="{FF2B5EF4-FFF2-40B4-BE49-F238E27FC236}">
                <a16:creationId xmlns:a16="http://schemas.microsoft.com/office/drawing/2014/main" id="{7837C283-585C-1CA7-70CF-24E30FBFE7FF}"/>
              </a:ext>
            </a:extLst>
          </p:cNvPr>
          <p:cNvCxnSpPr>
            <a:cxnSpLocks/>
          </p:cNvCxnSpPr>
          <p:nvPr/>
        </p:nvCxnSpPr>
        <p:spPr>
          <a:xfrm>
            <a:off x="6963788" y="1892532"/>
            <a:ext cx="0" cy="36920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7" name="Google Shape;2547;p315">
            <a:extLst>
              <a:ext uri="{FF2B5EF4-FFF2-40B4-BE49-F238E27FC236}">
                <a16:creationId xmlns:a16="http://schemas.microsoft.com/office/drawing/2014/main" id="{1BA9BE87-7911-9952-175F-5C3EC38AF0BC}"/>
              </a:ext>
            </a:extLst>
          </p:cNvPr>
          <p:cNvCxnSpPr>
            <a:cxnSpLocks/>
          </p:cNvCxnSpPr>
          <p:nvPr/>
        </p:nvCxnSpPr>
        <p:spPr>
          <a:xfrm>
            <a:off x="9230137" y="1892532"/>
            <a:ext cx="0" cy="36920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8" name="Google Shape;2548;p315">
            <a:extLst>
              <a:ext uri="{FF2B5EF4-FFF2-40B4-BE49-F238E27FC236}">
                <a16:creationId xmlns:a16="http://schemas.microsoft.com/office/drawing/2014/main" id="{DB08CAA4-C099-2857-B557-9D920814E9B5}"/>
              </a:ext>
            </a:extLst>
          </p:cNvPr>
          <p:cNvSpPr txBox="1"/>
          <p:nvPr/>
        </p:nvSpPr>
        <p:spPr>
          <a:xfrm>
            <a:off x="5953988" y="5633732"/>
            <a:ext cx="2019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US" sz="1400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[Insert stage-gate or </a:t>
            </a:r>
            <a:r>
              <a:rPr lang="en-US" sz="1400" dirty="0" err="1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SteerCo</a:t>
            </a:r>
            <a:r>
              <a:rPr lang="en-US" sz="1400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 or similar]</a:t>
            </a:r>
          </a:p>
        </p:txBody>
      </p:sp>
      <p:sp>
        <p:nvSpPr>
          <p:cNvPr id="79" name="Google Shape;2549;p315">
            <a:extLst>
              <a:ext uri="{FF2B5EF4-FFF2-40B4-BE49-F238E27FC236}">
                <a16:creationId xmlns:a16="http://schemas.microsoft.com/office/drawing/2014/main" id="{3EB53851-3430-9030-B175-DAC2C4729E25}"/>
              </a:ext>
            </a:extLst>
          </p:cNvPr>
          <p:cNvSpPr txBox="1"/>
          <p:nvPr/>
        </p:nvSpPr>
        <p:spPr>
          <a:xfrm>
            <a:off x="8220337" y="5633732"/>
            <a:ext cx="2019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US" sz="1400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[Insert stage-gate or </a:t>
            </a:r>
            <a:r>
              <a:rPr lang="en-US" sz="1400" dirty="0" err="1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SteerCo</a:t>
            </a:r>
            <a:r>
              <a:rPr lang="en-US" sz="1400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 or similar]</a:t>
            </a:r>
          </a:p>
        </p:txBody>
      </p:sp>
      <p:sp>
        <p:nvSpPr>
          <p:cNvPr id="87" name="Google Shape;2557;p315">
            <a:extLst>
              <a:ext uri="{FF2B5EF4-FFF2-40B4-BE49-F238E27FC236}">
                <a16:creationId xmlns:a16="http://schemas.microsoft.com/office/drawing/2014/main" id="{B2BB8636-1F86-CBEC-91E6-F17E9A6B2AE2}"/>
              </a:ext>
            </a:extLst>
          </p:cNvPr>
          <p:cNvSpPr/>
          <p:nvPr/>
        </p:nvSpPr>
        <p:spPr>
          <a:xfrm>
            <a:off x="9126537" y="5424532"/>
            <a:ext cx="207200" cy="207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88" name="Google Shape;2558;p315">
            <a:extLst>
              <a:ext uri="{FF2B5EF4-FFF2-40B4-BE49-F238E27FC236}">
                <a16:creationId xmlns:a16="http://schemas.microsoft.com/office/drawing/2014/main" id="{90A35796-3189-8A47-194C-C43CC2BA67F4}"/>
              </a:ext>
            </a:extLst>
          </p:cNvPr>
          <p:cNvSpPr/>
          <p:nvPr/>
        </p:nvSpPr>
        <p:spPr>
          <a:xfrm>
            <a:off x="6860188" y="5424532"/>
            <a:ext cx="207200" cy="207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274948C9-1F49-B6D3-6AC5-A6F10D27166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9" name="Google Shape;538;p14">
            <a:extLst>
              <a:ext uri="{FF2B5EF4-FFF2-40B4-BE49-F238E27FC236}">
                <a16:creationId xmlns:a16="http://schemas.microsoft.com/office/drawing/2014/main" id="{B557A330-140D-94AE-2741-6C79CA2D138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12171754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1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