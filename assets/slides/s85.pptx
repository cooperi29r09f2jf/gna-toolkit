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8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tags/gnatag1.xml" ContentType="application/vnd.openxmlformats-officedocument.presentationml.tags+xml"/>
</Types>
</file>

<file path=_rels/.rels><?xml version="1.0" encoding="UTF-8" standalone="yes"?>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85" r:id="rId4"/>
  </p:sldMasterIdLst>
  <p:notesMasterIdLst>
    <p:notesMasterId r:id="rId97"/>
  </p:notesMasterIdLst>
  <p:handoutMasterIdLst>
    <p:handoutMasterId r:id="rId98"/>
  </p:handoutMasterIdLst>
  <p:sldIdLst>
    <p:sldId id="2147473436" r:id="rId89"/>
  </p:sldIdLst>
  <p:sldSz cx="12192000" cy="6858000"/>
  <p:notesSz cx="6858000" cy="9144000"/>
  <p:custDataLst>
    <p:tags r:id="rId99"/>
  </p:custDataLst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3D7"/>
    <a:srgbClr val="99E6A9"/>
    <a:srgbClr val="D9EED3"/>
    <a:srgbClr val="8AE694"/>
    <a:srgbClr val="F0ACAD"/>
    <a:srgbClr val="D8EED2"/>
    <a:srgbClr val="FFD2D3"/>
    <a:srgbClr val="F9D3D2"/>
    <a:srgbClr val="BDF1C6"/>
    <a:srgbClr val="AAF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02"/>
    <p:restoredTop sz="93710"/>
  </p:normalViewPr>
  <p:slideViewPr>
    <p:cSldViewPr snapToGrid="0" showGuides="1">
      <p:cViewPr>
        <p:scale>
          <a:sx n="96" d="100"/>
          <a:sy n="96" d="100"/>
        </p:scale>
        <p:origin x="1212" y="252"/>
      </p:cViewPr>
      <p:guideLst>
        <p:guide orient="horz" pos="2115"/>
        <p:guide pos="3817"/>
      </p:guideLst>
    </p:cSldViewPr>
  </p:slideViewPr>
  <p:outlineViewPr>
    <p:cViewPr>
      <p:scale>
        <a:sx n="33" d="100"/>
        <a:sy n="33" d="100"/>
      </p:scale>
      <p:origin x="0" y="-8536"/>
    </p:cViewPr>
  </p:outlineViewPr>
  <p:notesTextViewPr>
    <p:cViewPr>
      <p:scale>
        <a:sx n="90" d="100"/>
        <a:sy n="9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
<Relationships xmlns="http://schemas.openxmlformats.org/package/2006/relationships"><Relationship Id="rId89" Type="http://schemas.openxmlformats.org/officeDocument/2006/relationships/slide" Target="slides/slide85.xml"/><Relationship Id="rId102" Type="http://schemas.openxmlformats.org/officeDocument/2006/relationships/theme" Target="theme/theme1.xml"/><Relationship Id="rId103" Type="http://schemas.openxmlformats.org/officeDocument/2006/relationships/tableStyles" Target="tableStyles.xml"/><Relationship Id="rId1" Type="http://schemas.openxmlformats.org/officeDocument/2006/relationships/customXml" Target="../customXml/item1.xml"/><Relationship Id="rId99" Type="http://schemas.openxmlformats.org/officeDocument/2006/relationships/tags" Target="tags/tag1.xml"/><Relationship Id="rId10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00" Type="http://schemas.openxmlformats.org/officeDocument/2006/relationships/presProps" Target="presProps.xml"/><Relationship Id="rId98" Type="http://schemas.openxmlformats.org/officeDocument/2006/relationships/handoutMaster" Target="handoutMasters/handoutMaster1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A3AEA8-7145-3B46-467D-FE8035BB5B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DDF294-DA80-FE06-BE5D-61F0381D9C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CE297-58AE-AB45-BA01-DE87D03C6280}" type="datetimeFigureOut">
              <a:rPr lang="en-DK" smtClean="0">
                <a:latin typeface="Arial" panose="020B0604020202020204" pitchFamily="34" charset="0"/>
              </a:rPr>
              <a:t>10/14/2026</a:t>
            </a:fld>
            <a:endParaRPr lang="en-DK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EBDDF6-2C4B-DDB9-1B91-0FF64E49DE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591D7-7EBB-B29F-E28A-D976E9102B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75D3F3-CF65-F84F-94C3-BE9E59EB410B}" type="slidenum">
              <a:rPr lang="en-DK" smtClean="0">
                <a:latin typeface="Arial" panose="020B0604020202020204" pitchFamily="34" charset="0"/>
              </a:rPr>
              <a:t>‹#›</a:t>
            </a:fld>
            <a:endParaRPr lang="en-DK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8242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+mn-lt"/>
              </a:defRPr>
            </a:lvl1pPr>
          </a:lstStyle>
          <a:p>
            <a:fld id="{ADF2B39A-E3F6-634C-B40F-EA6B645C08D7}" type="datetimeFigureOut">
              <a:rPr lang="en-DK" smtClean="0"/>
              <a:pPr/>
              <a:t>10/14/2026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+mn-lt"/>
              </a:defRPr>
            </a:lvl1pPr>
          </a:lstStyle>
          <a:p>
            <a:fld id="{CF1CD82C-8186-9E41-8B8B-F66E4066A413}" type="slidenum">
              <a:rPr lang="en-DK" smtClean="0"/>
              <a:pPr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04914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0.xml"/><Relationship Id="rId4" Type="http://schemas.openxmlformats.org/officeDocument/2006/relationships/tags" Target="../tags/tag49.xml"/></Relationships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281940"/>
            <a:ext cx="11082528" cy="731520"/>
          </a:xfrm>
          <a:solidFill>
            <a:schemeClr val="bg1"/>
          </a:solidFill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873D95DD-E857-0D17-E5B3-689239B81CE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99965972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42" Type="http://schemas.openxmlformats.org/officeDocument/2006/relationships/tags" Target="../tags/tag11.xml"/><Relationship Id="rId47" Type="http://schemas.openxmlformats.org/officeDocument/2006/relationships/tags" Target="../tags/tag16.xml"/><Relationship Id="rId63" Type="http://schemas.openxmlformats.org/officeDocument/2006/relationships/tags" Target="../tags/tag32.xml"/><Relationship Id="rId68" Type="http://schemas.openxmlformats.org/officeDocument/2006/relationships/tags" Target="../tags/tag37.xml"/><Relationship Id="rId2" Type="http://schemas.openxmlformats.org/officeDocument/2006/relationships/slideLayout" Target="../slideLayouts/slideLayout2.xml"/><Relationship Id="rId32" Type="http://schemas.openxmlformats.org/officeDocument/2006/relationships/theme" Target="../theme/theme1.xml"/><Relationship Id="rId37" Type="http://schemas.openxmlformats.org/officeDocument/2006/relationships/tags" Target="../tags/tag6.xml"/><Relationship Id="rId40" Type="http://schemas.openxmlformats.org/officeDocument/2006/relationships/tags" Target="../tags/tag9.xml"/><Relationship Id="rId45" Type="http://schemas.openxmlformats.org/officeDocument/2006/relationships/tags" Target="../tags/tag14.xml"/><Relationship Id="rId53" Type="http://schemas.openxmlformats.org/officeDocument/2006/relationships/tags" Target="../tags/tag22.xml"/><Relationship Id="rId58" Type="http://schemas.openxmlformats.org/officeDocument/2006/relationships/tags" Target="../tags/tag27.xml"/><Relationship Id="rId66" Type="http://schemas.openxmlformats.org/officeDocument/2006/relationships/tags" Target="../tags/tag35.xml"/><Relationship Id="rId61" Type="http://schemas.openxmlformats.org/officeDocument/2006/relationships/tags" Target="../tags/tag30.xml"/><Relationship Id="rId35" Type="http://schemas.openxmlformats.org/officeDocument/2006/relationships/tags" Target="../tags/tag4.xml"/><Relationship Id="rId43" Type="http://schemas.openxmlformats.org/officeDocument/2006/relationships/tags" Target="../tags/tag12.xml"/><Relationship Id="rId48" Type="http://schemas.openxmlformats.org/officeDocument/2006/relationships/tags" Target="../tags/tag17.xml"/><Relationship Id="rId56" Type="http://schemas.openxmlformats.org/officeDocument/2006/relationships/tags" Target="../tags/tag25.xml"/><Relationship Id="rId64" Type="http://schemas.openxmlformats.org/officeDocument/2006/relationships/tags" Target="../tags/tag33.xml"/><Relationship Id="rId69" Type="http://schemas.openxmlformats.org/officeDocument/2006/relationships/tags" Target="../tags/tag38.xml"/><Relationship Id="rId51" Type="http://schemas.openxmlformats.org/officeDocument/2006/relationships/tags" Target="../tags/tag20.xml"/><Relationship Id="rId72" Type="http://schemas.openxmlformats.org/officeDocument/2006/relationships/tags" Target="../tags/tag41.xml"/><Relationship Id="rId33" Type="http://schemas.openxmlformats.org/officeDocument/2006/relationships/tags" Target="../tags/tag2.xml"/><Relationship Id="rId38" Type="http://schemas.openxmlformats.org/officeDocument/2006/relationships/tags" Target="../tags/tag7.xml"/><Relationship Id="rId46" Type="http://schemas.openxmlformats.org/officeDocument/2006/relationships/tags" Target="../tags/tag15.xml"/><Relationship Id="rId59" Type="http://schemas.openxmlformats.org/officeDocument/2006/relationships/tags" Target="../tags/tag28.xml"/><Relationship Id="rId67" Type="http://schemas.openxmlformats.org/officeDocument/2006/relationships/tags" Target="../tags/tag36.xml"/><Relationship Id="rId41" Type="http://schemas.openxmlformats.org/officeDocument/2006/relationships/tags" Target="../tags/tag10.xml"/><Relationship Id="rId54" Type="http://schemas.openxmlformats.org/officeDocument/2006/relationships/tags" Target="../tags/tag23.xml"/><Relationship Id="rId62" Type="http://schemas.openxmlformats.org/officeDocument/2006/relationships/tags" Target="../tags/tag31.xml"/><Relationship Id="rId70" Type="http://schemas.openxmlformats.org/officeDocument/2006/relationships/tags" Target="../tags/tag39.xml"/><Relationship Id="rId36" Type="http://schemas.openxmlformats.org/officeDocument/2006/relationships/tags" Target="../tags/tag5.xml"/><Relationship Id="rId49" Type="http://schemas.openxmlformats.org/officeDocument/2006/relationships/tags" Target="../tags/tag18.xml"/><Relationship Id="rId57" Type="http://schemas.openxmlformats.org/officeDocument/2006/relationships/tags" Target="../tags/tag26.xml"/><Relationship Id="rId44" Type="http://schemas.openxmlformats.org/officeDocument/2006/relationships/tags" Target="../tags/tag13.xml"/><Relationship Id="rId52" Type="http://schemas.openxmlformats.org/officeDocument/2006/relationships/tags" Target="../tags/tag21.xml"/><Relationship Id="rId60" Type="http://schemas.openxmlformats.org/officeDocument/2006/relationships/tags" Target="../tags/tag29.xml"/><Relationship Id="rId65" Type="http://schemas.openxmlformats.org/officeDocument/2006/relationships/tags" Target="../tags/tag34.xml"/><Relationship Id="rId73" Type="http://schemas.openxmlformats.org/officeDocument/2006/relationships/image" Target="../media/image1.png"/><Relationship Id="rId39" Type="http://schemas.openxmlformats.org/officeDocument/2006/relationships/tags" Target="../tags/tag8.xml"/><Relationship Id="rId34" Type="http://schemas.openxmlformats.org/officeDocument/2006/relationships/tags" Target="../tags/tag3.xml"/><Relationship Id="rId50" Type="http://schemas.openxmlformats.org/officeDocument/2006/relationships/tags" Target="../tags/tag19.xml"/><Relationship Id="rId55" Type="http://schemas.openxmlformats.org/officeDocument/2006/relationships/tags" Target="../tags/tag24.xml"/><Relationship Id="rId71" Type="http://schemas.openxmlformats.org/officeDocument/2006/relationships/tags" Target="../tags/tag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>
            <p:custDataLst>
              <p:tags r:id="rId33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>
            <p:custDataLst>
              <p:tags r:id="rId34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35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36"/>
            </p:custDataLst>
          </p:nvPr>
        </p:nvSpPr>
        <p:spPr>
          <a:xfrm>
            <a:off x="554736" y="281940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>
            <p:custDataLst>
              <p:tags r:id="rId37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bg1">
                    <a:lumMod val="75000"/>
                  </a:schemeClr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58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7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7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59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6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7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60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6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6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61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6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6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62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6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6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E9A39F2-9F39-B63D-6667-292776313624}"/>
              </a:ext>
            </a:extLst>
          </p:cNvPr>
          <p:cNvCxnSpPr/>
          <p:nvPr userDrawn="1">
            <p:custDataLst>
              <p:tags r:id="rId38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>
            <a:extLst>
              <a:ext uri="{FF2B5EF4-FFF2-40B4-BE49-F238E27FC236}">
                <a16:creationId xmlns:a16="http://schemas.microsoft.com/office/drawing/2014/main" id="{53C9F739-9886-1BA9-8A23-1D3A1FD55B6E}"/>
              </a:ext>
            </a:extLst>
          </p:cNvPr>
          <p:cNvCxnSpPr/>
          <p:nvPr userDrawn="1">
            <p:custDataLst>
              <p:tags r:id="rId39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>
            <a:extLst>
              <a:ext uri="{FF2B5EF4-FFF2-40B4-BE49-F238E27FC236}">
                <a16:creationId xmlns:a16="http://schemas.microsoft.com/office/drawing/2014/main" id="{F1897D89-6FB8-62D7-618A-A1F910A4A4E5}"/>
              </a:ext>
            </a:extLst>
          </p:cNvPr>
          <p:cNvSpPr txBox="1"/>
          <p:nvPr userDrawn="1">
            <p:custDataLst>
              <p:tags r:id="rId40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0" name="Grid" hidden="1">
            <a:extLst>
              <a:ext uri="{FF2B5EF4-FFF2-40B4-BE49-F238E27FC236}">
                <a16:creationId xmlns:a16="http://schemas.microsoft.com/office/drawing/2014/main" id="{51644440-1ADD-8E9D-86D4-FB7BFA9BC0A2}"/>
              </a:ext>
            </a:extLst>
          </p:cNvPr>
          <p:cNvGrpSpPr/>
          <p:nvPr userDrawn="1">
            <p:custDataLst>
              <p:tags r:id="rId41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2" name="slide margin">
              <a:extLst>
                <a:ext uri="{FF2B5EF4-FFF2-40B4-BE49-F238E27FC236}">
                  <a16:creationId xmlns:a16="http://schemas.microsoft.com/office/drawing/2014/main" id="{DFDD99EA-E72A-B0BB-6037-FCD2385E0611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E5EF601-8444-8F22-A16C-B29B72ECFDE9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5825639-9BC0-04C4-C395-EA0D1CE24354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65A1D5-1116-62C1-599E-43929F95F622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08034E-59EE-6FCF-409D-813B8A70351D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4C0E065-4425-104F-EF00-6F666751C801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7E534CC-B1CD-D23B-B940-1E6183D2FF79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AA036F3-B8C6-F93B-D0A3-B42D63FB5B19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C8DC308-0506-271A-CB8A-72B4FC39713B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452DE4-8C19-96C0-E209-F46BF6DAAFFB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C5B74EC-5C7B-2AB1-4B8B-36E6FDC507D6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56AB8A6-26CA-7FB1-5B6E-2BDB99B790AE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5748C74-63F9-0D4A-EF34-C4CEBB0754B4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: Shape 72">
              <a:extLst>
                <a:ext uri="{FF2B5EF4-FFF2-40B4-BE49-F238E27FC236}">
                  <a16:creationId xmlns:a16="http://schemas.microsoft.com/office/drawing/2014/main" id="{F206F557-705C-3A42-760E-70DD71AC0633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7" name="Freeform: Shape 73">
              <a:extLst>
                <a:ext uri="{FF2B5EF4-FFF2-40B4-BE49-F238E27FC236}">
                  <a16:creationId xmlns:a16="http://schemas.microsoft.com/office/drawing/2014/main" id="{3A895951-C0B7-EF46-76A8-C7FAF1A3ADA9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8" name="Freeform: Shape 74">
              <a:extLst>
                <a:ext uri="{FF2B5EF4-FFF2-40B4-BE49-F238E27FC236}">
                  <a16:creationId xmlns:a16="http://schemas.microsoft.com/office/drawing/2014/main" id="{62D79D41-FB0F-4EA0-C860-65AFB096E11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Freeform: Shape 75">
              <a:extLst>
                <a:ext uri="{FF2B5EF4-FFF2-40B4-BE49-F238E27FC236}">
                  <a16:creationId xmlns:a16="http://schemas.microsoft.com/office/drawing/2014/main" id="{8FBC2369-68EF-4544-D73C-4DDAA8277FFD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" name="Freeform: Shape 76">
              <a:extLst>
                <a:ext uri="{FF2B5EF4-FFF2-40B4-BE49-F238E27FC236}">
                  <a16:creationId xmlns:a16="http://schemas.microsoft.com/office/drawing/2014/main" id="{D1F30BDD-B520-9B5D-B18B-6FAFADC3D964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Freeform: Shape 77">
              <a:extLst>
                <a:ext uri="{FF2B5EF4-FFF2-40B4-BE49-F238E27FC236}">
                  <a16:creationId xmlns:a16="http://schemas.microsoft.com/office/drawing/2014/main" id="{E997A2FF-CE4B-40BE-9756-9BAE07D84F9B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2" name="Freeform: Shape 78">
              <a:extLst>
                <a:ext uri="{FF2B5EF4-FFF2-40B4-BE49-F238E27FC236}">
                  <a16:creationId xmlns:a16="http://schemas.microsoft.com/office/drawing/2014/main" id="{A2B6E240-3F84-886B-4CDD-AD310BF84EAD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" name="Freeform: Shape 79">
              <a:extLst>
                <a:ext uri="{FF2B5EF4-FFF2-40B4-BE49-F238E27FC236}">
                  <a16:creationId xmlns:a16="http://schemas.microsoft.com/office/drawing/2014/main" id="{9D00475B-AFA4-C8E7-E054-FFE5DF99DE76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Freeform: Shape 80">
              <a:extLst>
                <a:ext uri="{FF2B5EF4-FFF2-40B4-BE49-F238E27FC236}">
                  <a16:creationId xmlns:a16="http://schemas.microsoft.com/office/drawing/2014/main" id="{C9784F11-D6C4-7797-4572-31C608389129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5" name="Freeform: Shape 81">
              <a:extLst>
                <a:ext uri="{FF2B5EF4-FFF2-40B4-BE49-F238E27FC236}">
                  <a16:creationId xmlns:a16="http://schemas.microsoft.com/office/drawing/2014/main" id="{7163AEF6-C346-ABBD-E3BE-BA071956B065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6" name="Freeform: Shape 82">
              <a:extLst>
                <a:ext uri="{FF2B5EF4-FFF2-40B4-BE49-F238E27FC236}">
                  <a16:creationId xmlns:a16="http://schemas.microsoft.com/office/drawing/2014/main" id="{4C1E182C-2571-C0A1-195A-09B6805C639E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7" name="Freeform: Shape 83">
              <a:extLst>
                <a:ext uri="{FF2B5EF4-FFF2-40B4-BE49-F238E27FC236}">
                  <a16:creationId xmlns:a16="http://schemas.microsoft.com/office/drawing/2014/main" id="{A09D0A1E-F3D3-4EDA-A958-66F385C229E5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Freeform: Shape 84">
              <a:extLst>
                <a:ext uri="{FF2B5EF4-FFF2-40B4-BE49-F238E27FC236}">
                  <a16:creationId xmlns:a16="http://schemas.microsoft.com/office/drawing/2014/main" id="{2EADAFE0-CE70-3272-F177-111E345B1D5F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9" name="Freeform: Shape 85">
              <a:extLst>
                <a:ext uri="{FF2B5EF4-FFF2-40B4-BE49-F238E27FC236}">
                  <a16:creationId xmlns:a16="http://schemas.microsoft.com/office/drawing/2014/main" id="{A38C3561-4BB0-06F1-16C8-116543B8FE2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0" name="Freeform: Shape 86">
              <a:extLst>
                <a:ext uri="{FF2B5EF4-FFF2-40B4-BE49-F238E27FC236}">
                  <a16:creationId xmlns:a16="http://schemas.microsoft.com/office/drawing/2014/main" id="{9402A10F-1610-EA76-AE7A-792DEE0C670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87">
              <a:extLst>
                <a:ext uri="{FF2B5EF4-FFF2-40B4-BE49-F238E27FC236}">
                  <a16:creationId xmlns:a16="http://schemas.microsoft.com/office/drawing/2014/main" id="{F05474CD-57B5-7B0B-430C-0B77DA372F45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88">
              <a:extLst>
                <a:ext uri="{FF2B5EF4-FFF2-40B4-BE49-F238E27FC236}">
                  <a16:creationId xmlns:a16="http://schemas.microsoft.com/office/drawing/2014/main" id="{BDC96CDA-7F07-B2C9-5DA9-1BD49CF4F80E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89">
              <a:extLst>
                <a:ext uri="{FF2B5EF4-FFF2-40B4-BE49-F238E27FC236}">
                  <a16:creationId xmlns:a16="http://schemas.microsoft.com/office/drawing/2014/main" id="{990BD212-EA36-6D25-30DD-20D38B42C1F3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90">
              <a:extLst>
                <a:ext uri="{FF2B5EF4-FFF2-40B4-BE49-F238E27FC236}">
                  <a16:creationId xmlns:a16="http://schemas.microsoft.com/office/drawing/2014/main" id="{F395A1C6-3F8A-2A6B-24D8-630016CA41ED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91">
              <a:extLst>
                <a:ext uri="{FF2B5EF4-FFF2-40B4-BE49-F238E27FC236}">
                  <a16:creationId xmlns:a16="http://schemas.microsoft.com/office/drawing/2014/main" id="{E390241E-8C1E-9EF9-863E-6A42242913E6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92">
              <a:extLst>
                <a:ext uri="{FF2B5EF4-FFF2-40B4-BE49-F238E27FC236}">
                  <a16:creationId xmlns:a16="http://schemas.microsoft.com/office/drawing/2014/main" id="{F3CC0A30-8351-4C98-5A0A-A87C59D781A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93">
              <a:extLst>
                <a:ext uri="{FF2B5EF4-FFF2-40B4-BE49-F238E27FC236}">
                  <a16:creationId xmlns:a16="http://schemas.microsoft.com/office/drawing/2014/main" id="{B1FD3E3A-995B-5335-C94B-5BBD52AAD038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94">
              <a:extLst>
                <a:ext uri="{FF2B5EF4-FFF2-40B4-BE49-F238E27FC236}">
                  <a16:creationId xmlns:a16="http://schemas.microsoft.com/office/drawing/2014/main" id="{6D884214-CADE-E9E8-7EBB-AD9EA8205ECC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95">
              <a:extLst>
                <a:ext uri="{FF2B5EF4-FFF2-40B4-BE49-F238E27FC236}">
                  <a16:creationId xmlns:a16="http://schemas.microsoft.com/office/drawing/2014/main" id="{7001AA20-0FB9-3E59-2C13-68CFEB63FF0A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Freeform: Shape 96">
              <a:extLst>
                <a:ext uri="{FF2B5EF4-FFF2-40B4-BE49-F238E27FC236}">
                  <a16:creationId xmlns:a16="http://schemas.microsoft.com/office/drawing/2014/main" id="{0B055B71-9080-62F8-DDEF-05FC3C3AF535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5E76766-E6F1-9BDC-90D6-5DDA87FAA6B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360ED82-73BF-572D-8249-42C7EAB989DE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F4010D7-A4D0-B7B3-A7F0-ADFC601A0DF2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AF3DB34-6F53-DC66-DD38-4FC0CA044549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AF0A684-C510-1FAC-FBE4-0B96A84AF71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BF92786-635F-3978-073F-F114CF356704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91D4FC4-ABFC-703A-2ED7-4D5C438B5A97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5C24278-582F-2870-0438-CA3CB0B139A8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EDFD6CF-9942-06B0-8F59-8E5B3284A6AF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5262545-5B6C-A771-B4DA-ACFBE3236829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7B9B940A-5927-E739-3611-61DA3375811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BC849113-605B-F3DA-E173-281AC8280A12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CDFC5C8-F98A-D081-8EF4-955E04E0AF34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7B1670F-FC44-661A-1162-E11EB84CD3FB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D98B1418-E134-314C-3F80-57558A108CF2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2E56FE22-E476-387F-51C6-2C3ECFF12B9E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E3626EA-72F9-D117-FC8E-2C4B290D9903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F71F10BE-65F9-FA45-8FED-61F63DCE140D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C103E583-6ADC-FDD2-D7FE-C3D8144340F5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B450D1BB-2FEB-748A-8B85-369DF66F1412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E16037A9-466B-CD2D-007E-BE83B10BD83A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5BA0A609-D369-0EA5-BBF6-9A747BCD68AA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B4BBC03-D655-703E-11A8-2BCF28AAED8C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F6684BEC-43CE-A48E-AE76-E14D5030960C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24B14B62-0408-790C-7987-A094F71DEBFB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A9E9ED69-034C-427D-CE50-D42D91D81E10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AD91689-FF82-C974-4DB8-DBD32B49B95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B1776815-911C-CEEB-AEFF-99733D3AA8E5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C8A50A73-AE29-C0F3-D459-44636AD26EE4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9F4810E-2F78-D3AB-8712-A71710010F84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763D516C-8A1D-5C0D-0C3B-F8D696ECD154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6AD17F0F-5E2C-EDAB-9E86-8EBB04755668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899FEAE6-2345-2206-E336-675EB4588455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3CF941D-4F37-EBC6-5854-F5B9EF02AB7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E63E3E3-7041-EBA7-3942-B4FC2DB7450A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68E7D5A-96C2-BD55-8D55-F27CEDADF061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B5DF25BB-38E5-D9E1-5F2A-CDD5B2F6F510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675403A6-13D0-5897-02C5-05A9595BE158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2984302-BDC4-1FCC-57F9-838A4BE99CF8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56632348-38EB-0F91-820E-D158D42B5B78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6EE9006-9537-518C-97FF-046FE1238245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B833350-D606-1EBC-F1FC-3A9BB35FC99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C2249093-A4A5-F64A-FF99-B3F52AB459F7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AC5D1C4F-FC18-9722-8BF2-3FA8FD57D96A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main body box">
              <a:extLst>
                <a:ext uri="{FF2B5EF4-FFF2-40B4-BE49-F238E27FC236}">
                  <a16:creationId xmlns:a16="http://schemas.microsoft.com/office/drawing/2014/main" id="{01A00ABC-6BB8-8486-683A-06BD49F14F87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20B04C9-EB26-A43C-9EEE-F4E7A573D8CC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C361B652-9F3D-9F6D-0BF0-9649B79F9E5D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230" name="LegendBoxes" hidden="1">
            <a:extLst>
              <a:ext uri="{FF2B5EF4-FFF2-40B4-BE49-F238E27FC236}">
                <a16:creationId xmlns:a16="http://schemas.microsoft.com/office/drawing/2014/main" id="{DA140FE2-CADF-EA30-ED30-29A72CACED0B}"/>
              </a:ext>
            </a:extLst>
          </p:cNvPr>
          <p:cNvGrpSpPr/>
          <p:nvPr userDrawn="1"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231" name="RectangleLegend1">
              <a:extLst>
                <a:ext uri="{FF2B5EF4-FFF2-40B4-BE49-F238E27FC236}">
                  <a16:creationId xmlns:a16="http://schemas.microsoft.com/office/drawing/2014/main" id="{3D56CF41-9C15-7367-27AC-93B05F2BE373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2" name="RectangleLegend2">
              <a:extLst>
                <a:ext uri="{FF2B5EF4-FFF2-40B4-BE49-F238E27FC236}">
                  <a16:creationId xmlns:a16="http://schemas.microsoft.com/office/drawing/2014/main" id="{49AD417F-308C-5992-8823-94BFE60BD4A2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3" name="RectangleLegend3">
              <a:extLst>
                <a:ext uri="{FF2B5EF4-FFF2-40B4-BE49-F238E27FC236}">
                  <a16:creationId xmlns:a16="http://schemas.microsoft.com/office/drawing/2014/main" id="{47CF24C4-5720-4353-1F3E-A2C7AFBA3F7B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4" name="RectangleLegend4">
              <a:extLst>
                <a:ext uri="{FF2B5EF4-FFF2-40B4-BE49-F238E27FC236}">
                  <a16:creationId xmlns:a16="http://schemas.microsoft.com/office/drawing/2014/main" id="{31EB11AC-04F8-B178-5C48-858D6D97C307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5" name="RectangleLegend5">
              <a:extLst>
                <a:ext uri="{FF2B5EF4-FFF2-40B4-BE49-F238E27FC236}">
                  <a16:creationId xmlns:a16="http://schemas.microsoft.com/office/drawing/2014/main" id="{31BC1CD9-1007-79AC-39CA-55BA6E254762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6" name="Legend1">
              <a:extLst>
                <a:ext uri="{FF2B5EF4-FFF2-40B4-BE49-F238E27FC236}">
                  <a16:creationId xmlns:a16="http://schemas.microsoft.com/office/drawing/2014/main" id="{03A389AE-AEFA-0F10-E5F2-2663AE691519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7" name="Legend2">
              <a:extLst>
                <a:ext uri="{FF2B5EF4-FFF2-40B4-BE49-F238E27FC236}">
                  <a16:creationId xmlns:a16="http://schemas.microsoft.com/office/drawing/2014/main" id="{022A8E04-C1CC-07DD-A0A3-53A43BDF8E43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8" name="Legend3">
              <a:extLst>
                <a:ext uri="{FF2B5EF4-FFF2-40B4-BE49-F238E27FC236}">
                  <a16:creationId xmlns:a16="http://schemas.microsoft.com/office/drawing/2014/main" id="{D0FA2EAB-FEBC-9246-113E-F8975043C34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9" name="Legend4">
              <a:extLst>
                <a:ext uri="{FF2B5EF4-FFF2-40B4-BE49-F238E27FC236}">
                  <a16:creationId xmlns:a16="http://schemas.microsoft.com/office/drawing/2014/main" id="{EB06A4EF-5C6A-1BC9-735A-3D9E405C0C48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0" name="Legend5">
              <a:extLst>
                <a:ext uri="{FF2B5EF4-FFF2-40B4-BE49-F238E27FC236}">
                  <a16:creationId xmlns:a16="http://schemas.microsoft.com/office/drawing/2014/main" id="{E1842B41-D7C0-5BF1-4DA4-FD2A3A0AB9D7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241" name="LegendMoons" hidden="1">
            <a:extLst>
              <a:ext uri="{FF2B5EF4-FFF2-40B4-BE49-F238E27FC236}">
                <a16:creationId xmlns:a16="http://schemas.microsoft.com/office/drawing/2014/main" id="{120D6298-48BC-FD1F-2FF4-80415E1C0960}"/>
              </a:ext>
            </a:extLst>
          </p:cNvPr>
          <p:cNvGrpSpPr/>
          <p:nvPr userDrawn="1"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242" name="Legend1">
              <a:extLst>
                <a:ext uri="{FF2B5EF4-FFF2-40B4-BE49-F238E27FC236}">
                  <a16:creationId xmlns:a16="http://schemas.microsoft.com/office/drawing/2014/main" id="{D4645ED9-4C1A-B150-D4AD-3859909EDF9D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3" name="Legend2">
              <a:extLst>
                <a:ext uri="{FF2B5EF4-FFF2-40B4-BE49-F238E27FC236}">
                  <a16:creationId xmlns:a16="http://schemas.microsoft.com/office/drawing/2014/main" id="{B097AA46-31C7-DF4F-BA04-ECE0B2DA47C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4" name="Legend3">
              <a:extLst>
                <a:ext uri="{FF2B5EF4-FFF2-40B4-BE49-F238E27FC236}">
                  <a16:creationId xmlns:a16="http://schemas.microsoft.com/office/drawing/2014/main" id="{1B6E5ECB-7D44-C964-9F92-8F17281991DB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5" name="Legend4">
              <a:extLst>
                <a:ext uri="{FF2B5EF4-FFF2-40B4-BE49-F238E27FC236}">
                  <a16:creationId xmlns:a16="http://schemas.microsoft.com/office/drawing/2014/main" id="{750BF540-29C6-64FF-4671-ACC833E4A778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6" name="Legend5">
              <a:extLst>
                <a:ext uri="{FF2B5EF4-FFF2-40B4-BE49-F238E27FC236}">
                  <a16:creationId xmlns:a16="http://schemas.microsoft.com/office/drawing/2014/main" id="{4AC683E1-DB66-07EC-9E5B-FE2323B40A20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47" name="MoonLegend1">
              <a:extLst>
                <a:ext uri="{FF2B5EF4-FFF2-40B4-BE49-F238E27FC236}">
                  <a16:creationId xmlns:a16="http://schemas.microsoft.com/office/drawing/2014/main" id="{FAA7541F-C866-D60B-770F-A59B3332E829}"/>
                </a:ext>
              </a:extLst>
            </p:cNvPr>
            <p:cNvGrpSpPr>
              <a:grpSpLocks noChangeAspect="1"/>
            </p:cNvGrpSpPr>
            <p:nvPr>
              <p:custDataLst>
                <p:tags r:id="rId43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F9765154-4172-6B57-824F-E3282EB25545}"/>
                  </a:ext>
                </a:extLst>
              </p:cNvPr>
              <p:cNvSpPr/>
              <p:nvPr>
                <p:custDataLst>
                  <p:tags r:id="rId5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Arc 260" hidden="1">
                <a:extLst>
                  <a:ext uri="{FF2B5EF4-FFF2-40B4-BE49-F238E27FC236}">
                    <a16:creationId xmlns:a16="http://schemas.microsoft.com/office/drawing/2014/main" id="{3080280D-10CE-12FB-C043-DAF18B92224E}"/>
                  </a:ext>
                </a:extLst>
              </p:cNvPr>
              <p:cNvSpPr/>
              <p:nvPr>
                <p:custDataLst>
                  <p:tags r:id="rId5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8" name="MoonLegend2">
              <a:extLst>
                <a:ext uri="{FF2B5EF4-FFF2-40B4-BE49-F238E27FC236}">
                  <a16:creationId xmlns:a16="http://schemas.microsoft.com/office/drawing/2014/main" id="{35BFD9DA-1144-8DA1-53C3-E01D5FCE9607}"/>
                </a:ext>
              </a:extLst>
            </p:cNvPr>
            <p:cNvGrpSpPr>
              <a:grpSpLocks noChangeAspect="1"/>
            </p:cNvGrpSpPr>
            <p:nvPr>
              <p:custDataLst>
                <p:tags r:id="rId44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7F3A3989-BFC1-FB0C-B737-5372F8E5251A}"/>
                  </a:ext>
                </a:extLst>
              </p:cNvPr>
              <p:cNvSpPr/>
              <p:nvPr>
                <p:custDataLst>
                  <p:tags r:id="rId5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89CD9953-848A-D82D-7E93-D7FB686C0FE9}"/>
                  </a:ext>
                </a:extLst>
              </p:cNvPr>
              <p:cNvSpPr/>
              <p:nvPr>
                <p:custDataLst>
                  <p:tags r:id="rId5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9" name="MoonLegend3">
              <a:extLst>
                <a:ext uri="{FF2B5EF4-FFF2-40B4-BE49-F238E27FC236}">
                  <a16:creationId xmlns:a16="http://schemas.microsoft.com/office/drawing/2014/main" id="{3A6C7557-E615-FD87-E58D-14658FF5B2FF}"/>
                </a:ext>
              </a:extLst>
            </p:cNvPr>
            <p:cNvGrpSpPr>
              <a:grpSpLocks noChangeAspect="1"/>
            </p:cNvGrpSpPr>
            <p:nvPr>
              <p:custDataLst>
                <p:tags r:id="rId45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79CC9BBC-BBEE-3499-50C2-103A049A2E39}"/>
                  </a:ext>
                </a:extLst>
              </p:cNvPr>
              <p:cNvSpPr/>
              <p:nvPr>
                <p:custDataLst>
                  <p:tags r:id="rId5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CA9D0D66-B926-6711-C9CD-CC26CC428752}"/>
                  </a:ext>
                </a:extLst>
              </p:cNvPr>
              <p:cNvSpPr/>
              <p:nvPr>
                <p:custDataLst>
                  <p:tags r:id="rId5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0" name="MoonLegend4">
              <a:extLst>
                <a:ext uri="{FF2B5EF4-FFF2-40B4-BE49-F238E27FC236}">
                  <a16:creationId xmlns:a16="http://schemas.microsoft.com/office/drawing/2014/main" id="{5145DF82-5284-5B87-E8ED-35DFDE527B9C}"/>
                </a:ext>
              </a:extLst>
            </p:cNvPr>
            <p:cNvGrpSpPr>
              <a:grpSpLocks noChangeAspect="1"/>
            </p:cNvGrpSpPr>
            <p:nvPr>
              <p:custDataLst>
                <p:tags r:id="rId46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90C635A4-3E20-0EB8-7815-407711BC5F28}"/>
                  </a:ext>
                </a:extLst>
              </p:cNvPr>
              <p:cNvSpPr/>
              <p:nvPr>
                <p:custDataLst>
                  <p:tags r:id="rId5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Arc 254">
                <a:extLst>
                  <a:ext uri="{FF2B5EF4-FFF2-40B4-BE49-F238E27FC236}">
                    <a16:creationId xmlns:a16="http://schemas.microsoft.com/office/drawing/2014/main" id="{C65316C1-EDCB-E2BE-4D89-1E1468DE7420}"/>
                  </a:ext>
                </a:extLst>
              </p:cNvPr>
              <p:cNvSpPr/>
              <p:nvPr>
                <p:custDataLst>
                  <p:tags r:id="rId5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1" name="MoonLegend5">
              <a:extLst>
                <a:ext uri="{FF2B5EF4-FFF2-40B4-BE49-F238E27FC236}">
                  <a16:creationId xmlns:a16="http://schemas.microsoft.com/office/drawing/2014/main" id="{D8358732-CCB1-2629-A827-5C53E0761679}"/>
                </a:ext>
              </a:extLst>
            </p:cNvPr>
            <p:cNvGrpSpPr>
              <a:grpSpLocks noChangeAspect="1"/>
            </p:cNvGrpSpPr>
            <p:nvPr>
              <p:custDataLst>
                <p:tags r:id="rId47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D232D143-C395-53AC-A2AC-DABF2AC778C7}"/>
                  </a:ext>
                </a:extLst>
              </p:cNvPr>
              <p:cNvSpPr/>
              <p:nvPr>
                <p:custDataLst>
                  <p:tags r:id="rId4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Arc 252">
                <a:extLst>
                  <a:ext uri="{FF2B5EF4-FFF2-40B4-BE49-F238E27FC236}">
                    <a16:creationId xmlns:a16="http://schemas.microsoft.com/office/drawing/2014/main" id="{58A1EC73-211C-38DE-8D39-329285214178}"/>
                  </a:ext>
                </a:extLst>
              </p:cNvPr>
              <p:cNvSpPr/>
              <p:nvPr>
                <p:custDataLst>
                  <p:tags r:id="rId4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62" name="Sticker" hidden="1">
            <a:extLst>
              <a:ext uri="{FF2B5EF4-FFF2-40B4-BE49-F238E27FC236}">
                <a16:creationId xmlns:a16="http://schemas.microsoft.com/office/drawing/2014/main" id="{F81F59CB-FAF1-7482-9956-93A229A6260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263" name="StickerRectangle">
              <a:extLst>
                <a:ext uri="{FF2B5EF4-FFF2-40B4-BE49-F238E27FC236}">
                  <a16:creationId xmlns:a16="http://schemas.microsoft.com/office/drawing/2014/main" id="{F6DD3CC4-22D7-BCE3-3B82-D4E3B323D11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264" name="StickerUnderline">
              <a:extLst>
                <a:ext uri="{FF2B5EF4-FFF2-40B4-BE49-F238E27FC236}">
                  <a16:creationId xmlns:a16="http://schemas.microsoft.com/office/drawing/2014/main" id="{17F0D568-CBF6-38D2-E739-A80F43FC58B7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5" name="LegendLines" hidden="1">
            <a:extLst>
              <a:ext uri="{FF2B5EF4-FFF2-40B4-BE49-F238E27FC236}">
                <a16:creationId xmlns:a16="http://schemas.microsoft.com/office/drawing/2014/main" id="{7827F435-FBA6-6CE0-6262-3D474F3659C9}"/>
              </a:ext>
            </a:extLst>
          </p:cNvPr>
          <p:cNvGrpSpPr/>
          <p:nvPr userDrawn="1"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266" name="Legend1">
              <a:extLst>
                <a:ext uri="{FF2B5EF4-FFF2-40B4-BE49-F238E27FC236}">
                  <a16:creationId xmlns:a16="http://schemas.microsoft.com/office/drawing/2014/main" id="{413AFE2D-DA8A-BA3D-AA68-53A103C919FE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7" name="Legend2">
              <a:extLst>
                <a:ext uri="{FF2B5EF4-FFF2-40B4-BE49-F238E27FC236}">
                  <a16:creationId xmlns:a16="http://schemas.microsoft.com/office/drawing/2014/main" id="{BFCBBCF3-D27F-22D7-1551-93106207737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8" name="Legend3">
              <a:extLst>
                <a:ext uri="{FF2B5EF4-FFF2-40B4-BE49-F238E27FC236}">
                  <a16:creationId xmlns:a16="http://schemas.microsoft.com/office/drawing/2014/main" id="{06CB055B-730A-79A2-F1CC-3B43FE3D67C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9" name="LineLegend3">
              <a:extLst>
                <a:ext uri="{FF2B5EF4-FFF2-40B4-BE49-F238E27FC236}">
                  <a16:creationId xmlns:a16="http://schemas.microsoft.com/office/drawing/2014/main" id="{7D950EF6-0D3F-D6B9-4B9A-9D16BF6AC69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0" name="LineLegend2">
              <a:extLst>
                <a:ext uri="{FF2B5EF4-FFF2-40B4-BE49-F238E27FC236}">
                  <a16:creationId xmlns:a16="http://schemas.microsoft.com/office/drawing/2014/main" id="{0E7CFBF9-5813-EB1F-AFB1-2518F639E54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1" name="LineLegend1">
              <a:extLst>
                <a:ext uri="{FF2B5EF4-FFF2-40B4-BE49-F238E27FC236}">
                  <a16:creationId xmlns:a16="http://schemas.microsoft.com/office/drawing/2014/main" id="{9A8DE68D-EA14-C456-25AC-B97678DE181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  <p:sp>
        <p:nvSpPr>
          <p:cNvPr id="272" name="Slide Number">
            <a:extLst>
              <a:ext uri="{FF2B5EF4-FFF2-40B4-BE49-F238E27FC236}">
                <a16:creationId xmlns:a16="http://schemas.microsoft.com/office/drawing/2014/main" id="{7A4B5D23-73AB-C752-5924-7011E3EB5A9D}"/>
              </a:ext>
            </a:extLst>
          </p:cNvPr>
          <p:cNvSpPr>
            <a:spLocks noChangeArrowheads="1"/>
          </p:cNvSpPr>
          <p:nvPr userDrawn="1">
            <p:custDataLst>
              <p:tags r:id="rId4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273" name="GNA footer logo" descr="GNA logo"/>
          <p:cNvPicPr>
            <a:picLocks noChangeAspect="1"/>
          </p:cNvPicPr>
          <p:nvPr userDrawn="1"/>
        </p:nvPicPr>
        <p:blipFill>
          <a:blip r:embed="rId73"/>
          <a:stretch>
            <a:fillRect/>
          </a:stretch>
        </p:blipFill>
        <p:spPr>
          <a:xfrm>
            <a:off x="10934816" y="6490411"/>
            <a:ext cx="268412" cy="17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692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7" r:id="rId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, 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  <p15:guide id="9" orient="horz" pos="1344">
          <p15:clr>
            <a:srgbClr val="5ACBF0"/>
          </p15:clr>
        </p15:guide>
      </p15:sldGuideLst>
    </p:ext>
  </p:extLst>
</p:sldMaster>
</file>

<file path=ppt/slides/_rels/slide8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Gna1" Type="http://schemas.openxmlformats.org/officeDocument/2006/relationships/tags" Target="../tags/gnatag1.xml"/></Relationships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[Roles and responsibilities / Insert action title]</a:t>
            </a:r>
          </a:p>
        </p:txBody>
      </p:sp>
      <p:graphicFrame>
        <p:nvGraphicFramePr>
          <p:cNvPr id="3" name="RACI table"/>
          <p:cNvGraphicFramePr>
            <a:graphicFrameLocks noGrp="1"/>
          </p:cNvGraphicFramePr>
          <p:nvPr/>
        </p:nvGraphicFramePr>
        <p:xfrm>
          <a:off x="557784" y="1508760"/>
          <a:ext cx="11082528" cy="35204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4988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25043"/>
                          </a:solidFill>
                        </a:rPr>
                        <a:t>Activity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>
                      <a:solidFill>
                        <a:srgbClr val="02504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25043"/>
                          </a:solidFill>
                        </a:rPr>
                        <a:t>[Role 1]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>
                      <a:solidFill>
                        <a:srgbClr val="02504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25043"/>
                          </a:solidFill>
                        </a:rPr>
                        <a:t>[Role 2]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>
                      <a:solidFill>
                        <a:srgbClr val="02504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25043"/>
                          </a:solidFill>
                        </a:rPr>
                        <a:t>[Role 3]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>
                      <a:solidFill>
                        <a:srgbClr val="02504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25043"/>
                          </a:solidFill>
                        </a:rPr>
                        <a:t>[Role 4]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>
                      <a:solidFill>
                        <a:srgbClr val="025043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[Activity 1]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15875" cap="flat" cmpd="sng" algn="ctr">
                      <a:solidFill>
                        <a:srgbClr val="025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25043"/>
                          </a:solidFill>
                        </a:rPr>
                        <a:t>A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15875" cap="flat" cmpd="sng" algn="ctr">
                      <a:solidFill>
                        <a:srgbClr val="025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25043"/>
                          </a:solidFill>
                        </a:rPr>
                        <a:t>R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15875" cap="flat" cmpd="sng" algn="ctr">
                      <a:solidFill>
                        <a:srgbClr val="025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8C8C8C"/>
                          </a:solidFill>
                        </a:rPr>
                        <a:t>C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15875" cap="flat" cmpd="sng" algn="ctr">
                      <a:solidFill>
                        <a:srgbClr val="025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8C8C8C"/>
                          </a:solidFill>
                        </a:rPr>
                        <a:t>I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15875" cap="flat" cmpd="sng" algn="ctr">
                      <a:solidFill>
                        <a:srgbClr val="025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[Activity 2]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8C8C8C"/>
                          </a:solidFill>
                        </a:rPr>
                        <a:t>C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25043"/>
                          </a:solidFill>
                        </a:rPr>
                        <a:t>A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25043"/>
                          </a:solidFill>
                        </a:rPr>
                        <a:t>R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8C8C8C"/>
                          </a:solidFill>
                        </a:rPr>
                        <a:t>I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[Activity 3]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8C8C8C"/>
                          </a:solidFill>
                        </a:rPr>
                        <a:t>I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25043"/>
                          </a:solidFill>
                        </a:rPr>
                        <a:t>A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25043"/>
                          </a:solidFill>
                        </a:rPr>
                        <a:t>R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8C8C8C"/>
                          </a:solidFill>
                        </a:rPr>
                        <a:t>C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[Activity 4]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25043"/>
                          </a:solidFill>
                        </a:rPr>
                        <a:t>A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8C8C8C"/>
                          </a:solidFill>
                        </a:rPr>
                        <a:t>C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25043"/>
                          </a:solidFill>
                        </a:rPr>
                        <a:t>R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25043"/>
                          </a:solidFill>
                        </a:rPr>
                        <a:t>R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[Activity 5]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8C8C8C"/>
                          </a:solidFill>
                        </a:rPr>
                        <a:t>I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8C8C8C"/>
                          </a:solidFill>
                        </a:rPr>
                        <a:t>C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25043"/>
                          </a:solidFill>
                        </a:rPr>
                        <a:t>A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25043"/>
                          </a:solidFill>
                        </a:rPr>
                        <a:t>R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[Activity 6]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25043"/>
                          </a:solidFill>
                        </a:rPr>
                        <a:t>A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25043"/>
                          </a:solidFill>
                        </a:rPr>
                        <a:t>R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8C8C8C"/>
                          </a:solidFill>
                        </a:rPr>
                        <a:t>I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8C8C8C"/>
                          </a:solidFill>
                        </a:rPr>
                        <a:t>C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RACI legend"/>
          <p:cNvSpPr txBox="1"/>
          <p:nvPr/>
        </p:nvSpPr>
        <p:spPr>
          <a:xfrm>
            <a:off x="557784" y="5349240"/>
            <a:ext cx="1108252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25043"/>
                </a:solidFill>
              </a:rPr>
              <a:t>R</a:t>
            </a:r>
            <a:r>
              <a:rPr sz="1100" b="0" i="0">
                <a:solidFill>
                  <a:srgbClr val="262626"/>
                </a:solidFill>
              </a:rPr>
              <a:t> Responsible   </a:t>
            </a:r>
            <a:r>
              <a:rPr sz="1100" b="1" i="0">
                <a:solidFill>
                  <a:srgbClr val="025043"/>
                </a:solidFill>
              </a:rPr>
              <a:t>A</a:t>
            </a:r>
            <a:r>
              <a:rPr sz="1100" b="0" i="0">
                <a:solidFill>
                  <a:srgbClr val="262626"/>
                </a:solidFill>
              </a:rPr>
              <a:t> Accountable   </a:t>
            </a:r>
            <a:r>
              <a:rPr sz="1100" b="1" i="0">
                <a:solidFill>
                  <a:srgbClr val="8C8C8C"/>
                </a:solidFill>
              </a:rPr>
              <a:t>C</a:t>
            </a:r>
            <a:r>
              <a:rPr sz="1100" b="0" i="0">
                <a:solidFill>
                  <a:srgbClr val="262626"/>
                </a:solidFill>
              </a:rPr>
              <a:t> Consulted   </a:t>
            </a:r>
            <a:r>
              <a:rPr sz="1100" b="1" i="0">
                <a:solidFill>
                  <a:srgbClr val="8C8C8C"/>
                </a:solidFill>
              </a:rPr>
              <a:t>I</a:t>
            </a:r>
            <a:r>
              <a:rPr sz="1100" b="0" i="0">
                <a:solidFill>
                  <a:srgbClr val="262626"/>
                </a:solidFill>
              </a:rPr>
              <a:t> Informed</a:t>
            </a:r>
          </a:p>
        </p:txBody>
      </p:sp>
    </p:spTree>
    <p:custDataLst>
      <p:tags r:id="rIdGna1"/>
    </p:custDataLst>
  </p:cSld>
  <p:clrMapOvr>
    <a:masterClrMapping/>
  </p:clrMapOvr>
</p:sld>
</file>

<file path=ppt/tags/gna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NA_TEMPLATE_ID" val="85"/>
  <p:tag name="GNA_TEMPLATE_VERSION" val="1.0.0"/>
</p:tagLst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heme/theme1.xml><?xml version="1.0" encoding="utf-8"?>
<a:theme xmlns:a="http://schemas.openxmlformats.org/drawingml/2006/main" name="Slideworks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GNA">
        <a:dk1>
          <a:srgbClr val="262626"/>
        </a:dk1>
        <a:lt1>
          <a:srgbClr val="FFFFFF"/>
        </a:lt1>
        <a:dk2>
          <a:srgbClr val="025043"/>
        </a:dk2>
        <a:lt2>
          <a:srgbClr val="F2F2F2"/>
        </a:lt2>
        <a:accent1>
          <a:srgbClr val="025043"/>
        </a:accent1>
        <a:accent2>
          <a:srgbClr val="5B9188"/>
        </a:accent2>
        <a:accent3>
          <a:srgbClr val="013A31"/>
        </a:accent3>
        <a:accent4>
          <a:srgbClr val="3D7A6F"/>
        </a:accent4>
        <a:accent5>
          <a:srgbClr val="B3CBC7"/>
        </a:accent5>
        <a:accent6>
          <a:srgbClr val="8C8C8C"/>
        </a:accent6>
        <a:hlink>
          <a:srgbClr val="025043"/>
        </a:hlink>
        <a:folHlink>
          <a:srgbClr val="5B918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Presentation17" id="{9B588B21-83F7-FC48-9C86-2F9784C77B7B}" vid="{E0497203-32F2-484B-9913-C145AFB5AD27}"/>
    </a:ext>
  </a:extLst>
</a:theme>
</file>

<file path=ppt/theme/theme2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20aec0d-fb61-4acf-853d-3d881a397377" xsi:nil="true"/>
    <lcf76f155ced4ddcb4097134ff3c332f xmlns="66bf5647-6c8d-4b39-99f0-6ce728158f6a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8D02B34048E548B67E62DA37CF413A" ma:contentTypeVersion="10" ma:contentTypeDescription="Create a new document." ma:contentTypeScope="" ma:versionID="e579bd832814c7a6bb933bd8daeee1e4">
  <xsd:schema xmlns:xsd="http://www.w3.org/2001/XMLSchema" xmlns:xs="http://www.w3.org/2001/XMLSchema" xmlns:p="http://schemas.microsoft.com/office/2006/metadata/properties" xmlns:ns2="66bf5647-6c8d-4b39-99f0-6ce728158f6a" xmlns:ns3="220aec0d-fb61-4acf-853d-3d881a397377" targetNamespace="http://schemas.microsoft.com/office/2006/metadata/properties" ma:root="true" ma:fieldsID="c4231b6b052a71c45522500c216b5ea1" ns2:_="" ns3:_="">
    <xsd:import namespace="66bf5647-6c8d-4b39-99f0-6ce728158f6a"/>
    <xsd:import namespace="220aec0d-fb61-4acf-853d-3d881a3973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bf5647-6c8d-4b39-99f0-6ce728158f6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eebc322-b823-451c-94d1-7dcd1c9c378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0aec0d-fb61-4acf-853d-3d881a39737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25ff44e-f5ad-4a5b-a1bc-30ed6eb29c5b}" ma:internalName="TaxCatchAll" ma:showField="CatchAllData" ma:web="220aec0d-fb61-4acf-853d-3d881a39737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94A8DEC-88BE-43F8-B6AA-48FEB665AF64}">
  <ds:schemaRefs>
    <ds:schemaRef ds:uri="http://schemas.microsoft.com/office/2006/metadata/properties"/>
    <ds:schemaRef ds:uri="http://schemas.microsoft.com/office/infopath/2007/PartnerControls"/>
    <ds:schemaRef ds:uri="220aec0d-fb61-4acf-853d-3d881a397377"/>
    <ds:schemaRef ds:uri="66bf5647-6c8d-4b39-99f0-6ce728158f6a"/>
  </ds:schemaRefs>
</ds:datastoreItem>
</file>

<file path=customXml/itemProps2.xml><?xml version="1.0" encoding="utf-8"?>
<ds:datastoreItem xmlns:ds="http://schemas.openxmlformats.org/officeDocument/2006/customXml" ds:itemID="{99C80F86-4E44-4A09-BB4B-210515F5434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6bf5647-6c8d-4b39-99f0-6ce728158f6a"/>
    <ds:schemaRef ds:uri="220aec0d-fb61-4acf-853d-3d881a3973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3AF9A27-60CA-4ED3-80AD-18744299AFA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Slideworks</Template>
  <TotalTime>7601</TotalTime>
  <Words>10316</Words>
  <Application>Microsoft Office PowerPoint</Application>
  <PresentationFormat>Widescreen</PresentationFormat>
  <Paragraphs>1874</Paragraphs>
  <Slides>1</Slides>
  <Notes>22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92</vt:i4>
      </vt:variant>
    </vt:vector>
  </HeadingPairs>
  <TitlesOfParts>
    <vt:vector size="105" baseType="lpstr">
      <vt:lpstr>ＭＳ Ｐゴシック</vt:lpstr>
      <vt:lpstr>Arial</vt:lpstr>
      <vt:lpstr>Calibri</vt:lpstr>
      <vt:lpstr>Georgia</vt:lpstr>
      <vt:lpstr>Gotham Bold</vt:lpstr>
      <vt:lpstr>Helvetica Neue</vt:lpstr>
      <vt:lpstr>Lora</vt:lpstr>
      <vt:lpstr>Segoe UI</vt:lpstr>
      <vt:lpstr>Times New Roman</vt:lpstr>
      <vt:lpstr>Verdana</vt:lpstr>
      <vt:lpstr>Wingdings</vt:lpstr>
      <vt:lpstr>Slideworks</vt:lpstr>
      <vt:lpstr>think-cell Slide</vt:lpstr>
      <vt:lpstr>Every GNA slide makes one point, stated in its title</vt:lpstr>
      <vt:lpstr>The GNA palette is teal, white and grey, with tints in between</vt:lpstr>
      <vt:lpstr>Lora carries every word; size and weight create the hierarchy</vt:lpstr>
      <vt:lpstr>[Title of document]</vt:lpstr>
      <vt:lpstr>[Title of document]</vt:lpstr>
      <vt:lpstr>Content</vt:lpstr>
      <vt:lpstr>Content </vt:lpstr>
      <vt:lpstr>[Section]</vt:lpstr>
      <vt:lpstr>PowerPoint Presentation</vt:lpstr>
      <vt:lpstr>Executive summary</vt:lpstr>
      <vt:lpstr>Executive summary</vt:lpstr>
      <vt:lpstr>Executive summary</vt:lpstr>
      <vt:lpstr>Summary of our proposal</vt:lpstr>
      <vt:lpstr>The ambition is [insert client ambition, if relevant]</vt:lpstr>
      <vt:lpstr>We believe the time to act is now</vt:lpstr>
      <vt:lpstr>[Client] faces several challenges leading to key question: [insert]</vt:lpstr>
      <vt:lpstr>This project will answer three key questions resulting in [insert desired impact]</vt:lpstr>
      <vt:lpstr>The project is expected to result in [insert quantitative or qualitative outcome]</vt:lpstr>
      <vt:lpstr>[Column chart for comparison with takeaways / Insert action title]</vt:lpstr>
      <vt:lpstr>[Column chart with historic and forecast figures / Insert action title]</vt:lpstr>
      <vt:lpstr>[Grouped column chart with takeaways / Insert action title]</vt:lpstr>
      <vt:lpstr>[Bar chart with takeaways / Insert action title]</vt:lpstr>
      <vt:lpstr>[Line graph / Insert action title]</vt:lpstr>
      <vt:lpstr>[Line chart with two scenarios / Insert action title]</vt:lpstr>
      <vt:lpstr>[Waterfall chart / Insert action title]</vt:lpstr>
      <vt:lpstr>[Waterfall chart with highlights/ Insert action title]</vt:lpstr>
      <vt:lpstr>[Scatter chart with quadrants/ Insert action title]</vt:lpstr>
      <vt:lpstr>[Single doughnut chart / Insert action title]</vt:lpstr>
      <vt:lpstr>[Bar chart with line graph / Insert action title]</vt:lpstr>
      <vt:lpstr>[Four category Harvey Ball slide / Insert action title]</vt:lpstr>
      <vt:lpstr>[Five category Harvey Ball slide / Insert action title]</vt:lpstr>
      <vt:lpstr>[Three key trends slide / Insert action title]</vt:lpstr>
      <vt:lpstr>[Four key trends slide / Insert action title]</vt:lpstr>
      <vt:lpstr>[Five key areas slide / Insert action title]</vt:lpstr>
      <vt:lpstr>[Assessment or status overview / Insert action title]</vt:lpstr>
      <vt:lpstr>[Option evaluation slide / Insert action title]</vt:lpstr>
      <vt:lpstr>[Option evaluation slide for build vs. buy (or other dimensions) / Insert action title]</vt:lpstr>
      <vt:lpstr>[Competitor overview / Insert action title]</vt:lpstr>
      <vt:lpstr>[Competitor matrix slide / Insert action title]</vt:lpstr>
      <vt:lpstr>[Issue tree / Insert action title]</vt:lpstr>
      <vt:lpstr>[Decision tree / Insert action title]</vt:lpstr>
      <vt:lpstr>[Three state process slide / Insert action title]</vt:lpstr>
      <vt:lpstr>[Hypothesis overview slide / Insert action title]</vt:lpstr>
      <vt:lpstr>[Three key strategic areas slide / Insert action title]</vt:lpstr>
      <vt:lpstr>[Initiatives or sub-points slide / Insert action title]</vt:lpstr>
      <vt:lpstr>[Findings and recommendations summary / Insert action title]</vt:lpstr>
      <vt:lpstr>[Challenges and solutions summary / Insert action title]</vt:lpstr>
      <vt:lpstr>[Maturity or level slide / Insert action title]</vt:lpstr>
      <vt:lpstr>Prioritization of [features/components/segments]</vt:lpstr>
      <vt:lpstr>We believe in four guiding principles for a strong [insert]</vt:lpstr>
      <vt:lpstr>SWOT analysis</vt:lpstr>
      <vt:lpstr>Porter’s Five Forces</vt:lpstr>
      <vt:lpstr>Business Model Canvas</vt:lpstr>
      <vt:lpstr>[Process overview / Insert action title]</vt:lpstr>
      <vt:lpstr>[Circular process overview / Insert action title]</vt:lpstr>
      <vt:lpstr>We propose a four-step approach</vt:lpstr>
      <vt:lpstr>[Project] will evolve through four main phases</vt:lpstr>
      <vt:lpstr>[Project title] process expected to run [xx weeks/months]</vt:lpstr>
      <vt:lpstr>This project will focus on [insert scope]</vt:lpstr>
      <vt:lpstr>There are three main project deliverables</vt:lpstr>
      <vt:lpstr>High-level timeline for next [insert timeframe]</vt:lpstr>
      <vt:lpstr>[Roadmap / Insert action title]</vt:lpstr>
      <vt:lpstr>[Simple timeline / Insert action title]</vt:lpstr>
      <vt:lpstr>Risks mainly in [risk area 1] and [risk area 2]</vt:lpstr>
      <vt:lpstr>[Organizational chart / Insert action title]</vt:lpstr>
      <vt:lpstr>[Project team or functions / Insert action title]</vt:lpstr>
      <vt:lpstr>Project will be led by [insert] and supported by [insert]</vt:lpstr>
      <vt:lpstr>Our team</vt:lpstr>
      <vt:lpstr>[Insert name]</vt:lpstr>
      <vt:lpstr>Team allocation and investment</vt:lpstr>
      <vt:lpstr>Fee structure</vt:lpstr>
      <vt:lpstr>Commercial proposal</vt:lpstr>
      <vt:lpstr>GNA is uniquely positioned and committed to being a partner for [Client]</vt:lpstr>
      <vt:lpstr>Selected reference cases</vt:lpstr>
      <vt:lpstr>[Insert case headline]</vt:lpstr>
      <vt:lpstr>[One number frames the story / Insert action title]</vt:lpstr>
      <vt:lpstr>[Four measures show where we stand / Insert action title]</vt:lpstr>
      <vt:lpstr>[What we heard / Insert action title]</vt:lpstr>
      <vt:lpstr>[We move from today’s model to a new way of working / Insert action title]</vt:lpstr>
      <vt:lpstr>[Meeting name], [date]: agenda</vt:lpstr>
      <vt:lpstr>[Six ideas worth testing / Insert action title]</vt:lpstr>
      <vt:lpstr>[Start with the quick wins and fund one big bet / Insert action title]</vt:lpstr>
      <vt:lpstr>[We recommend option B because it balances value and risk / Insert action title]</vt:lpstr>
      <vt:lpstr>[Project name] status, week of [date]</vt:lpstr>
      <vt:lpstr>[Roles and responsibilities / Insert action title]</vt:lpstr>
      <vt:lpstr>Action tracker</vt:lpstr>
      <vt:lpstr>[Four principles guide how we work / Insert action title]</vt:lpstr>
      <vt:lpstr>[Meeting name], [date]: summary</vt:lpstr>
      <vt:lpstr>[Five milestones take us from kick-off to launch / Insert action title]</vt:lpstr>
      <vt:lpstr>Immediate next steps</vt:lpstr>
      <vt:lpstr>Next steps: Proposed way forward</vt:lpstr>
      <vt:lpstr>Thank you</vt:lpstr>
    </vt:vector>
  </TitlesOfParts>
  <Manager>Slideworks</Manager>
  <Company>Slideworks ApS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GNA Presentation Template</dc:title>
  <dc:subject>Consulting</dc:subject>
  <dc:creator>Gheen &amp; Noyes Advisory</dc:creator>
  <cp:keywords>project management, business, consulting</cp:keywords>
  <dc:description>Copyright of Slideworks.io. Any unauthorized distribution prohibited. See our full terms and conditions at https://slideworks.io/terms </dc:description>
  <cp:lastModifiedBy>Cooper Gheen</cp:lastModifiedBy>
  <cp:revision>314</cp:revision>
  <dcterms:created xsi:type="dcterms:W3CDTF">2025-08-27T08:42:55Z</dcterms:created>
  <dcterms:modified xsi:type="dcterms:W3CDTF">2026-10-14T23:53:13Z</dcterms:modified>
  <cp:category>Management consulting, presentation design, business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0x010100758D02B34048E548B67E62DA37CF413A</vt:lpwstr>
  </property>
  <property fmtid="{D5CDD505-2E9C-101B-9397-08002B2CF9AE}" pid="3" name="MediaServiceImageTags">
    <vt:lpwstr/>
  </property>
</Properties>
</file>