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030" r:id="rId14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4" Type="http://schemas.openxmlformats.org/officeDocument/2006/relationships/slide" Target="slides/slide10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7160-F115-DE5F-8F29-4D9B6BA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6A8395-6630-34BD-4E87-B42FB0A3E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151E2E0-6437-BF34-25B2-9758B83504B6}"/>
              </a:ext>
            </a:extLst>
          </p:cNvPr>
          <p:cNvSpPr txBox="1">
            <a:spLocks/>
          </p:cNvSpPr>
          <p:nvPr/>
        </p:nvSpPr>
        <p:spPr>
          <a:xfrm>
            <a:off x="554736" y="1520825"/>
            <a:ext cx="11082528" cy="4638675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14300" indent="0">
              <a:buClr>
                <a:schemeClr val="tx1"/>
              </a:buClr>
              <a:buNone/>
            </a:pPr>
            <a:r>
              <a:rPr lang="en-GB" sz="1400" dirty="0">
                <a:solidFill>
                  <a:schemeClr val="tx1"/>
                </a:solidFill>
              </a:rPr>
              <a:t>[</a:t>
            </a:r>
            <a:r>
              <a:rPr lang="en-GB" sz="1400" b="1" dirty="0">
                <a:solidFill>
                  <a:schemeClr val="tx1"/>
                </a:solidFill>
              </a:rPr>
              <a:t>Key takeaway/conclusion in bold text]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114300" indent="0">
              <a:buClr>
                <a:schemeClr val="tx1"/>
              </a:buClr>
              <a:buNone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Clr>
                <a:schemeClr val="tx1"/>
              </a:buClr>
              <a:buNone/>
            </a:pPr>
            <a:r>
              <a:rPr lang="en-GB" sz="1400" dirty="0">
                <a:solidFill>
                  <a:schemeClr val="tx1"/>
                </a:solidFill>
              </a:rPr>
              <a:t>[</a:t>
            </a:r>
            <a:r>
              <a:rPr lang="en-GB" sz="1400" b="1" dirty="0">
                <a:solidFill>
                  <a:schemeClr val="tx1"/>
                </a:solidFill>
              </a:rPr>
              <a:t>Key takeaway/conclusion in bold text]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</a:t>
            </a:r>
            <a:r>
              <a:rPr lang="en-US" sz="1400" dirty="0">
                <a:solidFill>
                  <a:schemeClr val="tx1"/>
                </a:solidFill>
              </a:rPr>
              <a:t>Supporting</a:t>
            </a:r>
            <a:r>
              <a:rPr lang="en-GB" sz="1400" dirty="0">
                <a:solidFill>
                  <a:schemeClr val="tx1"/>
                </a:solidFill>
              </a:rPr>
              <a:t> arguments for key takeaway/conclusion in bullet points]</a:t>
            </a:r>
          </a:p>
          <a:p>
            <a:pPr marL="114300" indent="0">
              <a:buClr>
                <a:schemeClr val="tx1"/>
              </a:buClr>
              <a:buNone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Clr>
                <a:schemeClr val="tx1"/>
              </a:buClr>
              <a:buNone/>
            </a:pPr>
            <a:r>
              <a:rPr lang="en-GB" sz="1400" dirty="0">
                <a:solidFill>
                  <a:schemeClr val="tx1"/>
                </a:solidFill>
              </a:rPr>
              <a:t>[</a:t>
            </a:r>
            <a:r>
              <a:rPr lang="en-GB" sz="1400" b="1" dirty="0">
                <a:solidFill>
                  <a:schemeClr val="tx1"/>
                </a:solidFill>
              </a:rPr>
              <a:t>Key takeaway/conclusion in bold text]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Clr>
                <a:schemeClr val="tx1"/>
              </a:buClr>
              <a:buNone/>
            </a:pPr>
            <a:r>
              <a:rPr lang="en-GB" sz="1400" dirty="0">
                <a:solidFill>
                  <a:schemeClr val="tx1"/>
                </a:solidFill>
              </a:rPr>
              <a:t>[</a:t>
            </a:r>
            <a:r>
              <a:rPr lang="en-GB" sz="1400" b="1" dirty="0">
                <a:solidFill>
                  <a:schemeClr val="tx1"/>
                </a:solidFill>
              </a:rPr>
              <a:t>Final conclusion/recommendation in bold text]</a:t>
            </a:r>
            <a:endParaRPr lang="en-GB" sz="1400" dirty="0">
              <a:solidFill>
                <a:schemeClr val="tx1"/>
              </a:solidFill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577121938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0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