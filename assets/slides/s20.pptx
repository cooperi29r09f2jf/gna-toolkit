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8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41" r:id="rId2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4" Type="http://schemas.openxmlformats.org/officeDocument/2006/relationships/slide" Target="slides/slide20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84441192724181E-2"/>
          <c:y val="4.2101806239737277E-2"/>
          <c:w val="0.91400613876657599"/>
          <c:h val="0.8574384236453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16-7847-9C7C-851E36469686}"/>
              </c:ext>
            </c:extLst>
          </c:dPt>
          <c:dPt>
            <c:idx val="1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16-7847-9C7C-851E36469686}"/>
              </c:ext>
            </c:extLst>
          </c:dPt>
          <c:dPt>
            <c:idx val="2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716-7847-9C7C-851E36469686}"/>
              </c:ext>
            </c:extLst>
          </c:dPt>
          <c:dPt>
            <c:idx val="3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716-7847-9C7C-851E36469686}"/>
              </c:ext>
            </c:extLst>
          </c:dPt>
          <c:dPt>
            <c:idx val="4"/>
            <c:invertIfNegative val="0"/>
            <c:bubble3D val="0"/>
            <c:spPr>
              <a:solidFill>
                <a:srgbClr val="0250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716-7847-9C7C-851E364696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1035</c:v>
                </c:pt>
                <c:pt idx="1">
                  <c:v>1108</c:v>
                </c:pt>
                <c:pt idx="2">
                  <c:v>1153</c:v>
                </c:pt>
                <c:pt idx="3">
                  <c:v>1148</c:v>
                </c:pt>
                <c:pt idx="4">
                  <c:v>1206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716-7847-9C7C-851E364696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5B9188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5B91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B0E-DC4C-B10A-036433AED359}"/>
              </c:ext>
            </c:extLst>
          </c:dPt>
          <c:dPt>
            <c:idx val="6"/>
            <c:invertIfNegative val="0"/>
            <c:bubble3D val="0"/>
            <c:spPr>
              <a:solidFill>
                <a:srgbClr val="5B91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B0E-DC4C-B10A-036433AED359}"/>
              </c:ext>
            </c:extLst>
          </c:dPt>
          <c:dPt>
            <c:idx val="7"/>
            <c:invertIfNegative val="0"/>
            <c:bubble3D val="0"/>
            <c:spPr>
              <a:solidFill>
                <a:srgbClr val="5B91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0E-DC4C-B10A-036433AED359}"/>
              </c:ext>
            </c:extLst>
          </c:dPt>
          <c:dPt>
            <c:idx val="8"/>
            <c:invertIfNegative val="0"/>
            <c:bubble3D val="0"/>
            <c:spPr>
              <a:solidFill>
                <a:srgbClr val="5B91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B0E-DC4C-B10A-036433AED3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5">
                  <c:v>1265</c:v>
                </c:pt>
                <c:pt idx="6">
                  <c:v>1381</c:v>
                </c:pt>
                <c:pt idx="7">
                  <c:v>1430</c:v>
                </c:pt>
                <c:pt idx="8">
                  <c:v>1535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ADB-9E4D-92CE-137D1B1B7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1169445424"/>
        <c:axId val="1169444176"/>
      </c:barChart>
      <c:catAx>
        <c:axId val="116944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444176"/>
        <c:crosses val="autoZero"/>
        <c:auto val="1"/>
        <c:lblAlgn val="ctr"/>
        <c:lblOffset val="100"/>
        <c:noMultiLvlLbl val="0"/>
      </c:catAx>
      <c:valAx>
        <c:axId val="116944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44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8.xml"/><Relationship Id="rId5" Type="http://schemas.openxmlformats.org/officeDocument/2006/relationships/chart" Target="../charts/chart2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[Column chart with historic and forecast figures / Insert action title]</a:t>
            </a:r>
            <a:endParaRPr lang="en-DK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A6084CD1-5463-655D-2373-16D86251B6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D13DC42-69C8-24A9-E407-3EA4D53581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58CDBA-5F2D-094A-6D4C-C065D020779A}"/>
              </a:ext>
            </a:extLst>
          </p:cNvPr>
          <p:cNvSpPr txBox="1"/>
          <p:nvPr/>
        </p:nvSpPr>
        <p:spPr>
          <a:xfrm>
            <a:off x="467805" y="2404437"/>
            <a:ext cx="1948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2DF81931-5D7F-630A-776F-30BDDA010A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593245"/>
              </p:ext>
            </p:extLst>
          </p:nvPr>
        </p:nvGraphicFramePr>
        <p:xfrm>
          <a:off x="536295" y="2882790"/>
          <a:ext cx="7274067" cy="3327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932E2C-243D-00C1-626D-21B6455D7568}"/>
              </a:ext>
            </a:extLst>
          </p:cNvPr>
          <p:cNvCxnSpPr>
            <a:cxnSpLocks/>
          </p:cNvCxnSpPr>
          <p:nvPr/>
        </p:nvCxnSpPr>
        <p:spPr>
          <a:xfrm flipV="1">
            <a:off x="1255712" y="3492649"/>
            <a:ext cx="3391592" cy="21642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1427BD-09EE-AFF6-162B-7DD8397A4872}"/>
              </a:ext>
            </a:extLst>
          </p:cNvPr>
          <p:cNvCxnSpPr>
            <a:cxnSpLocks/>
          </p:cNvCxnSpPr>
          <p:nvPr/>
        </p:nvCxnSpPr>
        <p:spPr>
          <a:xfrm flipV="1">
            <a:off x="4976909" y="2952291"/>
            <a:ext cx="2506733" cy="522299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0994E7B-A3C1-0B92-4249-273B714FC536}"/>
              </a:ext>
            </a:extLst>
          </p:cNvPr>
          <p:cNvSpPr>
            <a:spLocks/>
          </p:cNvSpPr>
          <p:nvPr/>
        </p:nvSpPr>
        <p:spPr>
          <a:xfrm>
            <a:off x="7074761" y="2450603"/>
            <a:ext cx="593274" cy="1846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D7A6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Forecast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D4482-2FB0-AE39-91A9-60BB5FA85630}"/>
              </a:ext>
            </a:extLst>
          </p:cNvPr>
          <p:cNvSpPr>
            <a:spLocks/>
          </p:cNvSpPr>
          <p:nvPr/>
        </p:nvSpPr>
        <p:spPr>
          <a:xfrm>
            <a:off x="6790756" y="2435214"/>
            <a:ext cx="219456" cy="215444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1AD95A-C990-694F-07F1-81DC9FA1C3FA}"/>
              </a:ext>
            </a:extLst>
          </p:cNvPr>
          <p:cNvSpPr>
            <a:spLocks/>
          </p:cNvSpPr>
          <p:nvPr/>
        </p:nvSpPr>
        <p:spPr>
          <a:xfrm>
            <a:off x="2503498" y="3407484"/>
            <a:ext cx="896019" cy="330391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/>
        </p:spPr>
        <p:txBody>
          <a:bodyPr vert="horz" wrap="none" lIns="0" tIns="0" rIns="0" bIns="0" numCol="1" spcCol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xx%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5623A2-4579-6157-B3E8-636B489592A1}"/>
              </a:ext>
            </a:extLst>
          </p:cNvPr>
          <p:cNvSpPr>
            <a:spLocks/>
          </p:cNvSpPr>
          <p:nvPr/>
        </p:nvSpPr>
        <p:spPr>
          <a:xfrm>
            <a:off x="5667497" y="3021257"/>
            <a:ext cx="896019" cy="330391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/>
        </p:spPr>
        <p:txBody>
          <a:bodyPr vert="horz" wrap="none" lIns="0" tIns="0" rIns="0" bIns="0" numCol="1" spcCol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xx%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B38788-8214-4607-6B4B-E71AFF5F3F38}"/>
              </a:ext>
            </a:extLst>
          </p:cNvPr>
          <p:cNvSpPr>
            <a:spLocks/>
          </p:cNvSpPr>
          <p:nvPr/>
        </p:nvSpPr>
        <p:spPr>
          <a:xfrm>
            <a:off x="6097520" y="2450603"/>
            <a:ext cx="503343" cy="1846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D7A6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Actuals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ECED90-096C-C311-8D67-859D2A7F10AA}"/>
              </a:ext>
            </a:extLst>
          </p:cNvPr>
          <p:cNvSpPr>
            <a:spLocks/>
          </p:cNvSpPr>
          <p:nvPr/>
        </p:nvSpPr>
        <p:spPr>
          <a:xfrm>
            <a:off x="5788133" y="2435214"/>
            <a:ext cx="219456" cy="215444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BF47D-DB85-F2DF-558A-F331BDA5EB6B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2D1F08-8F40-0910-1B65-167FA28D0D40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24AA94-4967-DC50-8B63-9CC736CC3A56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AC14E-453C-31AF-DB83-5F92716CDFC2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56DC75-61F5-B35D-541F-FE9D1DD82BE9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98C1F7-FA2F-D544-00B8-91B16D516893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3877DD-A6F4-71BE-46D2-CD3E481632E7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+mn-lt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10" name="Google Shape;507;p14">
            <a:extLst>
              <a:ext uri="{FF2B5EF4-FFF2-40B4-BE49-F238E27FC236}">
                <a16:creationId xmlns:a16="http://schemas.microsoft.com/office/drawing/2014/main" id="{C23884AC-D60D-F1D3-18A3-8143E9FC00B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88C246D4-6D33-C48D-044B-D559449ED70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5142328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2.xml><?xml version="1.0" encoding="utf-8"?>
<a:themeOverride xmlns:a="http://schemas.openxmlformats.org/drawingml/2006/main">
  <a:clrScheme name="GNA">
    <a:dk1>
      <a:srgbClr val="262626"/>
    </a:dk1>
    <a:lt1>
      <a:srgbClr val="FFFFFF"/>
    </a:lt1>
    <a:dk2>
      <a:srgbClr val="025043"/>
    </a:dk2>
    <a:lt2>
      <a:srgbClr val="F2F2F2"/>
    </a:lt2>
    <a:accent1>
      <a:srgbClr val="025043"/>
    </a:accent1>
    <a:accent2>
      <a:srgbClr val="5B9188"/>
    </a:accent2>
    <a:accent3>
      <a:srgbClr val="013A31"/>
    </a:accent3>
    <a:accent4>
      <a:srgbClr val="3D7A6F"/>
    </a:accent4>
    <a:accent5>
      <a:srgbClr val="B3CBC7"/>
    </a:accent5>
    <a:accent6>
      <a:srgbClr val="8C8C8C"/>
    </a:accent6>
    <a:hlink>
      <a:srgbClr val="025043"/>
    </a:hlink>
    <a:folHlink>
      <a:srgbClr val="5B9188"/>
    </a:folHlink>
  </a:clrScheme>
  <a:fontScheme name="GNA Lora">
    <a:maj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