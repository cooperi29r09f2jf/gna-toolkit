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0967" r:id="rId70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70" Type="http://schemas.openxmlformats.org/officeDocument/2006/relationships/slide" Target="slides/slide66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1CD82C-8186-9E41-8B8B-F66E4066A413}" type="slidenum">
              <a:rPr kumimoji="0" lang="en-DK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DK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3762031"/>
      </p:ext>
    </p:extLst>
  </p:cSld>
  <p:clrMapOvr>
    <a:masterClrMapping/>
  </p:clrMapOvr>
</p:note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66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55.svg"/><Relationship Id="rId3" Type="http://schemas.openxmlformats.org/officeDocument/2006/relationships/tags" Target="../tags/tag348.xml"/><Relationship Id="rId7" Type="http://schemas.openxmlformats.org/officeDocument/2006/relationships/tags" Target="../tags/tag352.xml"/><Relationship Id="rId12" Type="http://schemas.openxmlformats.org/officeDocument/2006/relationships/image" Target="../media/image54.svg"/><Relationship Id="rId17" Type="http://schemas.openxmlformats.org/officeDocument/2006/relationships/image" Target="../media/image59.svg"/><Relationship Id="rId2" Type="http://schemas.openxmlformats.org/officeDocument/2006/relationships/tags" Target="../tags/tag347.xml"/><Relationship Id="rId16" Type="http://schemas.openxmlformats.org/officeDocument/2006/relationships/image" Target="../media/image58.svg"/><Relationship Id="rId1" Type="http://schemas.openxmlformats.org/officeDocument/2006/relationships/tags" Target="../tags/tag346.xml"/><Relationship Id="rId6" Type="http://schemas.openxmlformats.org/officeDocument/2006/relationships/tags" Target="../tags/tag351.xml"/><Relationship Id="rId11" Type="http://schemas.openxmlformats.org/officeDocument/2006/relationships/image" Target="../media/image16.emf"/><Relationship Id="rId5" Type="http://schemas.openxmlformats.org/officeDocument/2006/relationships/tags" Target="../tags/tag350.xml"/><Relationship Id="rId15" Type="http://schemas.openxmlformats.org/officeDocument/2006/relationships/image" Target="../media/image57.svg"/><Relationship Id="rId10" Type="http://schemas.openxmlformats.org/officeDocument/2006/relationships/oleObject" Target="../embeddings/oleObject33.bin"/><Relationship Id="rId4" Type="http://schemas.openxmlformats.org/officeDocument/2006/relationships/tags" Target="../tags/tag349.xml"/><Relationship Id="rId9" Type="http://schemas.openxmlformats.org/officeDocument/2006/relationships/notesSlide" Target="../notesSlides/notesSlide22.xml"/><Relationship Id="rId14" Type="http://schemas.openxmlformats.org/officeDocument/2006/relationships/image" Target="../media/image56.svg"/><Relationship Id="rIdGna1" Type="http://schemas.openxmlformats.org/officeDocument/2006/relationships/tags" Target="../tags/gnatag1.xml"/></Relationships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F5813C0-49EB-6CA1-D737-EE48C6CDD6C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7772400" imgH="10058400" progId="TCLayout.ActiveDocument.1">
                  <p:embed/>
                </p:oleObj>
              </mc:Choice>
              <mc:Fallback>
                <p:oleObj name="think-cell Slide" r:id="rId10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F5813C0-49EB-6CA1-D737-EE48C6CDD6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E579D8B-4611-B928-953C-F7CC010C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 dirty="0"/>
              <a:t>[Project team or functions / Insert action title]</a:t>
            </a:r>
            <a:endParaRPr lang="en-DK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AFB6D016-44E7-2E4A-827C-867DD6A24C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9852E15-4BE2-425E-D05A-C92DBDC12A0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75" name="TextBox 7">
            <a:extLst>
              <a:ext uri="{FF2B5EF4-FFF2-40B4-BE49-F238E27FC236}">
                <a16:creationId xmlns:a16="http://schemas.microsoft.com/office/drawing/2014/main" id="{70FE1B9F-C334-B820-8155-4CA2C5A9E312}"/>
              </a:ext>
            </a:extLst>
          </p:cNvPr>
          <p:cNvSpPr txBox="1"/>
          <p:nvPr/>
        </p:nvSpPr>
        <p:spPr>
          <a:xfrm>
            <a:off x="1035520" y="5024405"/>
            <a:ext cx="1499616" cy="21544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>
              <a:defRPr sz="1400" b="1">
                <a:solidFill>
                  <a:schemeClr val="accent2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  <a:t>[Insert name/title]</a:t>
            </a:r>
          </a:p>
        </p:txBody>
      </p:sp>
      <p:sp>
        <p:nvSpPr>
          <p:cNvPr id="276" name="TextBox 8">
            <a:extLst>
              <a:ext uri="{FF2B5EF4-FFF2-40B4-BE49-F238E27FC236}">
                <a16:creationId xmlns:a16="http://schemas.microsoft.com/office/drawing/2014/main" id="{32429EDB-2204-6D24-1350-64222A92FD17}"/>
              </a:ext>
            </a:extLst>
          </p:cNvPr>
          <p:cNvSpPr txBox="1"/>
          <p:nvPr/>
        </p:nvSpPr>
        <p:spPr>
          <a:xfrm>
            <a:off x="1035520" y="5350140"/>
            <a:ext cx="1499616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defRPr sz="1200"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cs typeface="Arial" panose="020B0604020202020204" pitchFamily="34" charset="0"/>
              </a:rPr>
              <a:t>[Insert description of role / responsibilities]</a:t>
            </a:r>
          </a:p>
        </p:txBody>
      </p:sp>
      <p:sp>
        <p:nvSpPr>
          <p:cNvPr id="277" name="TextBox 9">
            <a:extLst>
              <a:ext uri="{FF2B5EF4-FFF2-40B4-BE49-F238E27FC236}">
                <a16:creationId xmlns:a16="http://schemas.microsoft.com/office/drawing/2014/main" id="{F104A9C9-7A40-3F9E-9B43-6702CA1909C2}"/>
              </a:ext>
            </a:extLst>
          </p:cNvPr>
          <p:cNvSpPr txBox="1"/>
          <p:nvPr/>
        </p:nvSpPr>
        <p:spPr>
          <a:xfrm>
            <a:off x="3189151" y="5024405"/>
            <a:ext cx="1499616" cy="21544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accent2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  <a:t>[Insert name/title]</a:t>
            </a:r>
          </a:p>
        </p:txBody>
      </p:sp>
      <p:sp>
        <p:nvSpPr>
          <p:cNvPr id="279" name="TextBox 11">
            <a:extLst>
              <a:ext uri="{FF2B5EF4-FFF2-40B4-BE49-F238E27FC236}">
                <a16:creationId xmlns:a16="http://schemas.microsoft.com/office/drawing/2014/main" id="{BE4D1BAF-9FD3-C379-A825-D86585605902}"/>
              </a:ext>
            </a:extLst>
          </p:cNvPr>
          <p:cNvSpPr txBox="1"/>
          <p:nvPr/>
        </p:nvSpPr>
        <p:spPr>
          <a:xfrm>
            <a:off x="5342782" y="5024405"/>
            <a:ext cx="1499616" cy="21544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accent2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  <a:t>[Insert name/title]</a:t>
            </a:r>
          </a:p>
        </p:txBody>
      </p:sp>
      <p:sp>
        <p:nvSpPr>
          <p:cNvPr id="281" name="TextBox 13">
            <a:extLst>
              <a:ext uri="{FF2B5EF4-FFF2-40B4-BE49-F238E27FC236}">
                <a16:creationId xmlns:a16="http://schemas.microsoft.com/office/drawing/2014/main" id="{3BEEB191-7649-1F7E-DD1C-1BC2B23E8DEE}"/>
              </a:ext>
            </a:extLst>
          </p:cNvPr>
          <p:cNvSpPr txBox="1"/>
          <p:nvPr/>
        </p:nvSpPr>
        <p:spPr>
          <a:xfrm>
            <a:off x="7496413" y="5024405"/>
            <a:ext cx="1499616" cy="21544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accent2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  <a:t>[Insert name/title]</a:t>
            </a:r>
          </a:p>
        </p:txBody>
      </p:sp>
      <p:sp>
        <p:nvSpPr>
          <p:cNvPr id="283" name="TextBox 15">
            <a:extLst>
              <a:ext uri="{FF2B5EF4-FFF2-40B4-BE49-F238E27FC236}">
                <a16:creationId xmlns:a16="http://schemas.microsoft.com/office/drawing/2014/main" id="{F8C0B4DA-F2BD-3D26-9671-22748B050F32}"/>
              </a:ext>
            </a:extLst>
          </p:cNvPr>
          <p:cNvSpPr txBox="1"/>
          <p:nvPr/>
        </p:nvSpPr>
        <p:spPr>
          <a:xfrm>
            <a:off x="9650045" y="4808962"/>
            <a:ext cx="1502522" cy="429768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accent2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  <a:t>[Insert name/title]</a:t>
            </a:r>
          </a:p>
        </p:txBody>
      </p:sp>
      <p:sp>
        <p:nvSpPr>
          <p:cNvPr id="256" name="Freeform 322">
            <a:extLst>
              <a:ext uri="{FF2B5EF4-FFF2-40B4-BE49-F238E27FC236}">
                <a16:creationId xmlns:a16="http://schemas.microsoft.com/office/drawing/2014/main" id="{79E59410-3B6D-E030-6C51-25C6C2A45AD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01639" y="1949642"/>
            <a:ext cx="1188721" cy="1188720"/>
          </a:xfrm>
          <a:custGeom>
            <a:avLst/>
            <a:gdLst>
              <a:gd name="T0" fmla="*/ 2362 w 2363"/>
              <a:gd name="T1" fmla="*/ 1181 h 2363"/>
              <a:gd name="T2" fmla="*/ 2362 w 2363"/>
              <a:gd name="T3" fmla="*/ 1181 h 2363"/>
              <a:gd name="T4" fmla="*/ 1181 w 2363"/>
              <a:gd name="T5" fmla="*/ 2362 h 2363"/>
              <a:gd name="T6" fmla="*/ 1181 w 2363"/>
              <a:gd name="T7" fmla="*/ 2362 h 2363"/>
              <a:gd name="T8" fmla="*/ 0 w 2363"/>
              <a:gd name="T9" fmla="*/ 1181 h 2363"/>
              <a:gd name="T10" fmla="*/ 0 w 2363"/>
              <a:gd name="T11" fmla="*/ 1181 h 2363"/>
              <a:gd name="T12" fmla="*/ 1181 w 2363"/>
              <a:gd name="T13" fmla="*/ 0 h 2363"/>
              <a:gd name="T14" fmla="*/ 1181 w 2363"/>
              <a:gd name="T15" fmla="*/ 0 h 2363"/>
              <a:gd name="T16" fmla="*/ 2362 w 2363"/>
              <a:gd name="T17" fmla="*/ 1181 h 2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363" h="2363">
                <a:moveTo>
                  <a:pt x="2362" y="1181"/>
                </a:moveTo>
                <a:lnTo>
                  <a:pt x="2362" y="1181"/>
                </a:lnTo>
                <a:cubicBezTo>
                  <a:pt x="2362" y="1834"/>
                  <a:pt x="1833" y="2362"/>
                  <a:pt x="1181" y="2362"/>
                </a:cubicBezTo>
                <a:lnTo>
                  <a:pt x="1181" y="2362"/>
                </a:lnTo>
                <a:cubicBezTo>
                  <a:pt x="529" y="2362"/>
                  <a:pt x="0" y="1834"/>
                  <a:pt x="0" y="1181"/>
                </a:cubicBezTo>
                <a:lnTo>
                  <a:pt x="0" y="1181"/>
                </a:lnTo>
                <a:cubicBezTo>
                  <a:pt x="0" y="529"/>
                  <a:pt x="529" y="0"/>
                  <a:pt x="1181" y="0"/>
                </a:cubicBezTo>
                <a:lnTo>
                  <a:pt x="1181" y="0"/>
                </a:lnTo>
                <a:cubicBezTo>
                  <a:pt x="1833" y="0"/>
                  <a:pt x="2362" y="529"/>
                  <a:pt x="2362" y="1181"/>
                </a:cubicBezTo>
              </a:path>
            </a:pathLst>
          </a:custGeom>
          <a:solidFill>
            <a:schemeClr val="accent1"/>
          </a:solidFill>
          <a:effectLst/>
        </p:spPr>
        <p:txBody>
          <a:bodyPr lIns="108000" tIns="72000" rIns="72000" bIns="72000" anchor="ctr"/>
          <a:lstStyle/>
          <a:p>
            <a:pPr marL="0" marR="0" lvl="0" indent="0" algn="l" defTabSz="10876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57" name="Freeform 130">
            <a:extLst>
              <a:ext uri="{FF2B5EF4-FFF2-40B4-BE49-F238E27FC236}">
                <a16:creationId xmlns:a16="http://schemas.microsoft.com/office/drawing/2014/main" id="{7927E1CE-A68B-6839-1551-C1AC0CD0E50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93747" y="3656869"/>
            <a:ext cx="1188721" cy="1188720"/>
          </a:xfrm>
          <a:custGeom>
            <a:avLst/>
            <a:gdLst>
              <a:gd name="T0" fmla="*/ 2362 w 2363"/>
              <a:gd name="T1" fmla="*/ 1182 h 2364"/>
              <a:gd name="T2" fmla="*/ 2362 w 2363"/>
              <a:gd name="T3" fmla="*/ 1182 h 2364"/>
              <a:gd name="T4" fmla="*/ 1181 w 2363"/>
              <a:gd name="T5" fmla="*/ 2363 h 2364"/>
              <a:gd name="T6" fmla="*/ 1181 w 2363"/>
              <a:gd name="T7" fmla="*/ 2363 h 2364"/>
              <a:gd name="T8" fmla="*/ 0 w 2363"/>
              <a:gd name="T9" fmla="*/ 1182 h 2364"/>
              <a:gd name="T10" fmla="*/ 0 w 2363"/>
              <a:gd name="T11" fmla="*/ 1182 h 2364"/>
              <a:gd name="T12" fmla="*/ 1181 w 2363"/>
              <a:gd name="T13" fmla="*/ 0 h 2364"/>
              <a:gd name="T14" fmla="*/ 1181 w 2363"/>
              <a:gd name="T15" fmla="*/ 0 h 2364"/>
              <a:gd name="T16" fmla="*/ 2362 w 2363"/>
              <a:gd name="T17" fmla="*/ 1182 h 23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363" h="2364">
                <a:moveTo>
                  <a:pt x="2362" y="1182"/>
                </a:moveTo>
                <a:lnTo>
                  <a:pt x="2362" y="1182"/>
                </a:lnTo>
                <a:cubicBezTo>
                  <a:pt x="2362" y="1834"/>
                  <a:pt x="1833" y="2363"/>
                  <a:pt x="1181" y="2363"/>
                </a:cubicBezTo>
                <a:lnTo>
                  <a:pt x="1181" y="2363"/>
                </a:lnTo>
                <a:cubicBezTo>
                  <a:pt x="529" y="2363"/>
                  <a:pt x="0" y="1834"/>
                  <a:pt x="0" y="1182"/>
                </a:cubicBezTo>
                <a:lnTo>
                  <a:pt x="0" y="1182"/>
                </a:lnTo>
                <a:cubicBezTo>
                  <a:pt x="0" y="529"/>
                  <a:pt x="529" y="0"/>
                  <a:pt x="1181" y="0"/>
                </a:cubicBezTo>
                <a:lnTo>
                  <a:pt x="1181" y="0"/>
                </a:lnTo>
                <a:cubicBezTo>
                  <a:pt x="1833" y="0"/>
                  <a:pt x="2362" y="529"/>
                  <a:pt x="2362" y="1182"/>
                </a:cubicBezTo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lIns="108000" tIns="72000" rIns="72000" bIns="72000" anchor="ctr"/>
          <a:lstStyle/>
          <a:p>
            <a:pPr marL="0" marR="0" lvl="0" indent="0" algn="l" defTabSz="10876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58" name="Freeform 192">
            <a:extLst>
              <a:ext uri="{FF2B5EF4-FFF2-40B4-BE49-F238E27FC236}">
                <a16:creationId xmlns:a16="http://schemas.microsoft.com/office/drawing/2014/main" id="{56571735-691E-E009-CD3E-D463D7A634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655585" y="3649958"/>
            <a:ext cx="1188721" cy="1188720"/>
          </a:xfrm>
          <a:custGeom>
            <a:avLst/>
            <a:gdLst>
              <a:gd name="T0" fmla="*/ 2362 w 2363"/>
              <a:gd name="T1" fmla="*/ 1182 h 2364"/>
              <a:gd name="T2" fmla="*/ 2362 w 2363"/>
              <a:gd name="T3" fmla="*/ 1182 h 2364"/>
              <a:gd name="T4" fmla="*/ 1181 w 2363"/>
              <a:gd name="T5" fmla="*/ 2363 h 2364"/>
              <a:gd name="T6" fmla="*/ 1181 w 2363"/>
              <a:gd name="T7" fmla="*/ 2363 h 2364"/>
              <a:gd name="T8" fmla="*/ 0 w 2363"/>
              <a:gd name="T9" fmla="*/ 1182 h 2364"/>
              <a:gd name="T10" fmla="*/ 0 w 2363"/>
              <a:gd name="T11" fmla="*/ 1182 h 2364"/>
              <a:gd name="T12" fmla="*/ 1181 w 2363"/>
              <a:gd name="T13" fmla="*/ 0 h 2364"/>
              <a:gd name="T14" fmla="*/ 1181 w 2363"/>
              <a:gd name="T15" fmla="*/ 0 h 2364"/>
              <a:gd name="T16" fmla="*/ 2362 w 2363"/>
              <a:gd name="T17" fmla="*/ 1182 h 23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363" h="2364">
                <a:moveTo>
                  <a:pt x="2362" y="1182"/>
                </a:moveTo>
                <a:lnTo>
                  <a:pt x="2362" y="1182"/>
                </a:lnTo>
                <a:cubicBezTo>
                  <a:pt x="2362" y="1834"/>
                  <a:pt x="1833" y="2363"/>
                  <a:pt x="1181" y="2363"/>
                </a:cubicBezTo>
                <a:lnTo>
                  <a:pt x="1181" y="2363"/>
                </a:lnTo>
                <a:cubicBezTo>
                  <a:pt x="529" y="2363"/>
                  <a:pt x="0" y="1834"/>
                  <a:pt x="0" y="1182"/>
                </a:cubicBezTo>
                <a:lnTo>
                  <a:pt x="0" y="1182"/>
                </a:lnTo>
                <a:cubicBezTo>
                  <a:pt x="0" y="529"/>
                  <a:pt x="529" y="0"/>
                  <a:pt x="1181" y="0"/>
                </a:cubicBezTo>
                <a:lnTo>
                  <a:pt x="1181" y="0"/>
                </a:lnTo>
                <a:cubicBezTo>
                  <a:pt x="1833" y="0"/>
                  <a:pt x="2362" y="529"/>
                  <a:pt x="2362" y="1182"/>
                </a:cubicBezTo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lIns="108000" tIns="72000" rIns="72000" bIns="72000" anchor="ctr"/>
          <a:lstStyle/>
          <a:p>
            <a:pPr marL="0" marR="0" lvl="0" indent="0" algn="l" defTabSz="10876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59" name="Freeform 254">
            <a:extLst>
              <a:ext uri="{FF2B5EF4-FFF2-40B4-BE49-F238E27FC236}">
                <a16:creationId xmlns:a16="http://schemas.microsoft.com/office/drawing/2014/main" id="{1E87924B-3547-F83C-45C9-F70E8D1EB8C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01639" y="3649958"/>
            <a:ext cx="1188721" cy="1188720"/>
          </a:xfrm>
          <a:custGeom>
            <a:avLst/>
            <a:gdLst>
              <a:gd name="T0" fmla="*/ 2361 w 2362"/>
              <a:gd name="T1" fmla="*/ 1182 h 2364"/>
              <a:gd name="T2" fmla="*/ 2361 w 2362"/>
              <a:gd name="T3" fmla="*/ 1182 h 2364"/>
              <a:gd name="T4" fmla="*/ 1181 w 2362"/>
              <a:gd name="T5" fmla="*/ 2363 h 2364"/>
              <a:gd name="T6" fmla="*/ 1181 w 2362"/>
              <a:gd name="T7" fmla="*/ 2363 h 2364"/>
              <a:gd name="T8" fmla="*/ 0 w 2362"/>
              <a:gd name="T9" fmla="*/ 1182 h 2364"/>
              <a:gd name="T10" fmla="*/ 0 w 2362"/>
              <a:gd name="T11" fmla="*/ 1182 h 2364"/>
              <a:gd name="T12" fmla="*/ 1181 w 2362"/>
              <a:gd name="T13" fmla="*/ 0 h 2364"/>
              <a:gd name="T14" fmla="*/ 1181 w 2362"/>
              <a:gd name="T15" fmla="*/ 0 h 2364"/>
              <a:gd name="T16" fmla="*/ 2361 w 2362"/>
              <a:gd name="T17" fmla="*/ 1182 h 23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362" h="2364">
                <a:moveTo>
                  <a:pt x="2361" y="1182"/>
                </a:moveTo>
                <a:lnTo>
                  <a:pt x="2361" y="1182"/>
                </a:lnTo>
                <a:cubicBezTo>
                  <a:pt x="2361" y="1834"/>
                  <a:pt x="1833" y="2363"/>
                  <a:pt x="1181" y="2363"/>
                </a:cubicBezTo>
                <a:lnTo>
                  <a:pt x="1181" y="2363"/>
                </a:lnTo>
                <a:cubicBezTo>
                  <a:pt x="528" y="2363"/>
                  <a:pt x="0" y="1834"/>
                  <a:pt x="0" y="1182"/>
                </a:cubicBezTo>
                <a:lnTo>
                  <a:pt x="0" y="1182"/>
                </a:lnTo>
                <a:cubicBezTo>
                  <a:pt x="0" y="529"/>
                  <a:pt x="528" y="0"/>
                  <a:pt x="1181" y="0"/>
                </a:cubicBezTo>
                <a:lnTo>
                  <a:pt x="1181" y="0"/>
                </a:lnTo>
                <a:cubicBezTo>
                  <a:pt x="1833" y="0"/>
                  <a:pt x="2361" y="529"/>
                  <a:pt x="2361" y="1182"/>
                </a:cubicBezTo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lIns="108000" tIns="72000" rIns="72000" bIns="72000" anchor="ctr"/>
          <a:lstStyle/>
          <a:p>
            <a:pPr marL="0" marR="0" lvl="0" indent="0" algn="l" defTabSz="10876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60" name="Freeform 315">
            <a:extLst>
              <a:ext uri="{FF2B5EF4-FFF2-40B4-BE49-F238E27FC236}">
                <a16:creationId xmlns:a16="http://schemas.microsoft.com/office/drawing/2014/main" id="{53D342C2-F5DA-4DB7-EE75-A8FC4A7EB6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809532" y="3660461"/>
            <a:ext cx="1188721" cy="1188720"/>
          </a:xfrm>
          <a:custGeom>
            <a:avLst/>
            <a:gdLst>
              <a:gd name="T0" fmla="*/ 2362 w 2363"/>
              <a:gd name="T1" fmla="*/ 1182 h 2364"/>
              <a:gd name="T2" fmla="*/ 2362 w 2363"/>
              <a:gd name="T3" fmla="*/ 1182 h 2364"/>
              <a:gd name="T4" fmla="*/ 1181 w 2363"/>
              <a:gd name="T5" fmla="*/ 2363 h 2364"/>
              <a:gd name="T6" fmla="*/ 1181 w 2363"/>
              <a:gd name="T7" fmla="*/ 2363 h 2364"/>
              <a:gd name="T8" fmla="*/ 0 w 2363"/>
              <a:gd name="T9" fmla="*/ 1182 h 2364"/>
              <a:gd name="T10" fmla="*/ 0 w 2363"/>
              <a:gd name="T11" fmla="*/ 1182 h 2364"/>
              <a:gd name="T12" fmla="*/ 1181 w 2363"/>
              <a:gd name="T13" fmla="*/ 0 h 2364"/>
              <a:gd name="T14" fmla="*/ 1181 w 2363"/>
              <a:gd name="T15" fmla="*/ 0 h 2364"/>
              <a:gd name="T16" fmla="*/ 2362 w 2363"/>
              <a:gd name="T17" fmla="*/ 1182 h 23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363" h="2364">
                <a:moveTo>
                  <a:pt x="2362" y="1182"/>
                </a:moveTo>
                <a:lnTo>
                  <a:pt x="2362" y="1182"/>
                </a:lnTo>
                <a:cubicBezTo>
                  <a:pt x="2362" y="1834"/>
                  <a:pt x="1833" y="2363"/>
                  <a:pt x="1181" y="2363"/>
                </a:cubicBezTo>
                <a:lnTo>
                  <a:pt x="1181" y="2363"/>
                </a:lnTo>
                <a:cubicBezTo>
                  <a:pt x="529" y="2363"/>
                  <a:pt x="0" y="1834"/>
                  <a:pt x="0" y="1182"/>
                </a:cubicBezTo>
                <a:lnTo>
                  <a:pt x="0" y="1182"/>
                </a:lnTo>
                <a:cubicBezTo>
                  <a:pt x="0" y="529"/>
                  <a:pt x="529" y="0"/>
                  <a:pt x="1181" y="0"/>
                </a:cubicBezTo>
                <a:lnTo>
                  <a:pt x="1181" y="0"/>
                </a:lnTo>
                <a:cubicBezTo>
                  <a:pt x="1833" y="0"/>
                  <a:pt x="2362" y="529"/>
                  <a:pt x="2362" y="1182"/>
                </a:cubicBezTo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lIns="108000" tIns="72000" rIns="72000" bIns="72000" anchor="ctr"/>
          <a:lstStyle/>
          <a:p>
            <a:pPr marL="0" marR="0" lvl="0" indent="0" algn="l" defTabSz="10876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61" name="Freeform 438">
            <a:extLst>
              <a:ext uri="{FF2B5EF4-FFF2-40B4-BE49-F238E27FC236}">
                <a16:creationId xmlns:a16="http://schemas.microsoft.com/office/drawing/2014/main" id="{05231F0E-B4AD-0EE9-8978-3F48A1A797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47693" y="3660461"/>
            <a:ext cx="1188721" cy="1188720"/>
          </a:xfrm>
          <a:custGeom>
            <a:avLst/>
            <a:gdLst>
              <a:gd name="T0" fmla="*/ 2363 w 2364"/>
              <a:gd name="T1" fmla="*/ 1182 h 2364"/>
              <a:gd name="T2" fmla="*/ 2363 w 2364"/>
              <a:gd name="T3" fmla="*/ 1182 h 2364"/>
              <a:gd name="T4" fmla="*/ 1181 w 2364"/>
              <a:gd name="T5" fmla="*/ 2363 h 2364"/>
              <a:gd name="T6" fmla="*/ 1181 w 2364"/>
              <a:gd name="T7" fmla="*/ 2363 h 2364"/>
              <a:gd name="T8" fmla="*/ 0 w 2364"/>
              <a:gd name="T9" fmla="*/ 1182 h 2364"/>
              <a:gd name="T10" fmla="*/ 0 w 2364"/>
              <a:gd name="T11" fmla="*/ 1182 h 2364"/>
              <a:gd name="T12" fmla="*/ 1181 w 2364"/>
              <a:gd name="T13" fmla="*/ 0 h 2364"/>
              <a:gd name="T14" fmla="*/ 1181 w 2364"/>
              <a:gd name="T15" fmla="*/ 0 h 2364"/>
              <a:gd name="T16" fmla="*/ 2363 w 2364"/>
              <a:gd name="T17" fmla="*/ 1182 h 23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364" h="2364">
                <a:moveTo>
                  <a:pt x="2363" y="1182"/>
                </a:moveTo>
                <a:lnTo>
                  <a:pt x="2363" y="1182"/>
                </a:lnTo>
                <a:cubicBezTo>
                  <a:pt x="2363" y="1834"/>
                  <a:pt x="1833" y="2363"/>
                  <a:pt x="1181" y="2363"/>
                </a:cubicBezTo>
                <a:lnTo>
                  <a:pt x="1181" y="2363"/>
                </a:lnTo>
                <a:cubicBezTo>
                  <a:pt x="529" y="2363"/>
                  <a:pt x="0" y="1834"/>
                  <a:pt x="0" y="1182"/>
                </a:cubicBezTo>
                <a:lnTo>
                  <a:pt x="0" y="1182"/>
                </a:lnTo>
                <a:cubicBezTo>
                  <a:pt x="0" y="529"/>
                  <a:pt x="529" y="0"/>
                  <a:pt x="1181" y="0"/>
                </a:cubicBezTo>
                <a:lnTo>
                  <a:pt x="1181" y="0"/>
                </a:lnTo>
                <a:cubicBezTo>
                  <a:pt x="1833" y="0"/>
                  <a:pt x="2363" y="529"/>
                  <a:pt x="2363" y="1182"/>
                </a:cubicBezTo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lIns="108000" tIns="72000" rIns="72000" bIns="72000" anchor="ctr"/>
          <a:lstStyle/>
          <a:p>
            <a:pPr marL="0" marR="0" lvl="0" indent="0" algn="l" defTabSz="10876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" name="Right Bracket 20">
            <a:extLst>
              <a:ext uri="{FF2B5EF4-FFF2-40B4-BE49-F238E27FC236}">
                <a16:creationId xmlns:a16="http://schemas.microsoft.com/office/drawing/2014/main" id="{F00DD17A-7A03-41D5-D387-4F17B2A204C4}"/>
              </a:ext>
            </a:extLst>
          </p:cNvPr>
          <p:cNvSpPr/>
          <p:nvPr/>
        </p:nvSpPr>
        <p:spPr>
          <a:xfrm rot="16200000">
            <a:off x="5998444" y="-762279"/>
            <a:ext cx="197892" cy="8618562"/>
          </a:xfrm>
          <a:prstGeom prst="rightBracket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Bracket 21">
            <a:extLst>
              <a:ext uri="{FF2B5EF4-FFF2-40B4-BE49-F238E27FC236}">
                <a16:creationId xmlns:a16="http://schemas.microsoft.com/office/drawing/2014/main" id="{C7DF4F7F-204A-C1B8-8176-5E01A1675620}"/>
              </a:ext>
            </a:extLst>
          </p:cNvPr>
          <p:cNvSpPr/>
          <p:nvPr/>
        </p:nvSpPr>
        <p:spPr>
          <a:xfrm rot="16200000">
            <a:off x="5998671" y="1391372"/>
            <a:ext cx="197892" cy="4311260"/>
          </a:xfrm>
          <a:prstGeom prst="rightBracket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956C886-C16C-AD05-EDD1-839F17CD22DD}"/>
              </a:ext>
            </a:extLst>
          </p:cNvPr>
          <p:cNvCxnSpPr>
            <a:stCxn id="256" idx="2"/>
            <a:endCxn id="259" idx="6"/>
          </p:cNvCxnSpPr>
          <p:nvPr/>
        </p:nvCxnSpPr>
        <p:spPr>
          <a:xfrm>
            <a:off x="6095748" y="3137859"/>
            <a:ext cx="252" cy="512099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8">
            <a:extLst>
              <a:ext uri="{FF2B5EF4-FFF2-40B4-BE49-F238E27FC236}">
                <a16:creationId xmlns:a16="http://schemas.microsoft.com/office/drawing/2014/main" id="{C970E3CF-88B4-0C94-CBB7-8DAF68A0098A}"/>
              </a:ext>
            </a:extLst>
          </p:cNvPr>
          <p:cNvSpPr txBox="1"/>
          <p:nvPr/>
        </p:nvSpPr>
        <p:spPr>
          <a:xfrm>
            <a:off x="3189878" y="5350140"/>
            <a:ext cx="1499616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defRPr sz="1200"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cs typeface="Arial" panose="020B0604020202020204" pitchFamily="34" charset="0"/>
              </a:rPr>
              <a:t>[Insert description of role / responsibilities]</a:t>
            </a:r>
          </a:p>
        </p:txBody>
      </p:sp>
      <p:sp>
        <p:nvSpPr>
          <p:cNvPr id="27" name="TextBox 8">
            <a:extLst>
              <a:ext uri="{FF2B5EF4-FFF2-40B4-BE49-F238E27FC236}">
                <a16:creationId xmlns:a16="http://schemas.microsoft.com/office/drawing/2014/main" id="{CF582DA9-5503-1089-3D19-7F6BF5E23F11}"/>
              </a:ext>
            </a:extLst>
          </p:cNvPr>
          <p:cNvSpPr txBox="1"/>
          <p:nvPr/>
        </p:nvSpPr>
        <p:spPr>
          <a:xfrm>
            <a:off x="5344236" y="5350140"/>
            <a:ext cx="1499616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defRPr sz="1200"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cs typeface="Arial" panose="020B0604020202020204" pitchFamily="34" charset="0"/>
              </a:rPr>
              <a:t>[Insert description of role / responsibilities]</a:t>
            </a:r>
          </a:p>
        </p:txBody>
      </p:sp>
      <p:sp>
        <p:nvSpPr>
          <p:cNvPr id="28" name="TextBox 8">
            <a:extLst>
              <a:ext uri="{FF2B5EF4-FFF2-40B4-BE49-F238E27FC236}">
                <a16:creationId xmlns:a16="http://schemas.microsoft.com/office/drawing/2014/main" id="{FCB0DEAA-9C90-D189-8819-ACB541124406}"/>
              </a:ext>
            </a:extLst>
          </p:cNvPr>
          <p:cNvSpPr txBox="1"/>
          <p:nvPr/>
        </p:nvSpPr>
        <p:spPr>
          <a:xfrm>
            <a:off x="7498594" y="5350140"/>
            <a:ext cx="1499616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defRPr sz="1200"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cs typeface="Arial" panose="020B0604020202020204" pitchFamily="34" charset="0"/>
              </a:rPr>
              <a:t>[Insert description of role / responsibilities]</a:t>
            </a:r>
          </a:p>
        </p:txBody>
      </p:sp>
      <p:sp>
        <p:nvSpPr>
          <p:cNvPr id="29" name="TextBox 8">
            <a:extLst>
              <a:ext uri="{FF2B5EF4-FFF2-40B4-BE49-F238E27FC236}">
                <a16:creationId xmlns:a16="http://schemas.microsoft.com/office/drawing/2014/main" id="{4719D79F-42B4-BC96-D1CA-81A72FC8ECC8}"/>
              </a:ext>
            </a:extLst>
          </p:cNvPr>
          <p:cNvSpPr txBox="1"/>
          <p:nvPr/>
        </p:nvSpPr>
        <p:spPr>
          <a:xfrm>
            <a:off x="9652951" y="5350140"/>
            <a:ext cx="1499616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defRPr sz="1200"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cs typeface="Arial" panose="020B0604020202020204" pitchFamily="34" charset="0"/>
              </a:rPr>
              <a:t>[Insert description of role / responsibilities]</a:t>
            </a:r>
          </a:p>
        </p:txBody>
      </p:sp>
      <p:sp>
        <p:nvSpPr>
          <p:cNvPr id="30" name="TextBox 15">
            <a:extLst>
              <a:ext uri="{FF2B5EF4-FFF2-40B4-BE49-F238E27FC236}">
                <a16:creationId xmlns:a16="http://schemas.microsoft.com/office/drawing/2014/main" id="{928D0031-5482-E761-FC73-BFE5C7527ECC}"/>
              </a:ext>
            </a:extLst>
          </p:cNvPr>
          <p:cNvSpPr txBox="1"/>
          <p:nvPr/>
        </p:nvSpPr>
        <p:spPr>
          <a:xfrm>
            <a:off x="6842398" y="1817778"/>
            <a:ext cx="1502522" cy="429768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accent2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  <a:t>[Insert name/title]</a:t>
            </a:r>
          </a:p>
        </p:txBody>
      </p:sp>
      <p:sp>
        <p:nvSpPr>
          <p:cNvPr id="31" name="TextBox 8">
            <a:extLst>
              <a:ext uri="{FF2B5EF4-FFF2-40B4-BE49-F238E27FC236}">
                <a16:creationId xmlns:a16="http://schemas.microsoft.com/office/drawing/2014/main" id="{24B6C772-7CBA-7AA8-7CC8-7680C983235C}"/>
              </a:ext>
            </a:extLst>
          </p:cNvPr>
          <p:cNvSpPr txBox="1"/>
          <p:nvPr/>
        </p:nvSpPr>
        <p:spPr>
          <a:xfrm>
            <a:off x="6845304" y="2358956"/>
            <a:ext cx="1499616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defRPr sz="1200"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cs typeface="Arial" panose="020B0604020202020204" pitchFamily="34" charset="0"/>
              </a:rPr>
              <a:t>[Insert description of role / responsibilities]</a:t>
            </a:r>
          </a:p>
        </p:txBody>
      </p:sp>
      <p:pic>
        <p:nvPicPr>
          <p:cNvPr id="6" name="CustomIcon">
            <a:extLst>
              <a:ext uri="{FF2B5EF4-FFF2-40B4-BE49-F238E27FC236}">
                <a16:creationId xmlns:a16="http://schemas.microsoft.com/office/drawing/2014/main" id="{347D10B1-7653-91B0-3508-9F7F56433A4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821251" y="2269254"/>
            <a:ext cx="549497" cy="549497"/>
          </a:xfrm>
          <a:prstGeom prst="rect">
            <a:avLst/>
          </a:prstGeom>
        </p:spPr>
      </p:pic>
      <p:pic>
        <p:nvPicPr>
          <p:cNvPr id="11" name="CustomIcon">
            <a:extLst>
              <a:ext uri="{FF2B5EF4-FFF2-40B4-BE49-F238E27FC236}">
                <a16:creationId xmlns:a16="http://schemas.microsoft.com/office/drawing/2014/main" id="{43155451-A4B2-5303-5765-6E92C90488E6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513787" y="3980502"/>
            <a:ext cx="548640" cy="548638"/>
          </a:xfrm>
          <a:prstGeom prst="rect">
            <a:avLst/>
          </a:prstGeom>
        </p:spPr>
      </p:pic>
      <p:pic>
        <p:nvPicPr>
          <p:cNvPr id="12" name="CustomIcon">
            <a:extLst>
              <a:ext uri="{FF2B5EF4-FFF2-40B4-BE49-F238E27FC236}">
                <a16:creationId xmlns:a16="http://schemas.microsoft.com/office/drawing/2014/main" id="{2D8DBCF5-39AA-6953-D748-A55C2BAFA1D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667733" y="3980501"/>
            <a:ext cx="548640" cy="548640"/>
          </a:xfrm>
          <a:prstGeom prst="rect">
            <a:avLst/>
          </a:prstGeom>
        </p:spPr>
      </p:pic>
      <p:pic>
        <p:nvPicPr>
          <p:cNvPr id="15" name="CustomIcon">
            <a:extLst>
              <a:ext uri="{FF2B5EF4-FFF2-40B4-BE49-F238E27FC236}">
                <a16:creationId xmlns:a16="http://schemas.microsoft.com/office/drawing/2014/main" id="{AE3EF045-27D5-039B-C300-721A6C1719E4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821679" y="3980504"/>
            <a:ext cx="548640" cy="548634"/>
          </a:xfrm>
          <a:prstGeom prst="rect">
            <a:avLst/>
          </a:prstGeom>
        </p:spPr>
      </p:pic>
      <p:pic>
        <p:nvPicPr>
          <p:cNvPr id="17" name="CustomIcon">
            <a:extLst>
              <a:ext uri="{FF2B5EF4-FFF2-40B4-BE49-F238E27FC236}">
                <a16:creationId xmlns:a16="http://schemas.microsoft.com/office/drawing/2014/main" id="{44610172-7FA9-5241-812E-265269D2C9A3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975625" y="3980501"/>
            <a:ext cx="548640" cy="548640"/>
          </a:xfrm>
          <a:prstGeom prst="rect">
            <a:avLst/>
          </a:prstGeom>
        </p:spPr>
      </p:pic>
      <p:pic>
        <p:nvPicPr>
          <p:cNvPr id="20" name="CustomIcon">
            <a:extLst>
              <a:ext uri="{FF2B5EF4-FFF2-40B4-BE49-F238E27FC236}">
                <a16:creationId xmlns:a16="http://schemas.microsoft.com/office/drawing/2014/main" id="{CDA45DF8-5E46-7792-7FD5-5FD65E9BB264}"/>
              </a:ext>
            </a:extLst>
          </p:cNvPr>
          <p:cNvPicPr>
            <a:picLocks/>
          </p:cNvPicPr>
          <p:nvPr>
            <p:custDataLst>
              <p:tags r:id="rId7"/>
            </p:custDataLst>
          </p:nvPr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129572" y="3980501"/>
            <a:ext cx="548640" cy="548640"/>
          </a:xfrm>
          <a:prstGeom prst="rect">
            <a:avLst/>
          </a:prstGeom>
        </p:spPr>
      </p:pic>
      <p:sp>
        <p:nvSpPr>
          <p:cNvPr id="3" name="Google Shape;507;p14">
            <a:extLst>
              <a:ext uri="{FF2B5EF4-FFF2-40B4-BE49-F238E27FC236}">
                <a16:creationId xmlns:a16="http://schemas.microsoft.com/office/drawing/2014/main" id="{0EF9A818-0B37-8E2B-9CD6-668F3BD9B2AD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+mn-lt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+mn-lt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4" name="Google Shape;538;p14">
            <a:extLst>
              <a:ext uri="{FF2B5EF4-FFF2-40B4-BE49-F238E27FC236}">
                <a16:creationId xmlns:a16="http://schemas.microsoft.com/office/drawing/2014/main" id="{F8D65C02-51DA-6BC1-F6AD-10D339FFB1DC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 dirty="0">
                <a:latin typeface="+mn-lt"/>
                <a:ea typeface="Arial"/>
                <a:cs typeface="Arial"/>
                <a:sym typeface="Arial"/>
              </a:rPr>
              <a:t>Footnote: 1. xx</a:t>
            </a:r>
            <a:endParaRPr sz="900" dirty="0">
              <a:latin typeface="+mn-lt"/>
              <a:ea typeface="Arial"/>
              <a:cs typeface="Arial"/>
              <a:sym typeface="Arial"/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863966646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66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