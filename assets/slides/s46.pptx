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305" r:id="rId50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50" Type="http://schemas.openxmlformats.org/officeDocument/2006/relationships/slide" Target="slides/slide46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02B4A1-1790-3247-9A67-BF82FCEE6CDC}" type="slidenum">
              <a:rPr kumimoji="0" lang="en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3928340"/>
      </p:ext>
    </p:extLst>
  </p:cSld>
  <p:clrMapOvr>
    <a:masterClrMapping/>
  </p:clrMapOvr>
</p:note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46.xml.rels><?xml version="1.0" encoding="UTF-8" standalone="yes"?>
<Relationships xmlns="http://schemas.openxmlformats.org/package/2006/relationships"><Relationship Id="rId3" Type="http://schemas.openxmlformats.org/officeDocument/2006/relationships/image" Target="../media/image33.tif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tiff"/><Relationship Id="rId4" Type="http://schemas.openxmlformats.org/officeDocument/2006/relationships/image" Target="../media/image34.tiff"/><Relationship Id="rIdGna1" Type="http://schemas.openxmlformats.org/officeDocument/2006/relationships/tags" Target="../tags/gnatag1.xml"/></Relationships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>
            <a:extLst>
              <a:ext uri="{FF2B5EF4-FFF2-40B4-BE49-F238E27FC236}">
                <a16:creationId xmlns:a16="http://schemas.microsoft.com/office/drawing/2014/main" id="{34CB72B2-C58B-78F7-EBA6-0391CA399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[Findings and recommendations summary / Insert action title]</a:t>
            </a:r>
            <a:endParaRPr lang="en-DK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C3F8BF-6E40-0908-12D9-3CDEB93558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2CE328-ACCF-AA43-A244-DF9D5FEFC639}"/>
              </a:ext>
            </a:extLst>
          </p:cNvPr>
          <p:cNvSpPr/>
          <p:nvPr/>
        </p:nvSpPr>
        <p:spPr>
          <a:xfrm>
            <a:off x="704851" y="1712167"/>
            <a:ext cx="5061466" cy="387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Key findings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F9BF22C-CED9-BE47-B1DA-FBDD7238A8E1}"/>
              </a:ext>
            </a:extLst>
          </p:cNvPr>
          <p:cNvSpPr/>
          <p:nvPr/>
        </p:nvSpPr>
        <p:spPr>
          <a:xfrm>
            <a:off x="6342623" y="1712167"/>
            <a:ext cx="5061600" cy="387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Recommendations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972DBDB-2A18-0B4B-AF96-B00C871DD17D}"/>
              </a:ext>
            </a:extLst>
          </p:cNvPr>
          <p:cNvCxnSpPr>
            <a:cxnSpLocks/>
          </p:cNvCxnSpPr>
          <p:nvPr/>
        </p:nvCxnSpPr>
        <p:spPr>
          <a:xfrm flipH="1">
            <a:off x="6054470" y="1712167"/>
            <a:ext cx="1" cy="36576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AB436DA-B3E8-FC4E-A015-5BBCC151F3A9}"/>
              </a:ext>
            </a:extLst>
          </p:cNvPr>
          <p:cNvSpPr/>
          <p:nvPr/>
        </p:nvSpPr>
        <p:spPr>
          <a:xfrm>
            <a:off x="704851" y="5691924"/>
            <a:ext cx="10699370" cy="38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main finding or quantitative potential]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8ECA7B-943C-E242-ADCD-6C40F18B6819}"/>
              </a:ext>
            </a:extLst>
          </p:cNvPr>
          <p:cNvSpPr txBox="1"/>
          <p:nvPr/>
        </p:nvSpPr>
        <p:spPr>
          <a:xfrm>
            <a:off x="704851" y="2100156"/>
            <a:ext cx="5061458" cy="2782395"/>
          </a:xfrm>
          <a:prstGeom prst="rect">
            <a:avLst/>
          </a:prstGeom>
          <a:noFill/>
        </p:spPr>
        <p:txBody>
          <a:bodyPr wrap="square" tIns="144000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key finding]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key finding]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key finding]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600" dirty="0">
                <a:latin typeface="+mn-lt"/>
              </a:rPr>
              <a:t>…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8E07412-C08E-DF41-BF94-F5B5D929A4E1}"/>
              </a:ext>
            </a:extLst>
          </p:cNvPr>
          <p:cNvSpPr txBox="1"/>
          <p:nvPr/>
        </p:nvSpPr>
        <p:spPr>
          <a:xfrm>
            <a:off x="6342623" y="2100155"/>
            <a:ext cx="5061600" cy="2782395"/>
          </a:xfrm>
          <a:prstGeom prst="rect">
            <a:avLst/>
          </a:prstGeom>
          <a:noFill/>
        </p:spPr>
        <p:txBody>
          <a:bodyPr wrap="square" tIns="144000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main recommendation]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main recommendation]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main recommendation]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</a:rPr>
              <a:t>[Insert sub-steps, if relevant]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</a:rPr>
              <a:t>[Insert sub-steps, if relevant]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…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0EA99F0-D28B-C74B-9E61-26EE4477D722}"/>
              </a:ext>
            </a:extLst>
          </p:cNvPr>
          <p:cNvSpPr>
            <a:spLocks noChangeAspect="1"/>
          </p:cNvSpPr>
          <p:nvPr/>
        </p:nvSpPr>
        <p:spPr>
          <a:xfrm>
            <a:off x="517777" y="1636161"/>
            <a:ext cx="540000" cy="540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ECEE394-CAA3-864A-8534-CEEED62410CE}"/>
              </a:ext>
            </a:extLst>
          </p:cNvPr>
          <p:cNvSpPr>
            <a:spLocks noChangeAspect="1"/>
          </p:cNvSpPr>
          <p:nvPr/>
        </p:nvSpPr>
        <p:spPr>
          <a:xfrm>
            <a:off x="6147699" y="1636161"/>
            <a:ext cx="540000" cy="540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DAADD12-A857-454A-8E96-C1570DCCF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95" y="1760379"/>
            <a:ext cx="291564" cy="29156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8EDC9AF-819F-DC48-858D-E26301AAB5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1899" y="1760361"/>
            <a:ext cx="291600" cy="291600"/>
          </a:xfrm>
          <a:prstGeom prst="rect">
            <a:avLst/>
          </a:prstGeom>
        </p:spPr>
      </p:pic>
      <p:sp>
        <p:nvSpPr>
          <p:cNvPr id="67" name="Oval 66">
            <a:extLst>
              <a:ext uri="{FF2B5EF4-FFF2-40B4-BE49-F238E27FC236}">
                <a16:creationId xmlns:a16="http://schemas.microsoft.com/office/drawing/2014/main" id="{4ABEC639-A2C5-C540-B3F6-54C99F541049}"/>
              </a:ext>
            </a:extLst>
          </p:cNvPr>
          <p:cNvSpPr>
            <a:spLocks noChangeAspect="1"/>
          </p:cNvSpPr>
          <p:nvPr/>
        </p:nvSpPr>
        <p:spPr>
          <a:xfrm>
            <a:off x="517777" y="5616324"/>
            <a:ext cx="540000" cy="540000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6CE4FC1-12B3-7C4B-9515-D59E82F149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77" y="5740524"/>
            <a:ext cx="291600" cy="291600"/>
          </a:xfrm>
          <a:prstGeom prst="rect">
            <a:avLst/>
          </a:prstGeom>
        </p:spPr>
      </p:pic>
      <p:sp>
        <p:nvSpPr>
          <p:cNvPr id="2" name="Google Shape;507;p14">
            <a:extLst>
              <a:ext uri="{FF2B5EF4-FFF2-40B4-BE49-F238E27FC236}">
                <a16:creationId xmlns:a16="http://schemas.microsoft.com/office/drawing/2014/main" id="{A8D9FCF6-687C-A254-590E-19B66A37F5F9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" name="Google Shape;538;p14">
            <a:extLst>
              <a:ext uri="{FF2B5EF4-FFF2-40B4-BE49-F238E27FC236}">
                <a16:creationId xmlns:a16="http://schemas.microsoft.com/office/drawing/2014/main" id="{CF34A821-33D7-19B7-7819-3A60EBDF9EE9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158379550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46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