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5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72" r:id="rId5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52" Type="http://schemas.openxmlformats.org/officeDocument/2006/relationships/slide" Target="slides/slide48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68863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8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5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5.bin"/><Relationship Id="rIdGna1" Type="http://schemas.openxmlformats.org/officeDocument/2006/relationships/tags" Target="../tags/gnatag1.xml"/></Relationships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31EFBAD1-24CC-44F2-AD73-52CAB943A8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EFBAD1-24CC-44F2-AD73-52CAB943A8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161FAA-F62D-4AAE-A39D-BF9669D0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[Maturity or level slide</a:t>
            </a:r>
            <a:r>
              <a:rPr lang="en-GB" dirty="0"/>
              <a:t> / Insert action title</a:t>
            </a:r>
            <a:r>
              <a:rPr lang="en-US" dirty="0"/>
              <a:t>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ACFB6C-0C55-D9AD-E9CD-C3E8856E87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74DF45-B5B8-129C-5925-A9C9BA177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Rechteck 39">
            <a:extLst>
              <a:ext uri="{FF2B5EF4-FFF2-40B4-BE49-F238E27FC236}">
                <a16:creationId xmlns:a16="http://schemas.microsoft.com/office/drawing/2014/main" id="{2BE06D60-7E81-4195-9A98-C3CF1CCAE0F9}"/>
              </a:ext>
            </a:extLst>
          </p:cNvPr>
          <p:cNvSpPr/>
          <p:nvPr/>
        </p:nvSpPr>
        <p:spPr bwMode="gray">
          <a:xfrm>
            <a:off x="554039" y="2976798"/>
            <a:ext cx="2062910" cy="38820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36000" rIns="0" bIns="0" anchor="ctr"/>
          <a:lstStyle/>
          <a:p>
            <a:pPr indent="-120648" algn="ctr" defTabSz="1068891" eaLnBrk="0" hangingPunct="0">
              <a:lnSpc>
                <a:spcPct val="95000"/>
              </a:lnSpc>
              <a:spcAft>
                <a:spcPts val="1067"/>
              </a:spcAft>
              <a:buClr>
                <a:srgbClr val="808080"/>
              </a:buClr>
              <a:defRPr/>
            </a:pPr>
            <a:r>
              <a:rPr lang="en-US" sz="1400" b="1" noProof="1">
                <a:solidFill>
                  <a:schemeClr val="bg1"/>
                </a:solidFill>
                <a:cs typeface="Verdana" panose="020B0604030504040204" pitchFamily="34" charset="0"/>
              </a:rPr>
              <a:t>Level 1</a:t>
            </a:r>
          </a:p>
        </p:txBody>
      </p:sp>
      <p:sp>
        <p:nvSpPr>
          <p:cNvPr id="36" name="Rechteck 36">
            <a:extLst>
              <a:ext uri="{FF2B5EF4-FFF2-40B4-BE49-F238E27FC236}">
                <a16:creationId xmlns:a16="http://schemas.microsoft.com/office/drawing/2014/main" id="{95A41D06-3F93-4FEF-9D36-8C3135501755}"/>
              </a:ext>
            </a:extLst>
          </p:cNvPr>
          <p:cNvSpPr/>
          <p:nvPr/>
        </p:nvSpPr>
        <p:spPr bwMode="gray">
          <a:xfrm>
            <a:off x="2809292" y="2782697"/>
            <a:ext cx="2062910" cy="582304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indent="-120648" algn="ctr" defTabSz="1068891" eaLnBrk="0" hangingPunct="0">
              <a:buClr>
                <a:srgbClr val="808080"/>
              </a:buClr>
              <a:defRPr/>
            </a:pPr>
            <a:r>
              <a:rPr lang="en-US" sz="1400" b="1" noProof="1">
                <a:solidFill>
                  <a:schemeClr val="bg1"/>
                </a:solidFill>
                <a:cs typeface="Verdana" panose="020B0604030504040204" pitchFamily="34" charset="0"/>
              </a:rPr>
              <a:t>Level 2</a:t>
            </a:r>
          </a:p>
        </p:txBody>
      </p:sp>
      <p:sp>
        <p:nvSpPr>
          <p:cNvPr id="37" name="Rechteck 43">
            <a:extLst>
              <a:ext uri="{FF2B5EF4-FFF2-40B4-BE49-F238E27FC236}">
                <a16:creationId xmlns:a16="http://schemas.microsoft.com/office/drawing/2014/main" id="{2084AD30-0A5E-4929-9BEA-F05CE1496472}"/>
              </a:ext>
            </a:extLst>
          </p:cNvPr>
          <p:cNvSpPr/>
          <p:nvPr/>
        </p:nvSpPr>
        <p:spPr bwMode="gray">
          <a:xfrm>
            <a:off x="5064546" y="2588595"/>
            <a:ext cx="2062910" cy="776406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indent="-120648" algn="ctr" defTabSz="1068891" eaLnBrk="0" hangingPunct="0">
              <a:buClr>
                <a:srgbClr val="808080"/>
              </a:buClr>
              <a:defRPr/>
            </a:pPr>
            <a:r>
              <a:rPr lang="en-US" sz="1400" b="1" noProof="1">
                <a:solidFill>
                  <a:schemeClr val="bg1"/>
                </a:solidFill>
                <a:cs typeface="Verdana" panose="020B0604030504040204" pitchFamily="34" charset="0"/>
              </a:rPr>
              <a:t>Level 3</a:t>
            </a:r>
          </a:p>
        </p:txBody>
      </p:sp>
      <p:sp>
        <p:nvSpPr>
          <p:cNvPr id="38" name="Rechteck 44">
            <a:extLst>
              <a:ext uri="{FF2B5EF4-FFF2-40B4-BE49-F238E27FC236}">
                <a16:creationId xmlns:a16="http://schemas.microsoft.com/office/drawing/2014/main" id="{C86816B3-BF30-447B-A6DE-B3A073499C03}"/>
              </a:ext>
            </a:extLst>
          </p:cNvPr>
          <p:cNvSpPr/>
          <p:nvPr/>
        </p:nvSpPr>
        <p:spPr bwMode="gray">
          <a:xfrm>
            <a:off x="7319799" y="2390646"/>
            <a:ext cx="2062910" cy="974355"/>
          </a:xfrm>
          <a:prstGeom prst="rect">
            <a:avLst/>
          </a:prstGeom>
          <a:solidFill>
            <a:schemeClr val="accent4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indent="-120648" algn="ctr" defTabSz="1068891" eaLnBrk="0" hangingPunct="0">
              <a:buClr>
                <a:srgbClr val="808080"/>
              </a:buClr>
              <a:defRPr/>
            </a:pPr>
            <a:r>
              <a:rPr lang="en-US" sz="1400" b="1" noProof="1">
                <a:solidFill>
                  <a:schemeClr val="bg1"/>
                </a:solidFill>
                <a:cs typeface="Verdana" panose="020B0604030504040204" pitchFamily="34" charset="0"/>
              </a:rPr>
              <a:t>Level 4</a:t>
            </a:r>
          </a:p>
        </p:txBody>
      </p:sp>
      <p:sp>
        <p:nvSpPr>
          <p:cNvPr id="39" name="_color1">
            <a:extLst>
              <a:ext uri="{FF2B5EF4-FFF2-40B4-BE49-F238E27FC236}">
                <a16:creationId xmlns:a16="http://schemas.microsoft.com/office/drawing/2014/main" id="{6D600D2B-98A5-439F-9A46-171685117893}"/>
              </a:ext>
            </a:extLst>
          </p:cNvPr>
          <p:cNvSpPr/>
          <p:nvPr/>
        </p:nvSpPr>
        <p:spPr bwMode="gray">
          <a:xfrm>
            <a:off x="9575054" y="2170114"/>
            <a:ext cx="2062910" cy="119488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indent="-120648" algn="ctr" defTabSz="1068891" eaLnBrk="0" hangingPunct="0">
              <a:buClr>
                <a:srgbClr val="808080"/>
              </a:buClr>
              <a:defRPr/>
            </a:pPr>
            <a:r>
              <a:rPr lang="en-US" sz="1400" b="1" noProof="1">
                <a:cs typeface="Verdana" panose="020B0604030504040204" pitchFamily="34" charset="0"/>
              </a:rPr>
              <a:t>Level 5</a:t>
            </a:r>
          </a:p>
        </p:txBody>
      </p:sp>
      <p:sp>
        <p:nvSpPr>
          <p:cNvPr id="41" name="Text Box 6">
            <a:extLst>
              <a:ext uri="{FF2B5EF4-FFF2-40B4-BE49-F238E27FC236}">
                <a16:creationId xmlns:a16="http://schemas.microsoft.com/office/drawing/2014/main" id="{E6D81F70-2285-49D7-AEC7-2EEFB88E59B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4039" y="3570860"/>
            <a:ext cx="2062910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/>
              <a:t>[Insert level]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5CC5D9-5F9E-42AF-B4FF-76F3105CE223}"/>
              </a:ext>
            </a:extLst>
          </p:cNvPr>
          <p:cNvCxnSpPr>
            <a:cxnSpLocks/>
          </p:cNvCxnSpPr>
          <p:nvPr/>
        </p:nvCxnSpPr>
        <p:spPr>
          <a:xfrm flipH="1">
            <a:off x="554039" y="3803151"/>
            <a:ext cx="20629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6">
            <a:extLst>
              <a:ext uri="{FF2B5EF4-FFF2-40B4-BE49-F238E27FC236}">
                <a16:creationId xmlns:a16="http://schemas.microsoft.com/office/drawing/2014/main" id="{9C092720-77FE-485E-8431-593FAB8C303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09292" y="3570860"/>
            <a:ext cx="2062910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/>
              <a:t>[Insert level]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DE5830-5E13-402B-8F60-E398C805F10E}"/>
              </a:ext>
            </a:extLst>
          </p:cNvPr>
          <p:cNvCxnSpPr>
            <a:cxnSpLocks/>
          </p:cNvCxnSpPr>
          <p:nvPr/>
        </p:nvCxnSpPr>
        <p:spPr>
          <a:xfrm flipH="1">
            <a:off x="2809292" y="3803151"/>
            <a:ext cx="20629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6">
            <a:extLst>
              <a:ext uri="{FF2B5EF4-FFF2-40B4-BE49-F238E27FC236}">
                <a16:creationId xmlns:a16="http://schemas.microsoft.com/office/drawing/2014/main" id="{74A2607E-BEF9-4344-AB6A-9749214BF05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064546" y="3570860"/>
            <a:ext cx="2062910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/>
              <a:t>[Insert level]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3AC108D-242B-4527-967F-733F8AE75E56}"/>
              </a:ext>
            </a:extLst>
          </p:cNvPr>
          <p:cNvCxnSpPr>
            <a:cxnSpLocks/>
          </p:cNvCxnSpPr>
          <p:nvPr/>
        </p:nvCxnSpPr>
        <p:spPr>
          <a:xfrm flipH="1">
            <a:off x="5064546" y="3803151"/>
            <a:ext cx="20629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6">
            <a:extLst>
              <a:ext uri="{FF2B5EF4-FFF2-40B4-BE49-F238E27FC236}">
                <a16:creationId xmlns:a16="http://schemas.microsoft.com/office/drawing/2014/main" id="{483EB446-6E0C-491B-8053-5FD6D302338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319798" y="3570860"/>
            <a:ext cx="2062910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/>
              <a:t>[Insert level]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6351B1-0B23-4C2A-A133-32E379B4D49B}"/>
              </a:ext>
            </a:extLst>
          </p:cNvPr>
          <p:cNvCxnSpPr>
            <a:cxnSpLocks/>
          </p:cNvCxnSpPr>
          <p:nvPr/>
        </p:nvCxnSpPr>
        <p:spPr>
          <a:xfrm flipH="1">
            <a:off x="7319798" y="3803151"/>
            <a:ext cx="20629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6">
            <a:extLst>
              <a:ext uri="{FF2B5EF4-FFF2-40B4-BE49-F238E27FC236}">
                <a16:creationId xmlns:a16="http://schemas.microsoft.com/office/drawing/2014/main" id="{4A409F65-1A55-4A02-8994-DFE4657C3D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575054" y="3570860"/>
            <a:ext cx="2062910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/>
              <a:t>[Insert level]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E2FD6E5-C1BC-4698-A364-6A365BD20DCA}"/>
              </a:ext>
            </a:extLst>
          </p:cNvPr>
          <p:cNvCxnSpPr>
            <a:cxnSpLocks/>
          </p:cNvCxnSpPr>
          <p:nvPr/>
        </p:nvCxnSpPr>
        <p:spPr>
          <a:xfrm flipH="1">
            <a:off x="9575054" y="3803151"/>
            <a:ext cx="20629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6">
            <a:extLst>
              <a:ext uri="{FF2B5EF4-FFF2-40B4-BE49-F238E27FC236}">
                <a16:creationId xmlns:a16="http://schemas.microsoft.com/office/drawing/2014/main" id="{2E8D6174-EE4A-4179-BF1D-BD201D614B0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4039" y="3900215"/>
            <a:ext cx="2062910" cy="63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2000" tIns="72000" rIns="72000" bIns="36000" anchor="t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[Insert description of level]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…</a:t>
            </a:r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4CBD95F9-60DE-4486-B224-328FE3BFEFB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09292" y="3900215"/>
            <a:ext cx="2062910" cy="63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2000" tIns="72000" rIns="72000" bIns="36000" anchor="t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[Insert description of level]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…</a:t>
            </a:r>
          </a:p>
        </p:txBody>
      </p:sp>
      <p:sp>
        <p:nvSpPr>
          <p:cNvPr id="57" name="Text Box 6">
            <a:extLst>
              <a:ext uri="{FF2B5EF4-FFF2-40B4-BE49-F238E27FC236}">
                <a16:creationId xmlns:a16="http://schemas.microsoft.com/office/drawing/2014/main" id="{0222AC08-473A-4E1D-966F-74BB5A05E4D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064546" y="3900215"/>
            <a:ext cx="2062910" cy="63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2000" tIns="72000" rIns="72000" bIns="36000" anchor="t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[Insert description of level]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…</a:t>
            </a:r>
          </a:p>
        </p:txBody>
      </p:sp>
      <p:sp>
        <p:nvSpPr>
          <p:cNvPr id="58" name="Text Box 6">
            <a:extLst>
              <a:ext uri="{FF2B5EF4-FFF2-40B4-BE49-F238E27FC236}">
                <a16:creationId xmlns:a16="http://schemas.microsoft.com/office/drawing/2014/main" id="{CCD00207-C38E-4D7B-B174-07C4CAF816D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319798" y="3900215"/>
            <a:ext cx="2062910" cy="63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2000" tIns="72000" rIns="72000" bIns="36000" anchor="t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[Insert description of level]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…</a:t>
            </a:r>
          </a:p>
        </p:txBody>
      </p:sp>
      <p:sp>
        <p:nvSpPr>
          <p:cNvPr id="59" name="Text Box 6">
            <a:extLst>
              <a:ext uri="{FF2B5EF4-FFF2-40B4-BE49-F238E27FC236}">
                <a16:creationId xmlns:a16="http://schemas.microsoft.com/office/drawing/2014/main" id="{6D6BC6EA-B1FB-442E-B049-4A460270779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575054" y="3900215"/>
            <a:ext cx="2062910" cy="63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2000" tIns="72000" rIns="72000" bIns="36000" anchor="t" anchorCtr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[Insert description of level]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1"/>
              <a:t>…</a:t>
            </a:r>
          </a:p>
        </p:txBody>
      </p:sp>
      <p:sp>
        <p:nvSpPr>
          <p:cNvPr id="60" name="Pentagon 4">
            <a:extLst>
              <a:ext uri="{FF2B5EF4-FFF2-40B4-BE49-F238E27FC236}">
                <a16:creationId xmlns:a16="http://schemas.microsoft.com/office/drawing/2014/main" id="{894824FD-03D5-43E5-AB37-A60C9EE5ECFA}"/>
              </a:ext>
            </a:extLst>
          </p:cNvPr>
          <p:cNvSpPr/>
          <p:nvPr/>
        </p:nvSpPr>
        <p:spPr>
          <a:xfrm>
            <a:off x="550864" y="5321425"/>
            <a:ext cx="5545136" cy="439387"/>
          </a:xfrm>
          <a:prstGeom prst="homePlate">
            <a:avLst>
              <a:gd name="adj" fmla="val 337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[Insert description of phase, if relevant]</a:t>
            </a:r>
          </a:p>
        </p:txBody>
      </p:sp>
      <p:sp>
        <p:nvSpPr>
          <p:cNvPr id="61" name="Pentagon 4">
            <a:extLst>
              <a:ext uri="{FF2B5EF4-FFF2-40B4-BE49-F238E27FC236}">
                <a16:creationId xmlns:a16="http://schemas.microsoft.com/office/drawing/2014/main" id="{AA936DCB-9865-43FA-971F-A1C83F529B95}"/>
              </a:ext>
            </a:extLst>
          </p:cNvPr>
          <p:cNvSpPr/>
          <p:nvPr/>
        </p:nvSpPr>
        <p:spPr>
          <a:xfrm>
            <a:off x="6093264" y="5321425"/>
            <a:ext cx="5544000" cy="439387"/>
          </a:xfrm>
          <a:prstGeom prst="homePlate">
            <a:avLst>
              <a:gd name="adj" fmla="val 337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[Insert description of phase, if relevant]</a:t>
            </a:r>
          </a:p>
        </p:txBody>
      </p:sp>
      <p:sp>
        <p:nvSpPr>
          <p:cNvPr id="62" name="Pentagon 48">
            <a:extLst>
              <a:ext uri="{FF2B5EF4-FFF2-40B4-BE49-F238E27FC236}">
                <a16:creationId xmlns:a16="http://schemas.microsoft.com/office/drawing/2014/main" id="{B27FD2A5-5C0A-49B3-8FCC-8C69E7E3E9B9}"/>
              </a:ext>
            </a:extLst>
          </p:cNvPr>
          <p:cNvSpPr/>
          <p:nvPr/>
        </p:nvSpPr>
        <p:spPr>
          <a:xfrm>
            <a:off x="4648200" y="2484468"/>
            <a:ext cx="774283" cy="252000"/>
          </a:xfrm>
          <a:prstGeom prst="homePlate">
            <a:avLst>
              <a:gd name="adj" fmla="val 38366"/>
            </a:avLst>
          </a:prstGeom>
          <a:solidFill>
            <a:schemeClr val="accent6"/>
          </a:solidFill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Today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46050251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