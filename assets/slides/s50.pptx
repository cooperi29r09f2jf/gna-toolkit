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8" r:id="rId54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0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8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We believe in four guiding principles for a strong [insert]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7FBEE80-7414-C4DE-C63E-28648009897D}"/>
              </a:ext>
            </a:extLst>
          </p:cNvPr>
          <p:cNvSpPr>
            <a:spLocks noChangeAspect="1"/>
          </p:cNvSpPr>
          <p:nvPr/>
        </p:nvSpPr>
        <p:spPr>
          <a:xfrm>
            <a:off x="872719" y="1381855"/>
            <a:ext cx="971008" cy="971009"/>
          </a:xfrm>
          <a:custGeom>
            <a:avLst/>
            <a:gdLst>
              <a:gd name="connsiteX0" fmla="*/ 911170 w 913151"/>
              <a:gd name="connsiteY0" fmla="*/ 456951 h 913151"/>
              <a:gd name="connsiteX1" fmla="*/ 456951 w 913151"/>
              <a:gd name="connsiteY1" fmla="*/ 911170 h 913151"/>
              <a:gd name="connsiteX2" fmla="*/ 2731 w 913151"/>
              <a:gd name="connsiteY2" fmla="*/ 456951 h 913151"/>
              <a:gd name="connsiteX3" fmla="*/ 456951 w 913151"/>
              <a:gd name="connsiteY3" fmla="*/ 2731 h 913151"/>
              <a:gd name="connsiteX4" fmla="*/ 911170 w 913151"/>
              <a:gd name="connsiteY4" fmla="*/ 456951 h 913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151" h="913151">
                <a:moveTo>
                  <a:pt x="911170" y="456951"/>
                </a:moveTo>
                <a:cubicBezTo>
                  <a:pt x="911170" y="707809"/>
                  <a:pt x="707809" y="911170"/>
                  <a:pt x="456951" y="911170"/>
                </a:cubicBezTo>
                <a:cubicBezTo>
                  <a:pt x="206092" y="911170"/>
                  <a:pt x="2731" y="707809"/>
                  <a:pt x="2731" y="456951"/>
                </a:cubicBezTo>
                <a:cubicBezTo>
                  <a:pt x="2731" y="206092"/>
                  <a:pt x="206092" y="2731"/>
                  <a:pt x="456951" y="2731"/>
                </a:cubicBezTo>
                <a:cubicBezTo>
                  <a:pt x="707809" y="2731"/>
                  <a:pt x="911170" y="206092"/>
                  <a:pt x="911170" y="456951"/>
                </a:cubicBezTo>
                <a:close/>
              </a:path>
            </a:pathLst>
          </a:custGeom>
          <a:solidFill>
            <a:schemeClr val="accent1"/>
          </a:solidFill>
          <a:ln w="5888" cap="flat">
            <a:noFill/>
            <a:prstDash val="solid"/>
            <a:miter/>
          </a:ln>
        </p:spPr>
        <p:txBody>
          <a:bodyPr lIns="0" tIns="91440" rIns="0" bIns="91440" rtlCol="0" anchor="ctr"/>
          <a:lstStyle/>
          <a:p>
            <a:pPr marL="0" marR="0" lvl="1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[Principle 1]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0783266-7705-9E4B-B495-6A7DA471900A}"/>
              </a:ext>
            </a:extLst>
          </p:cNvPr>
          <p:cNvSpPr>
            <a:spLocks noChangeAspect="1"/>
          </p:cNvSpPr>
          <p:nvPr/>
        </p:nvSpPr>
        <p:spPr>
          <a:xfrm>
            <a:off x="874513" y="2706006"/>
            <a:ext cx="971008" cy="971009"/>
          </a:xfrm>
          <a:custGeom>
            <a:avLst/>
            <a:gdLst>
              <a:gd name="connsiteX0" fmla="*/ 911170 w 913151"/>
              <a:gd name="connsiteY0" fmla="*/ 456951 h 913151"/>
              <a:gd name="connsiteX1" fmla="*/ 456951 w 913151"/>
              <a:gd name="connsiteY1" fmla="*/ 911170 h 913151"/>
              <a:gd name="connsiteX2" fmla="*/ 2731 w 913151"/>
              <a:gd name="connsiteY2" fmla="*/ 456951 h 913151"/>
              <a:gd name="connsiteX3" fmla="*/ 456951 w 913151"/>
              <a:gd name="connsiteY3" fmla="*/ 2731 h 913151"/>
              <a:gd name="connsiteX4" fmla="*/ 911170 w 913151"/>
              <a:gd name="connsiteY4" fmla="*/ 456951 h 913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151" h="913151">
                <a:moveTo>
                  <a:pt x="911170" y="456951"/>
                </a:moveTo>
                <a:cubicBezTo>
                  <a:pt x="911170" y="707809"/>
                  <a:pt x="707809" y="911170"/>
                  <a:pt x="456951" y="911170"/>
                </a:cubicBezTo>
                <a:cubicBezTo>
                  <a:pt x="206092" y="911170"/>
                  <a:pt x="2731" y="707809"/>
                  <a:pt x="2731" y="456951"/>
                </a:cubicBezTo>
                <a:cubicBezTo>
                  <a:pt x="2731" y="206092"/>
                  <a:pt x="206092" y="2731"/>
                  <a:pt x="456951" y="2731"/>
                </a:cubicBezTo>
                <a:cubicBezTo>
                  <a:pt x="707809" y="2731"/>
                  <a:pt x="911170" y="206092"/>
                  <a:pt x="911170" y="456951"/>
                </a:cubicBezTo>
                <a:close/>
              </a:path>
            </a:pathLst>
          </a:custGeom>
          <a:solidFill>
            <a:schemeClr val="accent2"/>
          </a:solidFill>
          <a:ln w="5888" cap="flat">
            <a:noFill/>
            <a:prstDash val="solid"/>
            <a:miter/>
          </a:ln>
        </p:spPr>
        <p:txBody>
          <a:bodyPr lIns="0" tIns="91440" rIns="0" bIns="91440" rtlCol="0" anchor="ctr"/>
          <a:lstStyle/>
          <a:p>
            <a:pPr marL="0" marR="0" lvl="1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[Principle 2]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67FCCD-EAE3-558C-5E1E-666C3838962B}"/>
              </a:ext>
            </a:extLst>
          </p:cNvPr>
          <p:cNvSpPr>
            <a:spLocks noChangeAspect="1"/>
          </p:cNvSpPr>
          <p:nvPr/>
        </p:nvSpPr>
        <p:spPr>
          <a:xfrm>
            <a:off x="874513" y="4030157"/>
            <a:ext cx="971008" cy="971009"/>
          </a:xfrm>
          <a:custGeom>
            <a:avLst/>
            <a:gdLst>
              <a:gd name="connsiteX0" fmla="*/ 911170 w 913151"/>
              <a:gd name="connsiteY0" fmla="*/ 456951 h 913151"/>
              <a:gd name="connsiteX1" fmla="*/ 456951 w 913151"/>
              <a:gd name="connsiteY1" fmla="*/ 911170 h 913151"/>
              <a:gd name="connsiteX2" fmla="*/ 2731 w 913151"/>
              <a:gd name="connsiteY2" fmla="*/ 456951 h 913151"/>
              <a:gd name="connsiteX3" fmla="*/ 456951 w 913151"/>
              <a:gd name="connsiteY3" fmla="*/ 2731 h 913151"/>
              <a:gd name="connsiteX4" fmla="*/ 911170 w 913151"/>
              <a:gd name="connsiteY4" fmla="*/ 456951 h 913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151" h="913151">
                <a:moveTo>
                  <a:pt x="911170" y="456951"/>
                </a:moveTo>
                <a:cubicBezTo>
                  <a:pt x="911170" y="707809"/>
                  <a:pt x="707809" y="911170"/>
                  <a:pt x="456951" y="911170"/>
                </a:cubicBezTo>
                <a:cubicBezTo>
                  <a:pt x="206092" y="911170"/>
                  <a:pt x="2731" y="707809"/>
                  <a:pt x="2731" y="456951"/>
                </a:cubicBezTo>
                <a:cubicBezTo>
                  <a:pt x="2731" y="206092"/>
                  <a:pt x="206092" y="2731"/>
                  <a:pt x="456951" y="2731"/>
                </a:cubicBezTo>
                <a:cubicBezTo>
                  <a:pt x="707809" y="2731"/>
                  <a:pt x="911170" y="206092"/>
                  <a:pt x="911170" y="456951"/>
                </a:cubicBezTo>
                <a:close/>
              </a:path>
            </a:pathLst>
          </a:custGeom>
          <a:solidFill>
            <a:schemeClr val="accent3"/>
          </a:solidFill>
          <a:ln w="5888" cap="flat">
            <a:noFill/>
            <a:prstDash val="solid"/>
            <a:miter/>
          </a:ln>
        </p:spPr>
        <p:txBody>
          <a:bodyPr lIns="0" tIns="91440" rIns="0" bIns="91440" rtlCol="0" anchor="ctr"/>
          <a:lstStyle/>
          <a:p>
            <a:pPr marL="0" marR="0" lvl="1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[Principle 3]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7B13016-AA34-57B0-5675-F0F1CAB747C0}"/>
              </a:ext>
            </a:extLst>
          </p:cNvPr>
          <p:cNvSpPr>
            <a:spLocks noChangeAspect="1"/>
          </p:cNvSpPr>
          <p:nvPr/>
        </p:nvSpPr>
        <p:spPr>
          <a:xfrm>
            <a:off x="872719" y="5354305"/>
            <a:ext cx="971008" cy="971009"/>
          </a:xfrm>
          <a:custGeom>
            <a:avLst/>
            <a:gdLst>
              <a:gd name="connsiteX0" fmla="*/ 912857 w 913151"/>
              <a:gd name="connsiteY0" fmla="*/ 458638 h 913151"/>
              <a:gd name="connsiteX1" fmla="*/ 458638 w 913151"/>
              <a:gd name="connsiteY1" fmla="*/ 912857 h 913151"/>
              <a:gd name="connsiteX2" fmla="*/ 4418 w 913151"/>
              <a:gd name="connsiteY2" fmla="*/ 458638 h 913151"/>
              <a:gd name="connsiteX3" fmla="*/ 458638 w 913151"/>
              <a:gd name="connsiteY3" fmla="*/ 4419 h 913151"/>
              <a:gd name="connsiteX4" fmla="*/ 912857 w 913151"/>
              <a:gd name="connsiteY4" fmla="*/ 458638 h 913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151" h="913151">
                <a:moveTo>
                  <a:pt x="912857" y="458638"/>
                </a:moveTo>
                <a:cubicBezTo>
                  <a:pt x="912857" y="709496"/>
                  <a:pt x="709496" y="912857"/>
                  <a:pt x="458638" y="912857"/>
                </a:cubicBezTo>
                <a:cubicBezTo>
                  <a:pt x="207779" y="912857"/>
                  <a:pt x="4418" y="709496"/>
                  <a:pt x="4418" y="458638"/>
                </a:cubicBezTo>
                <a:cubicBezTo>
                  <a:pt x="4418" y="207779"/>
                  <a:pt x="207779" y="4419"/>
                  <a:pt x="458638" y="4419"/>
                </a:cubicBezTo>
                <a:cubicBezTo>
                  <a:pt x="709496" y="4419"/>
                  <a:pt x="912857" y="207780"/>
                  <a:pt x="912857" y="458638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lIns="0" tIns="91440" rIns="0" bIns="91440" rtlCol="0" anchor="ctr"/>
          <a:lstStyle/>
          <a:p>
            <a:pPr marL="0" marR="0" lvl="1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[Principle 4]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DEC6064-2C99-3EE2-740E-1E8C30842AF6}"/>
              </a:ext>
            </a:extLst>
          </p:cNvPr>
          <p:cNvSpPr/>
          <p:nvPr/>
        </p:nvSpPr>
        <p:spPr>
          <a:xfrm>
            <a:off x="2228877" y="1759638"/>
            <a:ext cx="9071883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[Insert description of guiding principle, 2-3 lines]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71A912-3725-11EE-1DAE-C329F1368232}"/>
              </a:ext>
            </a:extLst>
          </p:cNvPr>
          <p:cNvSpPr/>
          <p:nvPr/>
        </p:nvSpPr>
        <p:spPr>
          <a:xfrm>
            <a:off x="2228877" y="3064549"/>
            <a:ext cx="9071883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[Insert description of guiding principle, 2-3 lines]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039F774-883E-755F-57DC-599098BB189C}"/>
              </a:ext>
            </a:extLst>
          </p:cNvPr>
          <p:cNvSpPr/>
          <p:nvPr/>
        </p:nvSpPr>
        <p:spPr>
          <a:xfrm>
            <a:off x="2228877" y="4398902"/>
            <a:ext cx="9071883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[Insert description of guiding principle, 2-3 lines]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12F2A3DC-CAAE-7DF0-2200-140D8CB13702}"/>
              </a:ext>
            </a:extLst>
          </p:cNvPr>
          <p:cNvSpPr/>
          <p:nvPr/>
        </p:nvSpPr>
        <p:spPr>
          <a:xfrm>
            <a:off x="2228877" y="5732088"/>
            <a:ext cx="9071883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[Insert description of guiding principle, 2-3 lines]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7575B829-8D9E-1619-51AD-9B8BF9A9C999}"/>
              </a:ext>
            </a:extLst>
          </p:cNvPr>
          <p:cNvCxnSpPr>
            <a:cxnSpLocks/>
          </p:cNvCxnSpPr>
          <p:nvPr/>
        </p:nvCxnSpPr>
        <p:spPr>
          <a:xfrm>
            <a:off x="2228877" y="2519816"/>
            <a:ext cx="9070848" cy="0"/>
          </a:xfrm>
          <a:prstGeom prst="line">
            <a:avLst/>
          </a:prstGeom>
          <a:ln w="9525" cap="rnd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D1758F98-597E-D130-55A1-4B44A98BE373}"/>
              </a:ext>
            </a:extLst>
          </p:cNvPr>
          <p:cNvCxnSpPr>
            <a:cxnSpLocks/>
          </p:cNvCxnSpPr>
          <p:nvPr/>
        </p:nvCxnSpPr>
        <p:spPr>
          <a:xfrm>
            <a:off x="2228877" y="3839448"/>
            <a:ext cx="9070848" cy="0"/>
          </a:xfrm>
          <a:prstGeom prst="line">
            <a:avLst/>
          </a:prstGeom>
          <a:ln w="9525" cap="rnd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42BCBC2-5B11-4C62-DEB6-995AD23C582C}"/>
              </a:ext>
            </a:extLst>
          </p:cNvPr>
          <p:cNvCxnSpPr>
            <a:cxnSpLocks/>
          </p:cNvCxnSpPr>
          <p:nvPr/>
        </p:nvCxnSpPr>
        <p:spPr>
          <a:xfrm>
            <a:off x="2228877" y="5173218"/>
            <a:ext cx="9070848" cy="0"/>
          </a:xfrm>
          <a:prstGeom prst="line">
            <a:avLst/>
          </a:prstGeom>
          <a:ln w="9525" cap="rnd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BEE0EF-4061-3854-4ED1-A903E858DC03}"/>
              </a:ext>
            </a:extLst>
          </p:cNvPr>
          <p:cNvCxnSpPr>
            <a:cxnSpLocks/>
          </p:cNvCxnSpPr>
          <p:nvPr/>
        </p:nvCxnSpPr>
        <p:spPr>
          <a:xfrm flipH="1" flipV="1">
            <a:off x="1362797" y="5038037"/>
            <a:ext cx="0" cy="279400"/>
          </a:xfrm>
          <a:prstGeom prst="line">
            <a:avLst/>
          </a:prstGeom>
          <a:ln w="9525" cap="sq">
            <a:solidFill>
              <a:schemeClr val="bg1">
                <a:lumMod val="65000"/>
              </a:schemeClr>
            </a:solidFill>
            <a:miter lim="800000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2733BB-8465-3CD3-2262-12A41D45D963}"/>
              </a:ext>
            </a:extLst>
          </p:cNvPr>
          <p:cNvCxnSpPr>
            <a:cxnSpLocks/>
          </p:cNvCxnSpPr>
          <p:nvPr/>
        </p:nvCxnSpPr>
        <p:spPr>
          <a:xfrm flipH="1" flipV="1">
            <a:off x="1362797" y="3713886"/>
            <a:ext cx="0" cy="279400"/>
          </a:xfrm>
          <a:prstGeom prst="line">
            <a:avLst/>
          </a:prstGeom>
          <a:ln w="9525" cap="sq">
            <a:solidFill>
              <a:schemeClr val="bg1">
                <a:lumMod val="65000"/>
              </a:schemeClr>
            </a:solidFill>
            <a:miter lim="800000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7F1E40-6AF2-898F-5574-AF2DFAE448E4}"/>
              </a:ext>
            </a:extLst>
          </p:cNvPr>
          <p:cNvCxnSpPr>
            <a:cxnSpLocks/>
          </p:cNvCxnSpPr>
          <p:nvPr/>
        </p:nvCxnSpPr>
        <p:spPr>
          <a:xfrm flipH="1" flipV="1">
            <a:off x="1362797" y="2389735"/>
            <a:ext cx="0" cy="279400"/>
          </a:xfrm>
          <a:prstGeom prst="line">
            <a:avLst/>
          </a:prstGeom>
          <a:ln w="9525" cap="sq">
            <a:solidFill>
              <a:schemeClr val="bg1">
                <a:lumMod val="65000"/>
              </a:schemeClr>
            </a:solidFill>
            <a:miter lim="800000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BBD7C509-EC35-30AD-959F-47899E25641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88108405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0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