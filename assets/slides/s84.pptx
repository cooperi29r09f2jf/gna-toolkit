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35" r:id="rId88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88" Type="http://schemas.openxmlformats.org/officeDocument/2006/relationships/slide" Target="slides/slide84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[Project name] status, week of [date]</a:t>
            </a:r>
          </a:p>
        </p:txBody>
      </p:sp>
      <p:sp>
        <p:nvSpPr>
          <p:cNvPr id="3" name="Status pill"/>
          <p:cNvSpPr/>
          <p:nvPr/>
        </p:nvSpPr>
        <p:spPr>
          <a:xfrm>
            <a:off x="9994392" y="1399032"/>
            <a:ext cx="1645920" cy="310896"/>
          </a:xfrm>
          <a:prstGeom prst="roundRect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On track</a:t>
            </a:r>
          </a:p>
        </p:txBody>
      </p:sp>
      <p:sp>
        <p:nvSpPr>
          <p:cNvPr id="4" name="Overall status"/>
          <p:cNvSpPr txBox="1"/>
          <p:nvPr/>
        </p:nvSpPr>
        <p:spPr>
          <a:xfrm>
            <a:off x="557784" y="1417320"/>
            <a:ext cx="8961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5043"/>
                </a:solidFill>
              </a:rPr>
              <a:t>Overall: </a:t>
            </a:r>
            <a:r>
              <a:rPr sz="1300" b="0" i="0">
                <a:solidFill>
                  <a:srgbClr val="262626"/>
                </a:solidFill>
              </a:rPr>
              <a:t>[One sentence on where the project stands against plan]</a:t>
            </a:r>
          </a:p>
        </p:txBody>
      </p:sp>
      <p:sp>
        <p:nvSpPr>
          <p:cNvPr id="5" name="Column 1 header"/>
          <p:cNvSpPr txBox="1"/>
          <p:nvPr/>
        </p:nvSpPr>
        <p:spPr>
          <a:xfrm>
            <a:off x="557784" y="2148840"/>
            <a:ext cx="34503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25043"/>
                </a:solidFill>
              </a:rPr>
              <a:t>Done this period</a:t>
            </a:r>
          </a:p>
        </p:txBody>
      </p:sp>
      <p:cxnSp>
        <p:nvCxnSpPr>
          <p:cNvPr id="6" name="Column 1 rule"/>
          <p:cNvCxnSpPr/>
          <p:nvPr/>
        </p:nvCxnSpPr>
        <p:spPr>
          <a:xfrm>
            <a:off x="557784" y="2542032"/>
            <a:ext cx="3450335" cy="0"/>
          </a:xfrm>
          <a:prstGeom prst="line">
            <a:avLst/>
          </a:prstGeom>
          <a:ln w="15875">
            <a:solidFill>
              <a:srgbClr val="025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lumn 1 items"/>
          <p:cNvSpPr txBox="1"/>
          <p:nvPr/>
        </p:nvSpPr>
        <p:spPr>
          <a:xfrm>
            <a:off x="557784" y="2697480"/>
            <a:ext cx="3450335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</p:txBody>
      </p:sp>
      <p:sp>
        <p:nvSpPr>
          <p:cNvPr id="8" name="Column 2 header"/>
          <p:cNvSpPr txBox="1"/>
          <p:nvPr/>
        </p:nvSpPr>
        <p:spPr>
          <a:xfrm>
            <a:off x="4373880" y="2148840"/>
            <a:ext cx="34503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25043"/>
                </a:solidFill>
              </a:rPr>
              <a:t>Coming next</a:t>
            </a:r>
          </a:p>
        </p:txBody>
      </p:sp>
      <p:cxnSp>
        <p:nvCxnSpPr>
          <p:cNvPr id="9" name="Column 2 rule"/>
          <p:cNvCxnSpPr/>
          <p:nvPr/>
        </p:nvCxnSpPr>
        <p:spPr>
          <a:xfrm>
            <a:off x="4373880" y="2542032"/>
            <a:ext cx="3450336" cy="0"/>
          </a:xfrm>
          <a:prstGeom prst="line">
            <a:avLst/>
          </a:prstGeom>
          <a:ln w="15875">
            <a:solidFill>
              <a:srgbClr val="025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lumn 2 items"/>
          <p:cNvSpPr txBox="1"/>
          <p:nvPr/>
        </p:nvSpPr>
        <p:spPr>
          <a:xfrm>
            <a:off x="4373880" y="2697480"/>
            <a:ext cx="3450335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</p:txBody>
      </p:sp>
      <p:sp>
        <p:nvSpPr>
          <p:cNvPr id="11" name="Column 3 header"/>
          <p:cNvSpPr txBox="1"/>
          <p:nvPr/>
        </p:nvSpPr>
        <p:spPr>
          <a:xfrm>
            <a:off x="8189975" y="2148840"/>
            <a:ext cx="34503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C8C8C"/>
                </a:solidFill>
              </a:rPr>
              <a:t>Risks and asks</a:t>
            </a:r>
          </a:p>
        </p:txBody>
      </p:sp>
      <p:cxnSp>
        <p:nvCxnSpPr>
          <p:cNvPr id="12" name="Column 3 rule"/>
          <p:cNvCxnSpPr/>
          <p:nvPr/>
        </p:nvCxnSpPr>
        <p:spPr>
          <a:xfrm>
            <a:off x="8189975" y="2542032"/>
            <a:ext cx="3450336" cy="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lumn 3 items"/>
          <p:cNvSpPr txBox="1"/>
          <p:nvPr/>
        </p:nvSpPr>
        <p:spPr>
          <a:xfrm>
            <a:off x="8189975" y="2697480"/>
            <a:ext cx="3450335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  <a:p>
            <a:pPr marL="164592" indent="-164592" algn="l">
              <a:spcAft>
                <a:spcPts val="800"/>
              </a:spcAft>
              <a:buClr>
                <a:srgbClr val="02504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</a:rPr>
              <a:t>[Item, with owner]</a:t>
            </a:r>
          </a:p>
        </p:txBody>
      </p:sp>
    </p:spTree>
    <p:custDataLst>
      <p:tags r:id="rIdGna1"/>
    </p:custData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4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