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5.xml" ContentType="application/vnd.openxmlformats-officedocument.presentationml.notesSlide+xml"/>
  <Override PartName="/ppt/charts/chart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756" r:id="rId33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33" Type="http://schemas.openxmlformats.org/officeDocument/2006/relationships/slide" Target="slides/slide29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Dimension 1 e.g. net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618</c:v>
                </c:pt>
                <c:pt idx="1">
                  <c:v>643</c:v>
                </c:pt>
                <c:pt idx="2">
                  <c:v>648</c:v>
                </c:pt>
                <c:pt idx="3">
                  <c:v>699</c:v>
                </c:pt>
                <c:pt idx="4">
                  <c:v>651</c:v>
                </c:pt>
                <c:pt idx="5">
                  <c:v>671</c:v>
                </c:pt>
                <c:pt idx="6">
                  <c:v>720</c:v>
                </c:pt>
                <c:pt idx="7">
                  <c:v>731</c:v>
                </c:pt>
                <c:pt idx="8">
                  <c:v>721</c:v>
                </c:pt>
                <c:pt idx="9">
                  <c:v>735</c:v>
                </c:pt>
                <c:pt idx="10">
                  <c:v>732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6C-2A48-9D00-713AB75E96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2618192"/>
        <c:axId val="4131063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Dimension 2 e.g. EBIT margin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Sheet1!$C$2:$C$12</c:f>
              <c:numCache>
                <c:formatCode>0%</c:formatCode>
                <c:ptCount val="11"/>
                <c:pt idx="0" formatCode="0.00%">
                  <c:v>6.9000000000000006E-2</c:v>
                </c:pt>
                <c:pt idx="1">
                  <c:v>7.0000000000000007E-2</c:v>
                </c:pt>
                <c:pt idx="2" formatCode="0.00%">
                  <c:v>8.1000000000000003E-2</c:v>
                </c:pt>
                <c:pt idx="3" formatCode="0.00%">
                  <c:v>5.5E-2</c:v>
                </c:pt>
                <c:pt idx="4" formatCode="0.00%">
                  <c:v>4.1000000000000002E-2</c:v>
                </c:pt>
                <c:pt idx="5" formatCode="0.00%">
                  <c:v>5.0999999999999997E-2</c:v>
                </c:pt>
                <c:pt idx="6" formatCode="0.00%">
                  <c:v>0.06</c:v>
                </c:pt>
                <c:pt idx="7" formatCode="0.00%">
                  <c:v>6.5000000000000002E-2</c:v>
                </c:pt>
                <c:pt idx="8" formatCode="0.00%">
                  <c:v>6.9000000000000006E-2</c:v>
                </c:pt>
                <c:pt idx="9" formatCode="0.00%">
                  <c:v>7.0999999999999994E-2</c:v>
                </c:pt>
                <c:pt idx="10" formatCode="0.00%">
                  <c:v>8.1000000000000003E-2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6C-2A48-9D00-713AB75E96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12829888"/>
        <c:axId val="466391104"/>
      </c:lineChart>
      <c:catAx>
        <c:axId val="412618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3106352"/>
        <c:crosses val="autoZero"/>
        <c:auto val="1"/>
        <c:lblAlgn val="ctr"/>
        <c:lblOffset val="100"/>
        <c:noMultiLvlLbl val="0"/>
      </c:catAx>
      <c:valAx>
        <c:axId val="413106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2618192"/>
        <c:crosses val="autoZero"/>
        <c:crossBetween val="between"/>
      </c:valAx>
      <c:valAx>
        <c:axId val="466391104"/>
        <c:scaling>
          <c:orientation val="minMax"/>
          <c:max val="0.2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2829888"/>
        <c:crosses val="max"/>
        <c:crossBetween val="between"/>
      </c:valAx>
      <c:catAx>
        <c:axId val="41282988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6639110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0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29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259183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29.xml.rels><?xml version="1.0" encoding="UTF-8" standalone="yes"?>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1C024-1423-CF4A-B0E4-45D935071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[Bar chart with line graph / Insert action title]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496B2A-6287-B718-7855-B58342727AE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97C6C2D-E712-3B77-AB53-0514FA449F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5614125"/>
              </p:ext>
            </p:extLst>
          </p:nvPr>
        </p:nvGraphicFramePr>
        <p:xfrm>
          <a:off x="527712" y="1812311"/>
          <a:ext cx="11173330" cy="4364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Google Shape;711;p19">
            <a:extLst>
              <a:ext uri="{FF2B5EF4-FFF2-40B4-BE49-F238E27FC236}">
                <a16:creationId xmlns:a16="http://schemas.microsoft.com/office/drawing/2014/main" id="{2991D559-9E1C-BC32-A1FF-E6EC101873F4}"/>
              </a:ext>
            </a:extLst>
          </p:cNvPr>
          <p:cNvSpPr/>
          <p:nvPr/>
        </p:nvSpPr>
        <p:spPr>
          <a:xfrm>
            <a:off x="467806" y="1461578"/>
            <a:ext cx="619086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[Dimension 1], </a:t>
            </a:r>
            <a: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[Unit]</a:t>
            </a:r>
          </a:p>
        </p:txBody>
      </p:sp>
      <p:sp>
        <p:nvSpPr>
          <p:cNvPr id="9" name="Google Shape;711;p19">
            <a:extLst>
              <a:ext uri="{FF2B5EF4-FFF2-40B4-BE49-F238E27FC236}">
                <a16:creationId xmlns:a16="http://schemas.microsoft.com/office/drawing/2014/main" id="{417CF6B5-1429-732B-F254-958DF3A7A92F}"/>
              </a:ext>
            </a:extLst>
          </p:cNvPr>
          <p:cNvSpPr/>
          <p:nvPr/>
        </p:nvSpPr>
        <p:spPr>
          <a:xfrm>
            <a:off x="5510180" y="1461578"/>
            <a:ext cx="619086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[Dimension 2], </a:t>
            </a:r>
            <a: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[Unit]</a:t>
            </a:r>
          </a:p>
        </p:txBody>
      </p:sp>
      <p:sp>
        <p:nvSpPr>
          <p:cNvPr id="5" name="Google Shape;507;p14">
            <a:extLst>
              <a:ext uri="{FF2B5EF4-FFF2-40B4-BE49-F238E27FC236}">
                <a16:creationId xmlns:a16="http://schemas.microsoft.com/office/drawing/2014/main" id="{A80A0657-6D48-E32C-BE63-4DEB8E3F6B7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7" name="Google Shape;538;p14">
            <a:extLst>
              <a:ext uri="{FF2B5EF4-FFF2-40B4-BE49-F238E27FC236}">
                <a16:creationId xmlns:a16="http://schemas.microsoft.com/office/drawing/2014/main" id="{D314E256-D0B9-2B31-6E7C-7B509E641EF0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681718756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29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