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10" r:id="rId63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63" Type="http://schemas.openxmlformats.org/officeDocument/2006/relationships/slide" Target="slides/slide59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F711-8E9F-DB56-4068-5660532C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project will focus on [insert scope]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C40EB3-D958-5E42-464B-9C63633598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[Insert areas] are not in 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DA69E-EC99-DC96-DB3E-193C99041D4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AC98D-B139-2F57-A0BB-A5086B308863}"/>
              </a:ext>
            </a:extLst>
          </p:cNvPr>
          <p:cNvSpPr/>
          <p:nvPr/>
        </p:nvSpPr>
        <p:spPr>
          <a:xfrm>
            <a:off x="554736" y="3491217"/>
            <a:ext cx="2299062" cy="1005840"/>
          </a:xfrm>
          <a:prstGeom prst="rect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main area e.g. cost drivers]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5D8C7F-CAC0-B9F7-0D3D-BC0A59FAC3D8}"/>
              </a:ext>
            </a:extLst>
          </p:cNvPr>
          <p:cNvSpPr/>
          <p:nvPr/>
        </p:nvSpPr>
        <p:spPr>
          <a:xfrm>
            <a:off x="3482558" y="2319299"/>
            <a:ext cx="2299062" cy="100584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area in scope e.g., Procurement divided across organization]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56490-7056-B5FA-56C1-2E8D97CFC1CF}"/>
              </a:ext>
            </a:extLst>
          </p:cNvPr>
          <p:cNvSpPr/>
          <p:nvPr/>
        </p:nvSpPr>
        <p:spPr>
          <a:xfrm>
            <a:off x="3482558" y="5249907"/>
            <a:ext cx="2299062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ACC4A6-4F19-BEED-2DA1-A3A0529F4A05}"/>
              </a:ext>
            </a:extLst>
          </p:cNvPr>
          <p:cNvSpPr/>
          <p:nvPr/>
        </p:nvSpPr>
        <p:spPr>
          <a:xfrm>
            <a:off x="6410380" y="1734152"/>
            <a:ext cx="2299062" cy="1004215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FF366-AE19-E903-DABE-6D70954F4D8C}"/>
              </a:ext>
            </a:extLst>
          </p:cNvPr>
          <p:cNvSpPr/>
          <p:nvPr/>
        </p:nvSpPr>
        <p:spPr>
          <a:xfrm>
            <a:off x="9338202" y="1734153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F9632C-F49F-1629-757C-3B6198895B19}"/>
              </a:ext>
            </a:extLst>
          </p:cNvPr>
          <p:cNvSpPr/>
          <p:nvPr/>
        </p:nvSpPr>
        <p:spPr>
          <a:xfrm>
            <a:off x="9338202" y="2097761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39A98-0FC3-5282-218A-063EB6B85AEB}"/>
              </a:ext>
            </a:extLst>
          </p:cNvPr>
          <p:cNvSpPr/>
          <p:nvPr/>
        </p:nvSpPr>
        <p:spPr>
          <a:xfrm>
            <a:off x="9338202" y="2461369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1574E8-6AAA-BC45-A886-46AC6F59EE05}"/>
              </a:ext>
            </a:extLst>
          </p:cNvPr>
          <p:cNvSpPr/>
          <p:nvPr/>
        </p:nvSpPr>
        <p:spPr>
          <a:xfrm>
            <a:off x="6410380" y="2906070"/>
            <a:ext cx="2299062" cy="1004215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C96B5E-A31B-8C9D-1F14-64FB41019487}"/>
              </a:ext>
            </a:extLst>
          </p:cNvPr>
          <p:cNvSpPr/>
          <p:nvPr/>
        </p:nvSpPr>
        <p:spPr>
          <a:xfrm>
            <a:off x="6410380" y="4077988"/>
            <a:ext cx="2299062" cy="100421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AA85B-551E-9A7E-2ED6-C0405A3E1D0C}"/>
              </a:ext>
            </a:extLst>
          </p:cNvPr>
          <p:cNvSpPr/>
          <p:nvPr/>
        </p:nvSpPr>
        <p:spPr>
          <a:xfrm>
            <a:off x="3482558" y="4076363"/>
            <a:ext cx="2299062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B3AB60-35DA-D289-7332-468DA732AE37}"/>
              </a:ext>
            </a:extLst>
          </p:cNvPr>
          <p:cNvSpPr/>
          <p:nvPr/>
        </p:nvSpPr>
        <p:spPr>
          <a:xfrm>
            <a:off x="6410380" y="5249907"/>
            <a:ext cx="2299062" cy="100584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area not in scope]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238778-9377-E5DE-80BE-9262B4168DF3}"/>
              </a:ext>
            </a:extLst>
          </p:cNvPr>
          <p:cNvSpPr/>
          <p:nvPr/>
        </p:nvSpPr>
        <p:spPr>
          <a:xfrm>
            <a:off x="9338202" y="2906070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6AAA6B-05E7-B722-C9B3-80C5AD996B7E}"/>
              </a:ext>
            </a:extLst>
          </p:cNvPr>
          <p:cNvSpPr/>
          <p:nvPr/>
        </p:nvSpPr>
        <p:spPr>
          <a:xfrm>
            <a:off x="9338202" y="3269678"/>
            <a:ext cx="2299062" cy="276999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bg1"/>
                </a:solidFill>
              </a:rPr>
              <a:t>[Insert area in scope]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44F9AB-31C4-115B-31F4-1DF2D8490F6E}"/>
              </a:ext>
            </a:extLst>
          </p:cNvPr>
          <p:cNvSpPr/>
          <p:nvPr/>
        </p:nvSpPr>
        <p:spPr>
          <a:xfrm>
            <a:off x="9338202" y="3633286"/>
            <a:ext cx="2299062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[Insert area not in scope]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3E6CF45-9D10-7ABF-85DF-62C5C8C3920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853798" y="2822219"/>
            <a:ext cx="628760" cy="1171918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E9A6727E-9525-B924-C359-CD413C52435D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>
            <a:off x="2853798" y="3994137"/>
            <a:ext cx="628760" cy="585146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A0776EF9-F95F-62BE-F757-5D1B2874AEC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2853798" y="3994137"/>
            <a:ext cx="628760" cy="1758690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94CB2B48-CEF1-6AD6-A167-AF2C4377F53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5781620" y="2236260"/>
            <a:ext cx="628760" cy="585959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35F8E948-D154-05C4-3720-6BB7D6ACE368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5781620" y="2822219"/>
            <a:ext cx="628760" cy="585959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F2EC6B59-AAB2-D498-53AE-6BE72DD7C0B3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8709442" y="1872653"/>
            <a:ext cx="628760" cy="363607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8FB0969A-DEBC-9EBF-C9F3-5A2F5E2ACC63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8709442" y="2236260"/>
            <a:ext cx="628760" cy="363609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F96DD25D-574F-ECFE-502B-ECBF128F5FB1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 flipV="1">
            <a:off x="8709442" y="3044570"/>
            <a:ext cx="628760" cy="363608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E2619A2-ABC8-E834-E4DA-AD81C391EF09}"/>
              </a:ext>
            </a:extLst>
          </p:cNvPr>
          <p:cNvCxnSpPr>
            <a:cxnSpLocks/>
            <a:stCxn id="13" idx="3"/>
            <a:endCxn id="19" idx="1"/>
          </p:cNvCxnSpPr>
          <p:nvPr/>
        </p:nvCxnSpPr>
        <p:spPr>
          <a:xfrm>
            <a:off x="8709442" y="3408178"/>
            <a:ext cx="628760" cy="363608"/>
          </a:xfrm>
          <a:prstGeom prst="bentConnector3">
            <a:avLst>
              <a:gd name="adj1" fmla="val 50000"/>
            </a:avLst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C5216D4-78A5-C93F-ECD7-6E0E103B386F}"/>
              </a:ext>
            </a:extLst>
          </p:cNvPr>
          <p:cNvCxnSpPr>
            <a:stCxn id="15" idx="3"/>
            <a:endCxn id="14" idx="1"/>
          </p:cNvCxnSpPr>
          <p:nvPr/>
        </p:nvCxnSpPr>
        <p:spPr>
          <a:xfrm>
            <a:off x="5781620" y="4579283"/>
            <a:ext cx="628760" cy="813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08D8B3F-2ED8-8B32-4564-CC80F6188495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5781620" y="5752827"/>
            <a:ext cx="628760" cy="0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49EFFDC-B1EA-F212-9FD9-22C36DF788BE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8709442" y="3408178"/>
            <a:ext cx="628760" cy="0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FFF5FC8-C26D-E6A5-91A3-1352E3C852F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8709442" y="2236260"/>
            <a:ext cx="628760" cy="1"/>
          </a:xfrm>
          <a:prstGeom prst="line">
            <a:avLst/>
          </a:prstGeom>
          <a:ln w="9525" cap="sq">
            <a:solidFill>
              <a:srgbClr val="000000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23821469-EEC0-93CD-204A-38A5BB005ECD}"/>
              </a:ext>
            </a:extLst>
          </p:cNvPr>
          <p:cNvSpPr/>
          <p:nvPr/>
        </p:nvSpPr>
        <p:spPr>
          <a:xfrm>
            <a:off x="9820195" y="5164614"/>
            <a:ext cx="1664669" cy="1091133"/>
          </a:xfrm>
          <a:prstGeom prst="rect">
            <a:avLst/>
          </a:prstGeom>
          <a:noFill/>
          <a:ln w="15875" cap="sq">
            <a:solidFill>
              <a:srgbClr val="0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7E67043-447E-76EC-08AE-C2C390828A5F}"/>
              </a:ext>
            </a:extLst>
          </p:cNvPr>
          <p:cNvGrpSpPr/>
          <p:nvPr/>
        </p:nvGrpSpPr>
        <p:grpSpPr>
          <a:xfrm>
            <a:off x="9945580" y="5363050"/>
            <a:ext cx="1539284" cy="694260"/>
            <a:chOff x="9945580" y="5262035"/>
            <a:chExt cx="1539284" cy="69426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2624FE6C-540F-AB96-B1BB-186FB5282A7E}"/>
                </a:ext>
              </a:extLst>
            </p:cNvPr>
            <p:cNvSpPr/>
            <p:nvPr/>
          </p:nvSpPr>
          <p:spPr>
            <a:xfrm>
              <a:off x="9945580" y="5262035"/>
              <a:ext cx="447049" cy="27699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0CA3289-B361-FB72-F58E-6C73D38243A2}"/>
                </a:ext>
              </a:extLst>
            </p:cNvPr>
            <p:cNvSpPr/>
            <p:nvPr/>
          </p:nvSpPr>
          <p:spPr>
            <a:xfrm>
              <a:off x="9945580" y="5679296"/>
              <a:ext cx="447049" cy="276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826127D-F281-0B9D-4D9D-1672DEEBDCB0}"/>
                </a:ext>
              </a:extLst>
            </p:cNvPr>
            <p:cNvSpPr txBox="1"/>
            <p:nvPr/>
          </p:nvSpPr>
          <p:spPr>
            <a:xfrm>
              <a:off x="10487733" y="5294658"/>
              <a:ext cx="838215" cy="2117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200" dirty="0"/>
                <a:t>In scope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8BBC48E-5E39-E698-EA41-D23CE806E2BF}"/>
                </a:ext>
              </a:extLst>
            </p:cNvPr>
            <p:cNvSpPr txBox="1"/>
            <p:nvPr/>
          </p:nvSpPr>
          <p:spPr>
            <a:xfrm>
              <a:off x="10487733" y="5711919"/>
              <a:ext cx="997131" cy="21175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lang="en-US" sz="1200" dirty="0"/>
                <a:t>Not in scope</a:t>
              </a:r>
            </a:p>
          </p:txBody>
        </p:sp>
      </p:grpSp>
    </p:spTree>
    <p:custDataLst>
      <p:tags r:id="rIdGna1"/>
    </p:custDataLst>
    <p:extLst>
      <p:ext uri="{BB962C8B-B14F-4D97-AF65-F5344CB8AC3E}">
        <p14:creationId xmlns:p14="http://schemas.microsoft.com/office/powerpoint/2010/main" val="368184400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9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