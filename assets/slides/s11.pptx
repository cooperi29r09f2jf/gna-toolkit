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04" r:id="rId1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15" Type="http://schemas.openxmlformats.org/officeDocument/2006/relationships/slide" Target="slides/slide1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6695618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1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7.bin"/><Relationship Id="rIdGna1" Type="http://schemas.openxmlformats.org/officeDocument/2006/relationships/tags" Target="../tags/gnatag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Executive summary</a:t>
            </a:r>
            <a:endParaRPr lang="en-DK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30298F2-65EC-A626-EA58-3DC97F3E8B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F5BA29A-85B4-5B6F-6E23-7C88BEA5FF21}"/>
              </a:ext>
            </a:extLst>
          </p:cNvPr>
          <p:cNvSpPr/>
          <p:nvPr/>
        </p:nvSpPr>
        <p:spPr>
          <a:xfrm>
            <a:off x="3422179" y="1706562"/>
            <a:ext cx="2480200" cy="1276769"/>
          </a:xfrm>
          <a:prstGeom prst="rect">
            <a:avLst/>
          </a:prstGeom>
          <a:solidFill>
            <a:schemeClr val="accent1"/>
          </a:solidFill>
          <a:effectLst/>
        </p:spPr>
        <p:txBody>
          <a:bodyPr lIns="73152" tIns="73152" rIns="73152" bIns="73152" anchor="ctr"/>
          <a:lstStyle/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[Main takeaway 2]</a:t>
            </a:r>
          </a:p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 of </a:t>
            </a:r>
            <a:b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</a:b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main takeaway]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1559B63-120F-4AD3-9C63-22110A9FED78}"/>
              </a:ext>
            </a:extLst>
          </p:cNvPr>
          <p:cNvSpPr/>
          <p:nvPr/>
        </p:nvSpPr>
        <p:spPr>
          <a:xfrm>
            <a:off x="6289622" y="1706562"/>
            <a:ext cx="2480200" cy="1276769"/>
          </a:xfrm>
          <a:prstGeom prst="rect">
            <a:avLst/>
          </a:prstGeom>
          <a:solidFill>
            <a:schemeClr val="accent1"/>
          </a:solidFill>
          <a:effectLst/>
        </p:spPr>
        <p:txBody>
          <a:bodyPr lIns="73152" tIns="73152" rIns="73152" bIns="73152" anchor="ctr"/>
          <a:lstStyle/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[Main takeaway 3]</a:t>
            </a:r>
          </a:p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 of </a:t>
            </a:r>
            <a:b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</a:b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main takeaway]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A5F5F38-A7A1-B77E-9F60-8D6FA55959B7}"/>
              </a:ext>
            </a:extLst>
          </p:cNvPr>
          <p:cNvSpPr/>
          <p:nvPr/>
        </p:nvSpPr>
        <p:spPr>
          <a:xfrm>
            <a:off x="554736" y="1706562"/>
            <a:ext cx="2480200" cy="1276769"/>
          </a:xfrm>
          <a:prstGeom prst="rect">
            <a:avLst/>
          </a:prstGeom>
          <a:solidFill>
            <a:schemeClr val="accent1"/>
          </a:solidFill>
          <a:effectLst/>
        </p:spPr>
        <p:txBody>
          <a:bodyPr lIns="73152" tIns="73152" rIns="73152" bIns="73152" anchor="ctr"/>
          <a:lstStyle/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[Main takeaway 1]</a:t>
            </a:r>
          </a:p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 of </a:t>
            </a:r>
            <a:b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</a:b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main takeaway]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07D96DB-FC05-942C-31B2-65927FA6A311}"/>
              </a:ext>
            </a:extLst>
          </p:cNvPr>
          <p:cNvSpPr/>
          <p:nvPr/>
        </p:nvSpPr>
        <p:spPr>
          <a:xfrm>
            <a:off x="9157064" y="1706562"/>
            <a:ext cx="2480200" cy="1276769"/>
          </a:xfrm>
          <a:prstGeom prst="rect">
            <a:avLst/>
          </a:prstGeom>
          <a:solidFill>
            <a:schemeClr val="accent1"/>
          </a:solidFill>
          <a:effectLst/>
        </p:spPr>
        <p:txBody>
          <a:bodyPr lIns="73152" tIns="73152" rIns="73152" bIns="73152" anchor="ctr"/>
          <a:lstStyle/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[Main takeaway 4]</a:t>
            </a:r>
          </a:p>
          <a:p>
            <a:pPr algn="ctr" defTabSz="228554">
              <a:spcAft>
                <a:spcPts val="200"/>
              </a:spcAft>
            </a:pP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[Insert description of </a:t>
            </a:r>
            <a:b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</a:br>
            <a:r>
              <a:rPr lang="en-GB" sz="1400" dirty="0">
                <a:solidFill>
                  <a:schemeClr val="bg1"/>
                </a:solidFill>
                <a:ea typeface="Verdana" panose="020B0604030504040204" pitchFamily="34" charset="0"/>
                <a:cs typeface="Arial" panose="020B0604020202020204" pitchFamily="34" charset="0"/>
                <a:sym typeface="Verdana" panose="020B0604030504040204" pitchFamily="34" charset="0"/>
              </a:rPr>
              <a:t>main takeaway]</a:t>
            </a:r>
          </a:p>
        </p:txBody>
      </p:sp>
      <p:sp>
        <p:nvSpPr>
          <p:cNvPr id="26" name="Rectangle 89">
            <a:extLst>
              <a:ext uri="{FF2B5EF4-FFF2-40B4-BE49-F238E27FC236}">
                <a16:creationId xmlns:a16="http://schemas.microsoft.com/office/drawing/2014/main" id="{4AB74837-2625-1936-3D82-DE68EA97C519}"/>
              </a:ext>
            </a:extLst>
          </p:cNvPr>
          <p:cNvSpPr/>
          <p:nvPr/>
        </p:nvSpPr>
        <p:spPr>
          <a:xfrm>
            <a:off x="552261" y="3220872"/>
            <a:ext cx="11082528" cy="29990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14" bIns="45714" rtlCol="0" anchor="t"/>
          <a:lstStyle/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bullets]</a:t>
            </a:r>
          </a:p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bullets]</a:t>
            </a:r>
          </a:p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bullets]</a:t>
            </a:r>
          </a:p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bullets]</a:t>
            </a:r>
          </a:p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bullets]</a:t>
            </a:r>
          </a:p>
          <a:p>
            <a:pPr marL="4000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…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68479931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