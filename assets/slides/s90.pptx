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1110" r:id="rId94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4" Type="http://schemas.openxmlformats.org/officeDocument/2006/relationships/slide" Target="slides/slide90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7A54DB6-C576-7370-85C6-0E509988693E}"/>
              </a:ext>
            </a:extLst>
          </p:cNvPr>
          <p:cNvSpPr/>
          <p:nvPr/>
        </p:nvSpPr>
        <p:spPr>
          <a:xfrm>
            <a:off x="550864" y="1862254"/>
            <a:ext cx="11086400" cy="447163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DC7DEF-3BAC-96FE-6DB3-AE61774F8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Immediate next steps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E2A9471-9C5C-9978-9851-9B646AAC96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557EB32-A946-B22D-F226-E3334B519E6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21E3C7-240F-FFA0-8CBA-5920CDAADD07}"/>
              </a:ext>
            </a:extLst>
          </p:cNvPr>
          <p:cNvSpPr txBox="1"/>
          <p:nvPr/>
        </p:nvSpPr>
        <p:spPr>
          <a:xfrm>
            <a:off x="4362994" y="4362994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1ED5BB-D710-D909-1246-F805C6C81B19}"/>
              </a:ext>
            </a:extLst>
          </p:cNvPr>
          <p:cNvSpPr txBox="1"/>
          <p:nvPr/>
        </p:nvSpPr>
        <p:spPr>
          <a:xfrm>
            <a:off x="1148576" y="2304226"/>
            <a:ext cx="893212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/>
              <a:t>[Insert step]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4BA9D9-BEB6-2CAA-AA04-0A3D1B4EC2F8}"/>
              </a:ext>
            </a:extLst>
          </p:cNvPr>
          <p:cNvSpPr txBox="1"/>
          <p:nvPr/>
        </p:nvSpPr>
        <p:spPr>
          <a:xfrm>
            <a:off x="1148576" y="3137851"/>
            <a:ext cx="893212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/>
              <a:t>[Insert step]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2A8D24-B155-9B71-C069-A3DF99CC3E0C}"/>
              </a:ext>
            </a:extLst>
          </p:cNvPr>
          <p:cNvSpPr txBox="1"/>
          <p:nvPr/>
        </p:nvSpPr>
        <p:spPr>
          <a:xfrm>
            <a:off x="1148576" y="3971476"/>
            <a:ext cx="893212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/>
              <a:t>[Insert step]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41EC0C-0997-05FA-C1CC-C8DF5C67CD71}"/>
              </a:ext>
            </a:extLst>
          </p:cNvPr>
          <p:cNvSpPr txBox="1"/>
          <p:nvPr/>
        </p:nvSpPr>
        <p:spPr>
          <a:xfrm>
            <a:off x="1148576" y="4805101"/>
            <a:ext cx="893212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/>
              <a:t>[Insert step]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0EEC8F-20A1-E02B-8363-72FC5984AE91}"/>
              </a:ext>
            </a:extLst>
          </p:cNvPr>
          <p:cNvSpPr txBox="1"/>
          <p:nvPr/>
        </p:nvSpPr>
        <p:spPr>
          <a:xfrm>
            <a:off x="1148576" y="5638726"/>
            <a:ext cx="893212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/>
              <a:t>[Insert step]</a:t>
            </a: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7B3F14D8-8F9B-B5B8-BE44-2A860824A48C}"/>
              </a:ext>
            </a:extLst>
          </p:cNvPr>
          <p:cNvSpPr>
            <a:spLocks noChangeAspect="1"/>
          </p:cNvSpPr>
          <p:nvPr/>
        </p:nvSpPr>
        <p:spPr>
          <a:xfrm rot="5400000">
            <a:off x="758972" y="2383503"/>
            <a:ext cx="269094" cy="18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Triangle 13">
            <a:extLst>
              <a:ext uri="{FF2B5EF4-FFF2-40B4-BE49-F238E27FC236}">
                <a16:creationId xmlns:a16="http://schemas.microsoft.com/office/drawing/2014/main" id="{9BF1F967-C12C-A930-4E6A-A0A00630DBCB}"/>
              </a:ext>
            </a:extLst>
          </p:cNvPr>
          <p:cNvSpPr>
            <a:spLocks noChangeAspect="1"/>
          </p:cNvSpPr>
          <p:nvPr/>
        </p:nvSpPr>
        <p:spPr>
          <a:xfrm rot="5400000">
            <a:off x="758972" y="3217128"/>
            <a:ext cx="269094" cy="18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34807CA8-3DCA-2F3E-3D0B-7DB0294CBD2C}"/>
              </a:ext>
            </a:extLst>
          </p:cNvPr>
          <p:cNvSpPr>
            <a:spLocks noChangeAspect="1"/>
          </p:cNvSpPr>
          <p:nvPr/>
        </p:nvSpPr>
        <p:spPr>
          <a:xfrm rot="5400000">
            <a:off x="758972" y="4050753"/>
            <a:ext cx="269094" cy="18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id="{B4EA1C99-3B87-CD29-1A42-E798C644F701}"/>
              </a:ext>
            </a:extLst>
          </p:cNvPr>
          <p:cNvSpPr>
            <a:spLocks noChangeAspect="1"/>
          </p:cNvSpPr>
          <p:nvPr/>
        </p:nvSpPr>
        <p:spPr>
          <a:xfrm rot="5400000">
            <a:off x="758972" y="4884378"/>
            <a:ext cx="269094" cy="18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34A1ECE9-2F48-5F35-3B14-5751DFDA240A}"/>
              </a:ext>
            </a:extLst>
          </p:cNvPr>
          <p:cNvSpPr>
            <a:spLocks noChangeAspect="1"/>
          </p:cNvSpPr>
          <p:nvPr/>
        </p:nvSpPr>
        <p:spPr>
          <a:xfrm rot="5400000">
            <a:off x="758972" y="5718003"/>
            <a:ext cx="269094" cy="18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2" name="Google Shape;746;p20">
            <a:extLst>
              <a:ext uri="{FF2B5EF4-FFF2-40B4-BE49-F238E27FC236}">
                <a16:creationId xmlns:a16="http://schemas.microsoft.com/office/drawing/2014/main" id="{3221E599-C4D0-8AD4-32B4-9CA4B7CD460A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Arial"/>
                <a:cs typeface="Arial"/>
                <a:sym typeface="Arial"/>
              </a:rPr>
              <a:t>Source: xx</a:t>
            </a:r>
            <a:endParaRPr kumimoji="0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208178994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90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