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01" r:id="rId13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9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5.xml"/><Relationship Id="rId1" Type="http://schemas.openxmlformats.org/officeDocument/2006/relationships/tags" Target="../tags/tag304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3.bin"/></Relationships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25043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22EA7EF-3E7C-439D-BE1B-23D67E3C71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933890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22EA7EF-3E7C-439D-BE1B-23D67E3C71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5E3C-E71F-27EE-4D76-96B1E7A8F9B0}"/>
              </a:ext>
            </a:extLst>
          </p:cNvPr>
          <p:cNvSpPr txBox="1"/>
          <p:nvPr userDrawn="1"/>
        </p:nvSpPr>
        <p:spPr>
          <a:xfrm>
            <a:off x="10419644" y="657013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18342041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9" r:id="rId2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Relationship Id="rIdGna1" Type="http://schemas.openxmlformats.org/officeDocument/2006/relationships/tags" Target="../tags/gnatag1.xml"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NA wave" descr="Decorative wave"/>
          <p:cNvPicPr>
            <a:picLocks noChangeAspect="1"/>
          </p:cNvPicPr>
          <p:nvPr userDrawn="1"/>
        </p:nvPicPr>
        <p:blipFill>
          <a:blip r:embed="rId2"/>
          <a:srcRect l="2816" r="3288" b="40845"/>
          <a:stretch>
            <a:fillRect/>
          </a:stretch>
        </p:blipFill>
        <p:spPr>
          <a:xfrm>
            <a:off x="0" y="3017520"/>
            <a:ext cx="12191695" cy="384048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F8EE7E-B4C5-DBF1-40AC-100DB451D8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Google Shape;934;p251">
            <a:extLst>
              <a:ext uri="{FF2B5EF4-FFF2-40B4-BE49-F238E27FC236}">
                <a16:creationId xmlns:a16="http://schemas.microsoft.com/office/drawing/2014/main" id="{4A690E94-3404-4288-03BC-C5BCD9961FEE}"/>
              </a:ext>
            </a:extLst>
          </p:cNvPr>
          <p:cNvSpPr/>
          <p:nvPr/>
        </p:nvSpPr>
        <p:spPr>
          <a:xfrm>
            <a:off x="1687286" y="1890200"/>
            <a:ext cx="8817428" cy="3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chemeClr val="dk1"/>
              </a:buClr>
            </a:pPr>
            <a:r>
              <a:rPr lang="en-US" sz="3600" dirty="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[Insert objective(s) as short, centered lines to grab client’s attention]</a:t>
            </a: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246686144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9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