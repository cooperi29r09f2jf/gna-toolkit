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28.xml" ContentType="application/vnd.openxmlformats-officedocument.presentationml.tags+xml"/>
  <Override PartName="/ppt/charts/chart8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1237" r:id="rId32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32" Type="http://schemas.openxmlformats.org/officeDocument/2006/relationships/slide" Target="slides/slide28.xml"/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ln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F9C-49A2-A9B2-49CAA41828E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F9C-49A2-A9B2-49CAA41828E6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F9C-49A2-A9B2-49CAA41828E6}"/>
              </c:ext>
            </c:extLst>
          </c:dPt>
          <c:dPt>
            <c:idx val="3"/>
            <c:bubble3D val="0"/>
            <c:spPr>
              <a:solidFill>
                <a:schemeClr val="accent3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F9C-49A2-A9B2-49CAA41828E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Hoja1!$A$2:$A$5</c:f>
              <c:strCache>
                <c:ptCount val="4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</c:strCache>
            </c:strRef>
          </c:cat>
          <c:val>
            <c:numRef>
              <c:f>Hoja1!$B$2:$B$5</c:f>
              <c:numCache>
                <c:formatCode>0%</c:formatCode>
                <c:ptCount val="4"/>
                <c:pt idx="0">
                  <c:v>0.25</c:v>
                </c:pt>
                <c:pt idx="1">
                  <c:v>0.25</c:v>
                </c:pt>
                <c:pt idx="2">
                  <c:v>0.25</c:v>
                </c:pt>
                <c:pt idx="3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F9C-49A2-A9B2-49CAA41828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28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8.xml"/><Relationship Id="rId5" Type="http://schemas.openxmlformats.org/officeDocument/2006/relationships/chart" Target="../charts/chart8.xml"/><Relationship Id="rId4" Type="http://schemas.openxmlformats.org/officeDocument/2006/relationships/image" Target="../media/image16.emf"/><Relationship Id="rIdGna1" Type="http://schemas.openxmlformats.org/officeDocument/2006/relationships/tags" Target="../tags/gnatag1.xml"/></Relationships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[Single doughnut chart / Insert action title]</a:t>
            </a:r>
            <a:endParaRPr lang="en-DK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52C4EC8F-3DBE-2F32-F911-E7E844E070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FF3E957-ECB3-FEEB-FA23-A712DAB6C95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" name="Gráfico 9">
            <a:extLst>
              <a:ext uri="{FF2B5EF4-FFF2-40B4-BE49-F238E27FC236}">
                <a16:creationId xmlns:a16="http://schemas.microsoft.com/office/drawing/2014/main" id="{BC37CC52-4D70-C959-70FD-8EC03C684D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1658348"/>
              </p:ext>
            </p:extLst>
          </p:nvPr>
        </p:nvGraphicFramePr>
        <p:xfrm>
          <a:off x="1120684" y="2524422"/>
          <a:ext cx="6561680" cy="34482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7" name="TextBox 25">
            <a:extLst>
              <a:ext uri="{FF2B5EF4-FFF2-40B4-BE49-F238E27FC236}">
                <a16:creationId xmlns:a16="http://schemas.microsoft.com/office/drawing/2014/main" id="{548397D5-23BA-708F-7C37-BED992477780}"/>
              </a:ext>
            </a:extLst>
          </p:cNvPr>
          <p:cNvSpPr txBox="1"/>
          <p:nvPr/>
        </p:nvSpPr>
        <p:spPr>
          <a:xfrm>
            <a:off x="1802577" y="3040441"/>
            <a:ext cx="1295597" cy="21544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[Insert category]</a:t>
            </a:r>
          </a:p>
        </p:txBody>
      </p:sp>
      <p:sp>
        <p:nvSpPr>
          <p:cNvPr id="11" name="Google Shape;507;p14">
            <a:extLst>
              <a:ext uri="{FF2B5EF4-FFF2-40B4-BE49-F238E27FC236}">
                <a16:creationId xmlns:a16="http://schemas.microsoft.com/office/drawing/2014/main" id="{D2DB5FAE-BA2B-30D0-9182-B15FE5F1E874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2" name="Google Shape;538;p14">
            <a:extLst>
              <a:ext uri="{FF2B5EF4-FFF2-40B4-BE49-F238E27FC236}">
                <a16:creationId xmlns:a16="http://schemas.microsoft.com/office/drawing/2014/main" id="{373F3FA8-73F5-ECA7-8C41-6FBDB4F71224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latin typeface="+mn-lt"/>
                <a:ea typeface="Arial"/>
                <a:cs typeface="Arial"/>
                <a:sym typeface="Arial"/>
              </a:rPr>
              <a:t>Footnote: 1. xx</a:t>
            </a:r>
            <a:endParaRPr sz="90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CB8662-0A91-ECDA-D619-A58388D7E3F3}"/>
              </a:ext>
            </a:extLst>
          </p:cNvPr>
          <p:cNvSpPr/>
          <p:nvPr/>
        </p:nvSpPr>
        <p:spPr>
          <a:xfrm>
            <a:off x="554736" y="2318715"/>
            <a:ext cx="523706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cs typeface="Arial" panose="020B0604020202020204" pitchFamily="34" charset="0"/>
                <a:sym typeface="Arial" panose="020B0604020202020204" pitchFamily="34" charset="0"/>
              </a:rPr>
              <a:t>[Data],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lt"/>
                <a:cs typeface="Arial" panose="020B0604020202020204" pitchFamily="34" charset="0"/>
                <a:sym typeface="Arial" panose="020B0604020202020204" pitchFamily="34" charset="0"/>
              </a:rPr>
              <a:t>[Unit]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lt"/>
              <a:ea typeface="ＭＳ Ｐゴシック"/>
              <a:cs typeface="Arial" panose="020B0604020202020204" pitchFamily="34" charset="0"/>
            </a:endParaRPr>
          </a:p>
        </p:txBody>
      </p:sp>
      <p:sp>
        <p:nvSpPr>
          <p:cNvPr id="14" name="TextBox 25">
            <a:extLst>
              <a:ext uri="{FF2B5EF4-FFF2-40B4-BE49-F238E27FC236}">
                <a16:creationId xmlns:a16="http://schemas.microsoft.com/office/drawing/2014/main" id="{6D82C838-C011-7599-1C51-9C0BB636FC39}"/>
              </a:ext>
            </a:extLst>
          </p:cNvPr>
          <p:cNvSpPr txBox="1"/>
          <p:nvPr/>
        </p:nvSpPr>
        <p:spPr>
          <a:xfrm>
            <a:off x="1802577" y="5247531"/>
            <a:ext cx="1295597" cy="21544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[Insert category]</a:t>
            </a:r>
          </a:p>
        </p:txBody>
      </p:sp>
      <p:sp>
        <p:nvSpPr>
          <p:cNvPr id="15" name="TextBox 25">
            <a:extLst>
              <a:ext uri="{FF2B5EF4-FFF2-40B4-BE49-F238E27FC236}">
                <a16:creationId xmlns:a16="http://schemas.microsoft.com/office/drawing/2014/main" id="{BC35BA8B-CAE6-5BEE-DD39-A0E621570614}"/>
              </a:ext>
            </a:extLst>
          </p:cNvPr>
          <p:cNvSpPr txBox="1"/>
          <p:nvPr/>
        </p:nvSpPr>
        <p:spPr>
          <a:xfrm>
            <a:off x="5704874" y="3040441"/>
            <a:ext cx="1295597" cy="21544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[Insert category]</a:t>
            </a:r>
          </a:p>
        </p:txBody>
      </p:sp>
      <p:sp>
        <p:nvSpPr>
          <p:cNvPr id="16" name="TextBox 25">
            <a:extLst>
              <a:ext uri="{FF2B5EF4-FFF2-40B4-BE49-F238E27FC236}">
                <a16:creationId xmlns:a16="http://schemas.microsoft.com/office/drawing/2014/main" id="{D2D35A80-DDC1-E6CB-CFB3-B7A46F4F8D08}"/>
              </a:ext>
            </a:extLst>
          </p:cNvPr>
          <p:cNvSpPr txBox="1"/>
          <p:nvPr/>
        </p:nvSpPr>
        <p:spPr>
          <a:xfrm>
            <a:off x="5704874" y="5247531"/>
            <a:ext cx="1295597" cy="21544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[Insert category]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6BD6A7-9DC8-00B7-6C21-8B244A2BB14F}"/>
              </a:ext>
            </a:extLst>
          </p:cNvPr>
          <p:cNvSpPr txBox="1"/>
          <p:nvPr/>
        </p:nvSpPr>
        <p:spPr>
          <a:xfrm>
            <a:off x="554736" y="1491837"/>
            <a:ext cx="7296092" cy="716281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1" dirty="0">
                <a:latin typeface="+mn-lt"/>
              </a:rPr>
              <a:t>[Description]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3A2CB8D-69F8-5E79-D6F6-4AB6F5C28E0E}"/>
              </a:ext>
            </a:extLst>
          </p:cNvPr>
          <p:cNvCxnSpPr>
            <a:cxnSpLocks/>
          </p:cNvCxnSpPr>
          <p:nvPr/>
        </p:nvCxnSpPr>
        <p:spPr>
          <a:xfrm>
            <a:off x="554736" y="2292428"/>
            <a:ext cx="7297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8CCC1B2-E49C-DFE3-1401-1DD73ACAC426}"/>
              </a:ext>
            </a:extLst>
          </p:cNvPr>
          <p:cNvSpPr txBox="1"/>
          <p:nvPr/>
        </p:nvSpPr>
        <p:spPr>
          <a:xfrm>
            <a:off x="8106032" y="1491837"/>
            <a:ext cx="3535105" cy="716281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[Key takeaways]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865AFFE-ACF8-4002-08CE-16C2877CA963}"/>
              </a:ext>
            </a:extLst>
          </p:cNvPr>
          <p:cNvCxnSpPr>
            <a:cxnSpLocks/>
          </p:cNvCxnSpPr>
          <p:nvPr/>
        </p:nvCxnSpPr>
        <p:spPr>
          <a:xfrm>
            <a:off x="7997639" y="1733550"/>
            <a:ext cx="1" cy="450003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B6ECB15-7AD1-8F47-B850-80D312069B3D}"/>
              </a:ext>
            </a:extLst>
          </p:cNvPr>
          <p:cNvSpPr txBox="1"/>
          <p:nvPr/>
        </p:nvSpPr>
        <p:spPr>
          <a:xfrm>
            <a:off x="8240476" y="2551261"/>
            <a:ext cx="340066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[Short description and most important takeaways]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[Short description and most important takeaways]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[Short description and most important takeaways]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400" dirty="0">
                <a:latin typeface="+mn-lt"/>
              </a:rPr>
              <a:t>…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87B0FC7-1B47-5C03-A853-0F0D86F4914A}"/>
              </a:ext>
            </a:extLst>
          </p:cNvPr>
          <p:cNvCxnSpPr>
            <a:cxnSpLocks/>
          </p:cNvCxnSpPr>
          <p:nvPr/>
        </p:nvCxnSpPr>
        <p:spPr>
          <a:xfrm>
            <a:off x="8106032" y="2292428"/>
            <a:ext cx="353510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Gna1"/>
    </p:custDataLst>
    <p:extLst>
      <p:ext uri="{BB962C8B-B14F-4D97-AF65-F5344CB8AC3E}">
        <p14:creationId xmlns:p14="http://schemas.microsoft.com/office/powerpoint/2010/main" val="1648550982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28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