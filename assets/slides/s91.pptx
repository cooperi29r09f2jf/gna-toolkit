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22" r:id="rId95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95" Type="http://schemas.openxmlformats.org/officeDocument/2006/relationships/slide" Target="slides/slide9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C61A6-81E4-3082-85AB-F97EA8F08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steps: Proposed way forward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1020A-8741-D91E-6D01-FCB6DC6A06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10E95-A531-C521-15EF-654FCFFC59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AA7FA7-67F8-B28A-9833-E8EF68C78FD2}"/>
              </a:ext>
            </a:extLst>
          </p:cNvPr>
          <p:cNvSpPr txBox="1"/>
          <p:nvPr/>
        </p:nvSpPr>
        <p:spPr>
          <a:xfrm>
            <a:off x="558609" y="1783585"/>
            <a:ext cx="5134268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Activity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6B6BEF-04A4-6087-E60C-1EAA89E189AE}"/>
              </a:ext>
            </a:extLst>
          </p:cNvPr>
          <p:cNvCxnSpPr>
            <a:cxnSpLocks/>
          </p:cNvCxnSpPr>
          <p:nvPr/>
        </p:nvCxnSpPr>
        <p:spPr>
          <a:xfrm>
            <a:off x="558609" y="2295552"/>
            <a:ext cx="5135048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4C97758-9CD2-3823-9174-7208229B7EC1}"/>
              </a:ext>
            </a:extLst>
          </p:cNvPr>
          <p:cNvSpPr txBox="1"/>
          <p:nvPr/>
        </p:nvSpPr>
        <p:spPr>
          <a:xfrm>
            <a:off x="10323871" y="1783585"/>
            <a:ext cx="1317266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Status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BFE195-55D5-DC89-E7F9-E6491CF76DA0}"/>
              </a:ext>
            </a:extLst>
          </p:cNvPr>
          <p:cNvCxnSpPr>
            <a:cxnSpLocks/>
          </p:cNvCxnSpPr>
          <p:nvPr/>
        </p:nvCxnSpPr>
        <p:spPr>
          <a:xfrm>
            <a:off x="10323871" y="2295552"/>
            <a:ext cx="1317266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04AC856-9F67-8742-342B-7C1C7399618D}"/>
              </a:ext>
            </a:extLst>
          </p:cNvPr>
          <p:cNvSpPr txBox="1"/>
          <p:nvPr/>
        </p:nvSpPr>
        <p:spPr>
          <a:xfrm>
            <a:off x="5918883" y="1783585"/>
            <a:ext cx="2635710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Owner/participants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327C54-B9F7-4F7A-2CFF-40FE613F1E4B}"/>
              </a:ext>
            </a:extLst>
          </p:cNvPr>
          <p:cNvCxnSpPr>
            <a:cxnSpLocks/>
          </p:cNvCxnSpPr>
          <p:nvPr/>
        </p:nvCxnSpPr>
        <p:spPr>
          <a:xfrm>
            <a:off x="5919403" y="2295552"/>
            <a:ext cx="263571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F08672A-8E40-27DD-DEFA-F48024154CA5}"/>
              </a:ext>
            </a:extLst>
          </p:cNvPr>
          <p:cNvSpPr txBox="1"/>
          <p:nvPr/>
        </p:nvSpPr>
        <p:spPr>
          <a:xfrm>
            <a:off x="8780599" y="1783585"/>
            <a:ext cx="1317266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By date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3278A6-63E7-E7A6-8A18-5B1B6028BF5B}"/>
              </a:ext>
            </a:extLst>
          </p:cNvPr>
          <p:cNvCxnSpPr>
            <a:cxnSpLocks/>
          </p:cNvCxnSpPr>
          <p:nvPr/>
        </p:nvCxnSpPr>
        <p:spPr>
          <a:xfrm>
            <a:off x="8780859" y="2295552"/>
            <a:ext cx="1317266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F4E9579-FE2E-740A-8188-C169F6302C7B}"/>
              </a:ext>
            </a:extLst>
          </p:cNvPr>
          <p:cNvSpPr txBox="1"/>
          <p:nvPr/>
        </p:nvSpPr>
        <p:spPr>
          <a:xfrm>
            <a:off x="554736" y="2398862"/>
            <a:ext cx="5134268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1. [Insert activity e.g., Provide a project outline and proposal for budgeting purposes]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8DA446-BEA4-5DD7-637F-ACD64FD69026}"/>
              </a:ext>
            </a:extLst>
          </p:cNvPr>
          <p:cNvSpPr txBox="1"/>
          <p:nvPr/>
        </p:nvSpPr>
        <p:spPr>
          <a:xfrm>
            <a:off x="554736" y="2969675"/>
            <a:ext cx="5134268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2. [Insert activity]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6534E7-EAFB-A1E9-CCB3-45EA5C110937}"/>
              </a:ext>
            </a:extLst>
          </p:cNvPr>
          <p:cNvSpPr txBox="1"/>
          <p:nvPr/>
        </p:nvSpPr>
        <p:spPr>
          <a:xfrm>
            <a:off x="554736" y="3540488"/>
            <a:ext cx="5134268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3. [Insert activity]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E66E73-43E2-A4AF-10BB-D16E5A600277}"/>
              </a:ext>
            </a:extLst>
          </p:cNvPr>
          <p:cNvSpPr txBox="1"/>
          <p:nvPr/>
        </p:nvSpPr>
        <p:spPr>
          <a:xfrm>
            <a:off x="554736" y="4111301"/>
            <a:ext cx="5134268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4. [Insert activity]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8C66F6-DDA3-D374-6543-5B8A3EA9A1A1}"/>
              </a:ext>
            </a:extLst>
          </p:cNvPr>
          <p:cNvSpPr txBox="1"/>
          <p:nvPr/>
        </p:nvSpPr>
        <p:spPr>
          <a:xfrm>
            <a:off x="554736" y="4682114"/>
            <a:ext cx="5134268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5. [Insert activity]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D6B561-9719-BA51-CE10-A7ED74E8B103}"/>
              </a:ext>
            </a:extLst>
          </p:cNvPr>
          <p:cNvSpPr txBox="1"/>
          <p:nvPr/>
        </p:nvSpPr>
        <p:spPr>
          <a:xfrm>
            <a:off x="554736" y="5252927"/>
            <a:ext cx="5134268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6. [Insert activity]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1E3406-69D9-4B32-50EF-8B6462326461}"/>
              </a:ext>
            </a:extLst>
          </p:cNvPr>
          <p:cNvSpPr txBox="1"/>
          <p:nvPr/>
        </p:nvSpPr>
        <p:spPr>
          <a:xfrm>
            <a:off x="554736" y="5823738"/>
            <a:ext cx="5134268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7. [Insert activity e.g., Determine success criteria for project]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7AE0F4-AB7D-7666-5A36-E1CCEF5486F5}"/>
              </a:ext>
            </a:extLst>
          </p:cNvPr>
          <p:cNvSpPr txBox="1"/>
          <p:nvPr/>
        </p:nvSpPr>
        <p:spPr>
          <a:xfrm>
            <a:off x="10319998" y="2969675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status]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CE3A5E-2915-AF85-BC30-44EF5C3B4C65}"/>
              </a:ext>
            </a:extLst>
          </p:cNvPr>
          <p:cNvSpPr txBox="1"/>
          <p:nvPr/>
        </p:nvSpPr>
        <p:spPr>
          <a:xfrm>
            <a:off x="8780599" y="2398862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[xx/xx]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6B33F3-570B-9BF9-8939-781A04EC630C}"/>
              </a:ext>
            </a:extLst>
          </p:cNvPr>
          <p:cNvSpPr txBox="1"/>
          <p:nvPr/>
        </p:nvSpPr>
        <p:spPr>
          <a:xfrm>
            <a:off x="10319998" y="2398862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In progress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ADA959-6BEA-0120-A6E0-988026B18FD1}"/>
              </a:ext>
            </a:extLst>
          </p:cNvPr>
          <p:cNvSpPr txBox="1"/>
          <p:nvPr/>
        </p:nvSpPr>
        <p:spPr>
          <a:xfrm>
            <a:off x="5911137" y="2398862"/>
            <a:ext cx="2643455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name or party e.g. [Your company]]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F4370D-DBD8-2644-2E05-98D960AB1761}"/>
              </a:ext>
            </a:extLst>
          </p:cNvPr>
          <p:cNvSpPr txBox="1"/>
          <p:nvPr/>
        </p:nvSpPr>
        <p:spPr>
          <a:xfrm>
            <a:off x="5911137" y="2969675"/>
            <a:ext cx="2643455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name or party]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EEE90F-EEAF-B77E-A3B6-A8B14DD01450}"/>
              </a:ext>
            </a:extLst>
          </p:cNvPr>
          <p:cNvSpPr txBox="1"/>
          <p:nvPr/>
        </p:nvSpPr>
        <p:spPr>
          <a:xfrm>
            <a:off x="5911137" y="4111301"/>
            <a:ext cx="2643455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name or party]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EAAC15-F80B-0BBA-0999-276C338C1E54}"/>
              </a:ext>
            </a:extLst>
          </p:cNvPr>
          <p:cNvSpPr txBox="1"/>
          <p:nvPr/>
        </p:nvSpPr>
        <p:spPr>
          <a:xfrm>
            <a:off x="5911137" y="4682114"/>
            <a:ext cx="2643455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name or party]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FD8083-A114-DAB4-5DBE-C508F5348452}"/>
              </a:ext>
            </a:extLst>
          </p:cNvPr>
          <p:cNvSpPr txBox="1"/>
          <p:nvPr/>
        </p:nvSpPr>
        <p:spPr>
          <a:xfrm>
            <a:off x="5911137" y="5252927"/>
            <a:ext cx="2643455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name or party]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44CB61-A831-B26E-9FC5-072EA7761F3F}"/>
              </a:ext>
            </a:extLst>
          </p:cNvPr>
          <p:cNvSpPr txBox="1"/>
          <p:nvPr/>
        </p:nvSpPr>
        <p:spPr>
          <a:xfrm>
            <a:off x="5911137" y="3540488"/>
            <a:ext cx="2643455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name or party]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A0D2A8-0DE0-AB0F-8AB7-D7EC14671E22}"/>
              </a:ext>
            </a:extLst>
          </p:cNvPr>
          <p:cNvSpPr txBox="1"/>
          <p:nvPr/>
        </p:nvSpPr>
        <p:spPr>
          <a:xfrm>
            <a:off x="5911137" y="5823738"/>
            <a:ext cx="2643455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name or party]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6AFCD7-0CCA-2DA7-4645-996CE879C0CB}"/>
              </a:ext>
            </a:extLst>
          </p:cNvPr>
          <p:cNvSpPr txBox="1"/>
          <p:nvPr/>
        </p:nvSpPr>
        <p:spPr>
          <a:xfrm>
            <a:off x="8780599" y="2969675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[xx/xx]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7836A6-3F5F-0DBB-4DFD-9304A6B8D7A9}"/>
              </a:ext>
            </a:extLst>
          </p:cNvPr>
          <p:cNvSpPr txBox="1"/>
          <p:nvPr/>
        </p:nvSpPr>
        <p:spPr>
          <a:xfrm>
            <a:off x="8780599" y="3540488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[xx/xx]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A0A2AB-DE5E-9B83-EF7B-69F428ED9531}"/>
              </a:ext>
            </a:extLst>
          </p:cNvPr>
          <p:cNvSpPr txBox="1"/>
          <p:nvPr/>
        </p:nvSpPr>
        <p:spPr>
          <a:xfrm>
            <a:off x="8780599" y="4111301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[xx/xx]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61594C-0193-DB36-FED4-50FDDAE89341}"/>
              </a:ext>
            </a:extLst>
          </p:cNvPr>
          <p:cNvSpPr txBox="1"/>
          <p:nvPr/>
        </p:nvSpPr>
        <p:spPr>
          <a:xfrm>
            <a:off x="8780599" y="4682114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[xx/xx]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45FC04-25D2-5E5B-66FC-C9AB1DE444B4}"/>
              </a:ext>
            </a:extLst>
          </p:cNvPr>
          <p:cNvSpPr txBox="1"/>
          <p:nvPr/>
        </p:nvSpPr>
        <p:spPr>
          <a:xfrm>
            <a:off x="8780599" y="5252927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[xx/xx]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175586-77B2-02A8-6226-EC099D6E4F05}"/>
              </a:ext>
            </a:extLst>
          </p:cNvPr>
          <p:cNvSpPr txBox="1"/>
          <p:nvPr/>
        </p:nvSpPr>
        <p:spPr>
          <a:xfrm>
            <a:off x="8780599" y="5823738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[xx/xx]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D582D4-72DF-8BA9-7B35-F295758F3942}"/>
              </a:ext>
            </a:extLst>
          </p:cNvPr>
          <p:cNvSpPr txBox="1"/>
          <p:nvPr/>
        </p:nvSpPr>
        <p:spPr>
          <a:xfrm>
            <a:off x="8696960" y="238760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E8F931-3215-497F-4C80-A2C438DB99D5}"/>
              </a:ext>
            </a:extLst>
          </p:cNvPr>
          <p:cNvSpPr txBox="1"/>
          <p:nvPr/>
        </p:nvSpPr>
        <p:spPr>
          <a:xfrm>
            <a:off x="10319998" y="3540488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status]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8D0270-E56B-8111-B23E-9F28EFF6F053}"/>
              </a:ext>
            </a:extLst>
          </p:cNvPr>
          <p:cNvSpPr txBox="1"/>
          <p:nvPr/>
        </p:nvSpPr>
        <p:spPr>
          <a:xfrm>
            <a:off x="10319998" y="4111301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status]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E1EE82-B8DA-9A62-3C95-8B9D9066C9B1}"/>
              </a:ext>
            </a:extLst>
          </p:cNvPr>
          <p:cNvSpPr txBox="1"/>
          <p:nvPr/>
        </p:nvSpPr>
        <p:spPr>
          <a:xfrm>
            <a:off x="10319998" y="4682114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status]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9FFF92-2B0C-D3E3-5247-13FD6CCE14E2}"/>
              </a:ext>
            </a:extLst>
          </p:cNvPr>
          <p:cNvSpPr txBox="1"/>
          <p:nvPr/>
        </p:nvSpPr>
        <p:spPr>
          <a:xfrm>
            <a:off x="10319998" y="5252927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status]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40BB2C-91B8-A3CB-4D07-E2F770D287AC}"/>
              </a:ext>
            </a:extLst>
          </p:cNvPr>
          <p:cNvSpPr txBox="1"/>
          <p:nvPr/>
        </p:nvSpPr>
        <p:spPr>
          <a:xfrm>
            <a:off x="10319998" y="5823738"/>
            <a:ext cx="1317266" cy="4276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/>
              <a:t>[Insert status]</a:t>
            </a:r>
          </a:p>
        </p:txBody>
      </p:sp>
      <p:sp>
        <p:nvSpPr>
          <p:cNvPr id="49" name="Google Shape;507;p14">
            <a:extLst>
              <a:ext uri="{FF2B5EF4-FFF2-40B4-BE49-F238E27FC236}">
                <a16:creationId xmlns:a16="http://schemas.microsoft.com/office/drawing/2014/main" id="{60EBFFB6-9CB1-5484-6805-5FBF9852D73C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463643424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91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