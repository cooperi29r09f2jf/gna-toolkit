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20" r:id="rId4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44" Type="http://schemas.openxmlformats.org/officeDocument/2006/relationships/slide" Target="slides/slide40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70B2-C13F-7F9F-4365-8EA24671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[Issue tree / Insert action title]</a:t>
            </a:r>
            <a:endParaRPr lang="en-US" dirty="0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F630D8AC-AFAE-8283-20DA-B1B826DF5D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7522C66-9352-DBEA-4500-AEB31DF17F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D925B8-055B-A362-4941-6DC06A66D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74" y="3135030"/>
            <a:ext cx="1346704" cy="1636406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90000" tIns="90000" rIns="90000" bIns="90000" anchor="ctr"/>
          <a:lstStyle/>
          <a:p>
            <a:pPr algn="ctr">
              <a:defRPr/>
            </a:pPr>
            <a:r>
              <a:rPr lang="en-US" altLang="ja-JP" sz="1200" b="1">
                <a:solidFill>
                  <a:schemeClr val="bg1"/>
                </a:solidFill>
                <a:ea typeface="ＭＳ Ｐゴシック" pitchFamily="50" charset="-128"/>
              </a:rPr>
              <a:t>[Main issue]</a:t>
            </a:r>
            <a:endParaRPr lang="en-GB" altLang="ja-JP" sz="1200" b="1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B84E35-A31F-CA76-F265-2A1BDD941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874" y="1975740"/>
            <a:ext cx="1138685" cy="1551961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ea typeface="ＭＳ Ｐゴシック" pitchFamily="50" charset="-128"/>
              </a:rPr>
              <a:t>[Main drivers of issue]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F1DF4B-3A22-C442-6364-48CE86323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874" y="4378765"/>
            <a:ext cx="1138685" cy="1551600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 b="1">
                <a:solidFill>
                  <a:schemeClr val="bg1"/>
                </a:solidFill>
                <a:ea typeface="ＭＳ Ｐゴシック" pitchFamily="50" charset="-128"/>
              </a:rPr>
              <a:t>[Main drivers of issue]</a:t>
            </a:r>
          </a:p>
        </p:txBody>
      </p: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D524F264-BABE-3395-2771-12E8BC243482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 flipV="1">
            <a:off x="2030378" y="2751721"/>
            <a:ext cx="745496" cy="120151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D38B3F38-8FAD-2CFE-71A0-D7A1E9819A04}"/>
              </a:ext>
            </a:extLst>
          </p:cNvPr>
          <p:cNvCxnSpPr>
            <a:cxnSpLocks noChangeShapeType="1"/>
            <a:stCxn id="5" idx="3"/>
            <a:endCxn id="7" idx="1"/>
          </p:cNvCxnSpPr>
          <p:nvPr/>
        </p:nvCxnSpPr>
        <p:spPr bwMode="auto">
          <a:xfrm>
            <a:off x="2030378" y="3953233"/>
            <a:ext cx="745496" cy="120133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DBFCB92D-68A2-F0F1-FE89-BCD91A87B590}"/>
              </a:ext>
            </a:extLst>
          </p:cNvPr>
          <p:cNvCxnSpPr>
            <a:cxnSpLocks noChangeShapeType="1"/>
            <a:stCxn id="7" idx="3"/>
            <a:endCxn id="34" idx="1"/>
          </p:cNvCxnSpPr>
          <p:nvPr/>
        </p:nvCxnSpPr>
        <p:spPr bwMode="auto">
          <a:xfrm flipV="1">
            <a:off x="3914559" y="4593692"/>
            <a:ext cx="496598" cy="56087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943FA52-1760-5576-7CAA-544F5A4A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1975740"/>
            <a:ext cx="2693407" cy="4313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[Secondary drivers of issue]</a:t>
            </a:r>
          </a:p>
        </p:txBody>
      </p:sp>
      <p:cxnSp>
        <p:nvCxnSpPr>
          <p:cNvPr id="12" name="AutoShape 14">
            <a:extLst>
              <a:ext uri="{FF2B5EF4-FFF2-40B4-BE49-F238E27FC236}">
                <a16:creationId xmlns:a16="http://schemas.microsoft.com/office/drawing/2014/main" id="{702B6D08-4DC7-823C-77EF-DC23878BEC30}"/>
              </a:ext>
            </a:extLst>
          </p:cNvPr>
          <p:cNvCxnSpPr>
            <a:cxnSpLocks noChangeShapeType="1"/>
            <a:stCxn id="6" idx="3"/>
            <a:endCxn id="11" idx="1"/>
          </p:cNvCxnSpPr>
          <p:nvPr/>
        </p:nvCxnSpPr>
        <p:spPr bwMode="auto">
          <a:xfrm flipV="1">
            <a:off x="3914559" y="2191408"/>
            <a:ext cx="496598" cy="56031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13" name="AutoShape 15">
            <a:extLst>
              <a:ext uri="{FF2B5EF4-FFF2-40B4-BE49-F238E27FC236}">
                <a16:creationId xmlns:a16="http://schemas.microsoft.com/office/drawing/2014/main" id="{0D02ECFD-057F-EAE8-0B0A-5CB0DE912A8E}"/>
              </a:ext>
            </a:extLst>
          </p:cNvPr>
          <p:cNvCxnSpPr>
            <a:cxnSpLocks noChangeShapeType="1"/>
            <a:stCxn id="6" idx="3"/>
            <a:endCxn id="29" idx="1"/>
          </p:cNvCxnSpPr>
          <p:nvPr/>
        </p:nvCxnSpPr>
        <p:spPr bwMode="auto">
          <a:xfrm>
            <a:off x="3914559" y="2751721"/>
            <a:ext cx="496598" cy="54523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C48F716-FAD8-AAA2-2C4E-EB88CF1A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5484315"/>
            <a:ext cx="2693407" cy="4298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[Secondary drivers of issue]</a:t>
            </a:r>
          </a:p>
        </p:txBody>
      </p:sp>
      <p:cxnSp>
        <p:nvCxnSpPr>
          <p:cNvPr id="15" name="AutoShape 25">
            <a:extLst>
              <a:ext uri="{FF2B5EF4-FFF2-40B4-BE49-F238E27FC236}">
                <a16:creationId xmlns:a16="http://schemas.microsoft.com/office/drawing/2014/main" id="{EC8C2A55-9EC2-B330-786C-9BEBDA84652C}"/>
              </a:ext>
            </a:extLst>
          </p:cNvPr>
          <p:cNvCxnSpPr>
            <a:cxnSpLocks noChangeShapeType="1"/>
            <a:stCxn id="7" idx="3"/>
            <a:endCxn id="14" idx="1"/>
          </p:cNvCxnSpPr>
          <p:nvPr/>
        </p:nvCxnSpPr>
        <p:spPr bwMode="auto">
          <a:xfrm>
            <a:off x="3914559" y="5154565"/>
            <a:ext cx="496598" cy="54467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889FDF4-7312-1AE5-3E9F-614CCD476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1762891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D9D871-8F8E-602E-2362-B33FEF928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2224373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cxnSp>
        <p:nvCxnSpPr>
          <p:cNvPr id="25" name="Elbow Connector 15">
            <a:extLst>
              <a:ext uri="{FF2B5EF4-FFF2-40B4-BE49-F238E27FC236}">
                <a16:creationId xmlns:a16="http://schemas.microsoft.com/office/drawing/2014/main" id="{69A22647-33A9-21EB-FE8D-6B1ED500EC3C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 flipV="1">
            <a:off x="7104564" y="1960667"/>
            <a:ext cx="442488" cy="23074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FF80F404-A8D9-8F9E-EB44-D0EA9455A0BC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7104564" y="2191408"/>
            <a:ext cx="442488" cy="23074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40919DA-BE4F-8EFF-E958-B7330B5DB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5270727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048DB2-DC13-5174-57E3-1B0A954D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5732205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85D0E3-3FE8-41ED-FB66-36A8173DE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3082033"/>
            <a:ext cx="2693407" cy="4298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[Secondary drivers of issue]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7D8F68-3F7F-8E2C-3D17-474AE540E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2868443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E8C4E9-DC37-3BC3-A3AB-AD4D9964F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3329925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cxnSp>
        <p:nvCxnSpPr>
          <p:cNvPr id="32" name="Elbow Connector 21">
            <a:extLst>
              <a:ext uri="{FF2B5EF4-FFF2-40B4-BE49-F238E27FC236}">
                <a16:creationId xmlns:a16="http://schemas.microsoft.com/office/drawing/2014/main" id="{A7A897D1-5989-1B2E-F4D2-FEA095AD9134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7104564" y="3066219"/>
            <a:ext cx="442488" cy="23074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23">
            <a:extLst>
              <a:ext uri="{FF2B5EF4-FFF2-40B4-BE49-F238E27FC236}">
                <a16:creationId xmlns:a16="http://schemas.microsoft.com/office/drawing/2014/main" id="{DDF126CF-7BAA-2B00-5EDA-3FE134DDA536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7104564" y="3296960"/>
            <a:ext cx="442488" cy="23074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F431775-584B-C0CC-4DF0-AF378D3D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4378765"/>
            <a:ext cx="2693407" cy="4298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[Secondary drivers of issue]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77EE3E-1FAB-2FF8-80F0-CDCC0B001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4165175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1A409B-92D0-3725-C9F6-23B09707E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4626657"/>
            <a:ext cx="4040111" cy="39555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algn="ctr">
              <a:defRPr/>
            </a:pPr>
            <a:r>
              <a:rPr lang="en-US" altLang="ja-JP" sz="1200">
                <a:ea typeface="ＭＳ Ｐゴシック" pitchFamily="50" charset="-128"/>
              </a:rPr>
              <a:t>[Underlying drivers]</a:t>
            </a:r>
          </a:p>
        </p:txBody>
      </p:sp>
      <p:cxnSp>
        <p:nvCxnSpPr>
          <p:cNvPr id="37" name="Elbow Connector 25">
            <a:extLst>
              <a:ext uri="{FF2B5EF4-FFF2-40B4-BE49-F238E27FC236}">
                <a16:creationId xmlns:a16="http://schemas.microsoft.com/office/drawing/2014/main" id="{1367727A-A4B8-D40B-5B8F-79420A5BEE04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 flipV="1">
            <a:off x="7104564" y="4362951"/>
            <a:ext cx="442488" cy="23074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72E3946-4FD3-407D-8C50-38A7FEF624FB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7104564" y="4593692"/>
            <a:ext cx="442488" cy="23074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224">
            <a:extLst>
              <a:ext uri="{FF2B5EF4-FFF2-40B4-BE49-F238E27FC236}">
                <a16:creationId xmlns:a16="http://schemas.microsoft.com/office/drawing/2014/main" id="{9FA0034E-788C-DEBA-0BA8-EDF145D8AB7A}"/>
              </a:ext>
            </a:extLst>
          </p:cNvPr>
          <p:cNvCxnSpPr>
            <a:cxnSpLocks/>
            <a:stCxn id="14" idx="3"/>
            <a:endCxn id="27" idx="1"/>
          </p:cNvCxnSpPr>
          <p:nvPr/>
        </p:nvCxnSpPr>
        <p:spPr>
          <a:xfrm flipV="1">
            <a:off x="7104564" y="5468503"/>
            <a:ext cx="442488" cy="23073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226">
            <a:extLst>
              <a:ext uri="{FF2B5EF4-FFF2-40B4-BE49-F238E27FC236}">
                <a16:creationId xmlns:a16="http://schemas.microsoft.com/office/drawing/2014/main" id="{1954A610-6DBC-69F2-3B17-E3507332697B}"/>
              </a:ext>
            </a:extLst>
          </p:cNvPr>
          <p:cNvCxnSpPr>
            <a:cxnSpLocks/>
            <a:stCxn id="14" idx="3"/>
            <a:endCxn id="28" idx="1"/>
          </p:cNvCxnSpPr>
          <p:nvPr/>
        </p:nvCxnSpPr>
        <p:spPr>
          <a:xfrm>
            <a:off x="7104564" y="5699242"/>
            <a:ext cx="442488" cy="23073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855CBE6-899C-3BB0-E315-40941084054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A519EDA6-E5CC-3C68-FAF5-AD8BA4480088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042114818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