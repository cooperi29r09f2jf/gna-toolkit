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4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0954" r:id="rId6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69" Type="http://schemas.openxmlformats.org/officeDocument/2006/relationships/slide" Target="slides/slide65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65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5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[Organizational chart / Insert action title]</a:t>
            </a:r>
            <a:endParaRPr lang="en-DK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A5CBA55B-FA1E-613C-3A88-CF8C4CF65C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61523B9-9AEA-7392-628D-F2DC7948A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Conector angular 33">
            <a:extLst>
              <a:ext uri="{FF2B5EF4-FFF2-40B4-BE49-F238E27FC236}">
                <a16:creationId xmlns:a16="http://schemas.microsoft.com/office/drawing/2014/main" id="{F96D20CA-0429-1741-A6ED-8CC9DF68EBCC}"/>
              </a:ext>
            </a:extLst>
          </p:cNvPr>
          <p:cNvCxnSpPr>
            <a:cxnSpLocks/>
            <a:stCxn id="33" idx="1"/>
            <a:endCxn id="19" idx="3"/>
          </p:cNvCxnSpPr>
          <p:nvPr/>
        </p:nvCxnSpPr>
        <p:spPr>
          <a:xfrm rot="10800000">
            <a:off x="4024278" y="3089362"/>
            <a:ext cx="4132428" cy="2327897"/>
          </a:xfrm>
          <a:prstGeom prst="bentConnector3">
            <a:avLst>
              <a:gd name="adj1" fmla="val 94934"/>
            </a:avLst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r 33">
            <a:extLst>
              <a:ext uri="{FF2B5EF4-FFF2-40B4-BE49-F238E27FC236}">
                <a16:creationId xmlns:a16="http://schemas.microsoft.com/office/drawing/2014/main" id="{0EAB0FDA-8F75-0745-F7C9-CCF2629BBB98}"/>
              </a:ext>
            </a:extLst>
          </p:cNvPr>
          <p:cNvCxnSpPr>
            <a:cxnSpLocks/>
            <a:stCxn id="34" idx="1"/>
            <a:endCxn id="19" idx="3"/>
          </p:cNvCxnSpPr>
          <p:nvPr/>
        </p:nvCxnSpPr>
        <p:spPr>
          <a:xfrm rot="10800000">
            <a:off x="4024278" y="3089362"/>
            <a:ext cx="6054331" cy="1163948"/>
          </a:xfrm>
          <a:prstGeom prst="bentConnector3">
            <a:avLst>
              <a:gd name="adj1" fmla="val 96622"/>
            </a:avLst>
          </a:prstGeom>
          <a:ln w="63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33">
            <a:extLst>
              <a:ext uri="{FF2B5EF4-FFF2-40B4-BE49-F238E27FC236}">
                <a16:creationId xmlns:a16="http://schemas.microsoft.com/office/drawing/2014/main" id="{49162D35-A4AC-A88A-C3E7-110B9D52B5BF}"/>
              </a:ext>
            </a:extLst>
          </p:cNvPr>
          <p:cNvSpPr/>
          <p:nvPr/>
        </p:nvSpPr>
        <p:spPr>
          <a:xfrm>
            <a:off x="4391946" y="2299898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18" name="Rounded Rectangle 33">
            <a:extLst>
              <a:ext uri="{FF2B5EF4-FFF2-40B4-BE49-F238E27FC236}">
                <a16:creationId xmlns:a16="http://schemas.microsoft.com/office/drawing/2014/main" id="{62EFA446-D01C-E580-B8DF-0A270238DFE4}"/>
              </a:ext>
            </a:extLst>
          </p:cNvPr>
          <p:cNvSpPr/>
          <p:nvPr/>
        </p:nvSpPr>
        <p:spPr>
          <a:xfrm>
            <a:off x="4391946" y="2878294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927FF162-3F38-E2DB-93E1-A9B8A92427EE}"/>
              </a:ext>
            </a:extLst>
          </p:cNvPr>
          <p:cNvSpPr/>
          <p:nvPr/>
        </p:nvSpPr>
        <p:spPr>
          <a:xfrm>
            <a:off x="2465621" y="2878294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0" name="Rounded Rectangle 33">
            <a:extLst>
              <a:ext uri="{FF2B5EF4-FFF2-40B4-BE49-F238E27FC236}">
                <a16:creationId xmlns:a16="http://schemas.microsoft.com/office/drawing/2014/main" id="{CC2E00D5-66E8-19D2-6468-9BA2CB98C939}"/>
              </a:ext>
            </a:extLst>
          </p:cNvPr>
          <p:cNvSpPr/>
          <p:nvPr/>
        </p:nvSpPr>
        <p:spPr>
          <a:xfrm>
            <a:off x="2465621" y="3463845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1" name="Rounded Rectangle 33">
            <a:extLst>
              <a:ext uri="{FF2B5EF4-FFF2-40B4-BE49-F238E27FC236}">
                <a16:creationId xmlns:a16="http://schemas.microsoft.com/office/drawing/2014/main" id="{844FC7C1-D22C-A809-2411-1BFB239B3CA5}"/>
              </a:ext>
            </a:extLst>
          </p:cNvPr>
          <p:cNvSpPr/>
          <p:nvPr/>
        </p:nvSpPr>
        <p:spPr>
          <a:xfrm>
            <a:off x="2465621" y="5206190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2" name="Rounded Rectangle 33">
            <a:extLst>
              <a:ext uri="{FF2B5EF4-FFF2-40B4-BE49-F238E27FC236}">
                <a16:creationId xmlns:a16="http://schemas.microsoft.com/office/drawing/2014/main" id="{E4C9CDB2-9CA5-182C-ADAD-1FB03BB20C7C}"/>
              </a:ext>
            </a:extLst>
          </p:cNvPr>
          <p:cNvSpPr/>
          <p:nvPr/>
        </p:nvSpPr>
        <p:spPr>
          <a:xfrm>
            <a:off x="2465621" y="5788164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3" name="Rounded Rectangle 33">
            <a:extLst>
              <a:ext uri="{FF2B5EF4-FFF2-40B4-BE49-F238E27FC236}">
                <a16:creationId xmlns:a16="http://schemas.microsoft.com/office/drawing/2014/main" id="{40D29B35-6FC6-F217-F09C-7989C6257603}"/>
              </a:ext>
            </a:extLst>
          </p:cNvPr>
          <p:cNvSpPr/>
          <p:nvPr/>
        </p:nvSpPr>
        <p:spPr>
          <a:xfrm>
            <a:off x="2465621" y="4042242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4" name="Rounded Rectangle 33">
            <a:extLst>
              <a:ext uri="{FF2B5EF4-FFF2-40B4-BE49-F238E27FC236}">
                <a16:creationId xmlns:a16="http://schemas.microsoft.com/office/drawing/2014/main" id="{8FE849E2-BB01-78CE-DF32-2855051A9DD9}"/>
              </a:ext>
            </a:extLst>
          </p:cNvPr>
          <p:cNvSpPr/>
          <p:nvPr/>
        </p:nvSpPr>
        <p:spPr>
          <a:xfrm>
            <a:off x="2465621" y="4624216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5" name="Rounded Rectangle 33">
            <a:extLst>
              <a:ext uri="{FF2B5EF4-FFF2-40B4-BE49-F238E27FC236}">
                <a16:creationId xmlns:a16="http://schemas.microsoft.com/office/drawing/2014/main" id="{C538E975-61A1-25B1-9EF2-B5BBD17E2F37}"/>
              </a:ext>
            </a:extLst>
          </p:cNvPr>
          <p:cNvSpPr/>
          <p:nvPr/>
        </p:nvSpPr>
        <p:spPr>
          <a:xfrm>
            <a:off x="6270633" y="2878294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6" name="Rounded Rectangle 33">
            <a:extLst>
              <a:ext uri="{FF2B5EF4-FFF2-40B4-BE49-F238E27FC236}">
                <a16:creationId xmlns:a16="http://schemas.microsoft.com/office/drawing/2014/main" id="{33698C80-5306-D3C6-E39D-ED5E361F37D6}"/>
              </a:ext>
            </a:extLst>
          </p:cNvPr>
          <p:cNvSpPr/>
          <p:nvPr/>
        </p:nvSpPr>
        <p:spPr>
          <a:xfrm>
            <a:off x="6270633" y="3463845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7" name="Rounded Rectangle 33">
            <a:extLst>
              <a:ext uri="{FF2B5EF4-FFF2-40B4-BE49-F238E27FC236}">
                <a16:creationId xmlns:a16="http://schemas.microsoft.com/office/drawing/2014/main" id="{FF4A7D54-7EDA-0C41-AAC7-2C8D8FF67F02}"/>
              </a:ext>
            </a:extLst>
          </p:cNvPr>
          <p:cNvSpPr/>
          <p:nvPr/>
        </p:nvSpPr>
        <p:spPr>
          <a:xfrm>
            <a:off x="6270633" y="2299898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8" name="Rounded Rectangle 33">
            <a:extLst>
              <a:ext uri="{FF2B5EF4-FFF2-40B4-BE49-F238E27FC236}">
                <a16:creationId xmlns:a16="http://schemas.microsoft.com/office/drawing/2014/main" id="{0A286BE2-CBE5-F306-38A9-2326D53E07E8}"/>
              </a:ext>
            </a:extLst>
          </p:cNvPr>
          <p:cNvSpPr/>
          <p:nvPr/>
        </p:nvSpPr>
        <p:spPr>
          <a:xfrm>
            <a:off x="6270633" y="1721501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29" name="Rounded Rectangle 33">
            <a:extLst>
              <a:ext uri="{FF2B5EF4-FFF2-40B4-BE49-F238E27FC236}">
                <a16:creationId xmlns:a16="http://schemas.microsoft.com/office/drawing/2014/main" id="{EFBB0CDE-2614-5BB2-5E40-97BF222AB95A}"/>
              </a:ext>
            </a:extLst>
          </p:cNvPr>
          <p:cNvSpPr/>
          <p:nvPr/>
        </p:nvSpPr>
        <p:spPr>
          <a:xfrm>
            <a:off x="8156705" y="2299898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0" name="Rounded Rectangle 33">
            <a:extLst>
              <a:ext uri="{FF2B5EF4-FFF2-40B4-BE49-F238E27FC236}">
                <a16:creationId xmlns:a16="http://schemas.microsoft.com/office/drawing/2014/main" id="{223C2090-ACDC-4231-03F1-997348A23887}"/>
              </a:ext>
            </a:extLst>
          </p:cNvPr>
          <p:cNvSpPr/>
          <p:nvPr/>
        </p:nvSpPr>
        <p:spPr>
          <a:xfrm>
            <a:off x="10078608" y="2299898"/>
            <a:ext cx="1558656" cy="4221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1" name="Rounded Rectangle 33">
            <a:extLst>
              <a:ext uri="{FF2B5EF4-FFF2-40B4-BE49-F238E27FC236}">
                <a16:creationId xmlns:a16="http://schemas.microsoft.com/office/drawing/2014/main" id="{2D0B0242-34C8-06CE-7C1C-A56A24800232}"/>
              </a:ext>
            </a:extLst>
          </p:cNvPr>
          <p:cNvSpPr/>
          <p:nvPr/>
        </p:nvSpPr>
        <p:spPr>
          <a:xfrm>
            <a:off x="8156705" y="4042242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2" name="Rounded Rectangle 33">
            <a:extLst>
              <a:ext uri="{FF2B5EF4-FFF2-40B4-BE49-F238E27FC236}">
                <a16:creationId xmlns:a16="http://schemas.microsoft.com/office/drawing/2014/main" id="{C7002254-F354-4B61-5A95-BB6E92F244FC}"/>
              </a:ext>
            </a:extLst>
          </p:cNvPr>
          <p:cNvSpPr/>
          <p:nvPr/>
        </p:nvSpPr>
        <p:spPr>
          <a:xfrm>
            <a:off x="8156705" y="4624216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3" name="Rounded Rectangle 33">
            <a:extLst>
              <a:ext uri="{FF2B5EF4-FFF2-40B4-BE49-F238E27FC236}">
                <a16:creationId xmlns:a16="http://schemas.microsoft.com/office/drawing/2014/main" id="{E0AC60B6-3B79-CDBC-57DE-1AD30B6C5BED}"/>
              </a:ext>
            </a:extLst>
          </p:cNvPr>
          <p:cNvSpPr/>
          <p:nvPr/>
        </p:nvSpPr>
        <p:spPr>
          <a:xfrm>
            <a:off x="8156705" y="5206190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075D936-F16B-F90A-F71D-DF1417D258E6}"/>
              </a:ext>
            </a:extLst>
          </p:cNvPr>
          <p:cNvSpPr/>
          <p:nvPr/>
        </p:nvSpPr>
        <p:spPr>
          <a:xfrm>
            <a:off x="10078608" y="4042242"/>
            <a:ext cx="1558656" cy="422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cxnSp>
        <p:nvCxnSpPr>
          <p:cNvPr id="39" name="Conector angular 33">
            <a:extLst>
              <a:ext uri="{FF2B5EF4-FFF2-40B4-BE49-F238E27FC236}">
                <a16:creationId xmlns:a16="http://schemas.microsoft.com/office/drawing/2014/main" id="{548E7B99-3535-4BB3-A433-FE4ACAC98A81}"/>
              </a:ext>
            </a:extLst>
          </p:cNvPr>
          <p:cNvCxnSpPr>
            <a:cxnSpLocks/>
            <a:stCxn id="17" idx="0"/>
            <a:endCxn id="28" idx="2"/>
          </p:cNvCxnSpPr>
          <p:nvPr/>
        </p:nvCxnSpPr>
        <p:spPr>
          <a:xfrm rot="5400000" flipH="1" flipV="1">
            <a:off x="6032487" y="1282425"/>
            <a:ext cx="156260" cy="1878687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angular 33">
            <a:extLst>
              <a:ext uri="{FF2B5EF4-FFF2-40B4-BE49-F238E27FC236}">
                <a16:creationId xmlns:a16="http://schemas.microsoft.com/office/drawing/2014/main" id="{9EF6E307-804D-24E5-13A1-89876C05A462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rot="16200000" flipH="1">
            <a:off x="7914867" y="1278732"/>
            <a:ext cx="156260" cy="188607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angular 33">
            <a:extLst>
              <a:ext uri="{FF2B5EF4-FFF2-40B4-BE49-F238E27FC236}">
                <a16:creationId xmlns:a16="http://schemas.microsoft.com/office/drawing/2014/main" id="{BDE97EBB-A3EC-14B4-94FC-EBCC19388CFC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 rot="5400000">
            <a:off x="4129983" y="1837002"/>
            <a:ext cx="156259" cy="1926325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1043">
            <a:extLst>
              <a:ext uri="{FF2B5EF4-FFF2-40B4-BE49-F238E27FC236}">
                <a16:creationId xmlns:a16="http://schemas.microsoft.com/office/drawing/2014/main" id="{492C9ADD-D64B-ABF9-9577-3896C1EB4AE3}"/>
              </a:ext>
            </a:extLst>
          </p:cNvPr>
          <p:cNvCxnSpPr>
            <a:cxnSpLocks/>
            <a:stCxn id="26" idx="0"/>
            <a:endCxn id="25" idx="2"/>
          </p:cNvCxnSpPr>
          <p:nvPr/>
        </p:nvCxnSpPr>
        <p:spPr>
          <a:xfrm flipV="1">
            <a:off x="7049961" y="3300431"/>
            <a:ext cx="0" cy="16341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1046">
            <a:extLst>
              <a:ext uri="{FF2B5EF4-FFF2-40B4-BE49-F238E27FC236}">
                <a16:creationId xmlns:a16="http://schemas.microsoft.com/office/drawing/2014/main" id="{3E2F6B2F-47CE-376C-D0AE-AE04DA8ACD87}"/>
              </a:ext>
            </a:extLst>
          </p:cNvPr>
          <p:cNvCxnSpPr>
            <a:cxnSpLocks/>
            <a:stCxn id="34" idx="0"/>
            <a:endCxn id="30" idx="2"/>
          </p:cNvCxnSpPr>
          <p:nvPr/>
        </p:nvCxnSpPr>
        <p:spPr>
          <a:xfrm flipV="1">
            <a:off x="10857936" y="2722035"/>
            <a:ext cx="0" cy="1320207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angular 33">
            <a:extLst>
              <a:ext uri="{FF2B5EF4-FFF2-40B4-BE49-F238E27FC236}">
                <a16:creationId xmlns:a16="http://schemas.microsoft.com/office/drawing/2014/main" id="{AA3794AF-67F5-DA7A-84CA-C01264953E65}"/>
              </a:ext>
            </a:extLst>
          </p:cNvPr>
          <p:cNvCxnSpPr>
            <a:cxnSpLocks/>
            <a:stCxn id="32" idx="1"/>
            <a:endCxn id="29" idx="1"/>
          </p:cNvCxnSpPr>
          <p:nvPr/>
        </p:nvCxnSpPr>
        <p:spPr>
          <a:xfrm rot="10800000">
            <a:off x="8156705" y="2510967"/>
            <a:ext cx="12700" cy="2324318"/>
          </a:xfrm>
          <a:prstGeom prst="bentConnector3">
            <a:avLst>
              <a:gd name="adj1" fmla="val 180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angular 33">
            <a:extLst>
              <a:ext uri="{FF2B5EF4-FFF2-40B4-BE49-F238E27FC236}">
                <a16:creationId xmlns:a16="http://schemas.microsoft.com/office/drawing/2014/main" id="{A31BF247-7282-00D7-CA09-490785846C7E}"/>
              </a:ext>
            </a:extLst>
          </p:cNvPr>
          <p:cNvCxnSpPr>
            <a:cxnSpLocks/>
            <a:stCxn id="33" idx="1"/>
            <a:endCxn id="29" idx="1"/>
          </p:cNvCxnSpPr>
          <p:nvPr/>
        </p:nvCxnSpPr>
        <p:spPr>
          <a:xfrm rot="10800000">
            <a:off x="8156705" y="2510967"/>
            <a:ext cx="12700" cy="2906292"/>
          </a:xfrm>
          <a:prstGeom prst="bentConnector3">
            <a:avLst>
              <a:gd name="adj1" fmla="val 180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1055">
            <a:extLst>
              <a:ext uri="{FF2B5EF4-FFF2-40B4-BE49-F238E27FC236}">
                <a16:creationId xmlns:a16="http://schemas.microsoft.com/office/drawing/2014/main" id="{486846A5-9CE1-DDB7-A7BC-9290AB6DD1F8}"/>
              </a:ext>
            </a:extLst>
          </p:cNvPr>
          <p:cNvCxnSpPr>
            <a:cxnSpLocks/>
            <a:stCxn id="27" idx="0"/>
            <a:endCxn id="28" idx="2"/>
          </p:cNvCxnSpPr>
          <p:nvPr/>
        </p:nvCxnSpPr>
        <p:spPr>
          <a:xfrm flipV="1">
            <a:off x="7049961" y="2143638"/>
            <a:ext cx="0" cy="1562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1058">
            <a:extLst>
              <a:ext uri="{FF2B5EF4-FFF2-40B4-BE49-F238E27FC236}">
                <a16:creationId xmlns:a16="http://schemas.microsoft.com/office/drawing/2014/main" id="{D95252D1-9520-489C-F7EB-F765DD6320E7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flipV="1">
            <a:off x="5171274" y="2722035"/>
            <a:ext cx="0" cy="15625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angular 33">
            <a:extLst>
              <a:ext uri="{FF2B5EF4-FFF2-40B4-BE49-F238E27FC236}">
                <a16:creationId xmlns:a16="http://schemas.microsoft.com/office/drawing/2014/main" id="{F3BD7FEC-2CED-17F0-1165-A335B6C7E171}"/>
              </a:ext>
            </a:extLst>
          </p:cNvPr>
          <p:cNvCxnSpPr>
            <a:cxnSpLocks/>
            <a:stCxn id="22" idx="1"/>
            <a:endCxn id="19" idx="1"/>
          </p:cNvCxnSpPr>
          <p:nvPr/>
        </p:nvCxnSpPr>
        <p:spPr>
          <a:xfrm rot="10800000">
            <a:off x="2465621" y="3089362"/>
            <a:ext cx="12309" cy="2909870"/>
          </a:xfrm>
          <a:prstGeom prst="bentConnector3">
            <a:avLst>
              <a:gd name="adj1" fmla="val 180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angular 33">
            <a:extLst>
              <a:ext uri="{FF2B5EF4-FFF2-40B4-BE49-F238E27FC236}">
                <a16:creationId xmlns:a16="http://schemas.microsoft.com/office/drawing/2014/main" id="{C509D67D-7C0E-367B-8173-24E3E7DED8AE}"/>
              </a:ext>
            </a:extLst>
          </p:cNvPr>
          <p:cNvCxnSpPr>
            <a:cxnSpLocks/>
            <a:stCxn id="23" idx="1"/>
            <a:endCxn id="20" idx="1"/>
          </p:cNvCxnSpPr>
          <p:nvPr/>
        </p:nvCxnSpPr>
        <p:spPr>
          <a:xfrm rot="10800000">
            <a:off x="2465621" y="3674915"/>
            <a:ext cx="12700" cy="578397"/>
          </a:xfrm>
          <a:prstGeom prst="bentConnector3">
            <a:avLst>
              <a:gd name="adj1" fmla="val 180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angular 33">
            <a:extLst>
              <a:ext uri="{FF2B5EF4-FFF2-40B4-BE49-F238E27FC236}">
                <a16:creationId xmlns:a16="http://schemas.microsoft.com/office/drawing/2014/main" id="{332F928F-8C1D-32AB-5940-FE56940F2DE2}"/>
              </a:ext>
            </a:extLst>
          </p:cNvPr>
          <p:cNvCxnSpPr>
            <a:cxnSpLocks/>
            <a:stCxn id="21" idx="1"/>
            <a:endCxn id="24" idx="1"/>
          </p:cNvCxnSpPr>
          <p:nvPr/>
        </p:nvCxnSpPr>
        <p:spPr>
          <a:xfrm rot="10800000">
            <a:off x="2465621" y="4835285"/>
            <a:ext cx="12700" cy="581974"/>
          </a:xfrm>
          <a:prstGeom prst="bentConnector3">
            <a:avLst>
              <a:gd name="adj1" fmla="val 1724213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3">
            <a:extLst>
              <a:ext uri="{FF2B5EF4-FFF2-40B4-BE49-F238E27FC236}">
                <a16:creationId xmlns:a16="http://schemas.microsoft.com/office/drawing/2014/main" id="{98299923-5F20-49FF-4BA8-C8012CAC9D4E}"/>
              </a:ext>
            </a:extLst>
          </p:cNvPr>
          <p:cNvSpPr/>
          <p:nvPr/>
        </p:nvSpPr>
        <p:spPr>
          <a:xfrm>
            <a:off x="554736" y="2881871"/>
            <a:ext cx="1558656" cy="422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36" name="Rounded Rectangle 33">
            <a:extLst>
              <a:ext uri="{FF2B5EF4-FFF2-40B4-BE49-F238E27FC236}">
                <a16:creationId xmlns:a16="http://schemas.microsoft.com/office/drawing/2014/main" id="{485CECE9-CCFE-3772-01C3-D9539394F8E0}"/>
              </a:ext>
            </a:extLst>
          </p:cNvPr>
          <p:cNvSpPr/>
          <p:nvPr/>
        </p:nvSpPr>
        <p:spPr>
          <a:xfrm>
            <a:off x="554736" y="3463845"/>
            <a:ext cx="1558656" cy="422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cxnSp>
        <p:nvCxnSpPr>
          <p:cNvPr id="38" name="Conector recto 1028">
            <a:extLst>
              <a:ext uri="{FF2B5EF4-FFF2-40B4-BE49-F238E27FC236}">
                <a16:creationId xmlns:a16="http://schemas.microsoft.com/office/drawing/2014/main" id="{0EA67BF0-72C0-416C-C26F-BF2DD77C8592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1334064" y="3139361"/>
            <a:ext cx="0" cy="324484"/>
          </a:xfrm>
          <a:prstGeom prst="line">
            <a:avLst/>
          </a:prstGeom>
          <a:ln w="6350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33">
            <a:extLst>
              <a:ext uri="{FF2B5EF4-FFF2-40B4-BE49-F238E27FC236}">
                <a16:creationId xmlns:a16="http://schemas.microsoft.com/office/drawing/2014/main" id="{D61C95B3-0DF4-3695-500F-AE9A78F406B9}"/>
              </a:ext>
            </a:extLst>
          </p:cNvPr>
          <p:cNvSpPr/>
          <p:nvPr/>
        </p:nvSpPr>
        <p:spPr>
          <a:xfrm>
            <a:off x="554736" y="2299897"/>
            <a:ext cx="1558656" cy="422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sp>
        <p:nvSpPr>
          <p:cNvPr id="46" name="Rounded Rectangle 33">
            <a:extLst>
              <a:ext uri="{FF2B5EF4-FFF2-40B4-BE49-F238E27FC236}">
                <a16:creationId xmlns:a16="http://schemas.microsoft.com/office/drawing/2014/main" id="{3E8395DB-464C-38D3-0E7A-CA1BA6ED06CE}"/>
              </a:ext>
            </a:extLst>
          </p:cNvPr>
          <p:cNvSpPr/>
          <p:nvPr/>
        </p:nvSpPr>
        <p:spPr>
          <a:xfrm>
            <a:off x="554736" y="1721501"/>
            <a:ext cx="1558656" cy="422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rgbClr val="013A31">
              <a:hueOff val="0"/>
              <a:satOff val="0"/>
              <a:alphaOff val="0"/>
            </a:srgbClr>
          </a:fillRef>
          <a:effectRef idx="0">
            <a:srgbClr val="013A31">
              <a:hueOff val="0"/>
              <a:satOff val="0"/>
              <a:alphaOff val="0"/>
            </a:srgbClr>
          </a:effectRef>
          <a:fontRef idx="minor">
            <a:schemeClr val="lt1"/>
          </a:fontRef>
        </p:style>
        <p:txBody>
          <a:bodyPr spcFirstLastPara="0" vert="horz" wrap="square" lIns="74100" tIns="74100" rIns="74100" bIns="74100" numCol="1" spcCol="1270" anchor="ctr" anchorCtr="0">
            <a:noAutofit/>
          </a:bodyPr>
          <a:lstStyle/>
          <a:p>
            <a:pPr marL="0" marR="0" lvl="0" indent="0" algn="ctr" defTabSz="10876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[Name/title/role]</a:t>
            </a:r>
          </a:p>
        </p:txBody>
      </p:sp>
      <p:cxnSp>
        <p:nvCxnSpPr>
          <p:cNvPr id="61" name="Conector recto 1028">
            <a:extLst>
              <a:ext uri="{FF2B5EF4-FFF2-40B4-BE49-F238E27FC236}">
                <a16:creationId xmlns:a16="http://schemas.microsoft.com/office/drawing/2014/main" id="{D29298C9-3C2C-5FEA-C96E-E4C33439F543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>
          <a:xfrm>
            <a:off x="1334064" y="2143638"/>
            <a:ext cx="0" cy="156259"/>
          </a:xfrm>
          <a:prstGeom prst="line">
            <a:avLst/>
          </a:prstGeom>
          <a:ln w="6350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ector recto 1028">
            <a:extLst>
              <a:ext uri="{FF2B5EF4-FFF2-40B4-BE49-F238E27FC236}">
                <a16:creationId xmlns:a16="http://schemas.microsoft.com/office/drawing/2014/main" id="{5D033983-29F5-D721-3F4B-D6F77B4662D9}"/>
              </a:ext>
            </a:extLst>
          </p:cNvPr>
          <p:cNvCxnSpPr>
            <a:cxnSpLocks/>
            <a:stCxn id="45" idx="2"/>
            <a:endCxn id="35" idx="0"/>
          </p:cNvCxnSpPr>
          <p:nvPr/>
        </p:nvCxnSpPr>
        <p:spPr>
          <a:xfrm>
            <a:off x="1334064" y="2722034"/>
            <a:ext cx="0" cy="159837"/>
          </a:xfrm>
          <a:prstGeom prst="line">
            <a:avLst/>
          </a:prstGeom>
          <a:ln w="6350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90B3851-B420-724F-FDB9-8B0CA76F68C9}"/>
              </a:ext>
            </a:extLst>
          </p:cNvPr>
          <p:cNvSpPr/>
          <p:nvPr/>
        </p:nvSpPr>
        <p:spPr>
          <a:xfrm>
            <a:off x="2192338" y="2510966"/>
            <a:ext cx="0" cy="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dirty="0" err="1">
              <a:solidFill>
                <a:schemeClr val="bg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290236-AC5B-E77C-F34B-8BAE0788C221}"/>
              </a:ext>
            </a:extLst>
          </p:cNvPr>
          <p:cNvCxnSpPr>
            <a:stCxn id="46" idx="3"/>
            <a:endCxn id="28" idx="1"/>
          </p:cNvCxnSpPr>
          <p:nvPr/>
        </p:nvCxnSpPr>
        <p:spPr>
          <a:xfrm>
            <a:off x="2113392" y="1932570"/>
            <a:ext cx="4157241" cy="0"/>
          </a:xfrm>
          <a:prstGeom prst="line">
            <a:avLst/>
          </a:prstGeom>
          <a:ln w="6350" cap="sq">
            <a:solidFill>
              <a:schemeClr val="tx1"/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1043">
            <a:extLst>
              <a:ext uri="{FF2B5EF4-FFF2-40B4-BE49-F238E27FC236}">
                <a16:creationId xmlns:a16="http://schemas.microsoft.com/office/drawing/2014/main" id="{2C4F99DA-98D2-456F-4BBD-47FCE78940C0}"/>
              </a:ext>
            </a:extLst>
          </p:cNvPr>
          <p:cNvCxnSpPr>
            <a:cxnSpLocks/>
            <a:stCxn id="25" idx="0"/>
            <a:endCxn id="27" idx="2"/>
          </p:cNvCxnSpPr>
          <p:nvPr/>
        </p:nvCxnSpPr>
        <p:spPr>
          <a:xfrm flipV="1">
            <a:off x="7049961" y="2722035"/>
            <a:ext cx="0" cy="15625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507;p14">
            <a:extLst>
              <a:ext uri="{FF2B5EF4-FFF2-40B4-BE49-F238E27FC236}">
                <a16:creationId xmlns:a16="http://schemas.microsoft.com/office/drawing/2014/main" id="{F9801C82-FEBE-AD64-FCF3-F291115A4BEC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4" name="Google Shape;538;p14">
            <a:extLst>
              <a:ext uri="{FF2B5EF4-FFF2-40B4-BE49-F238E27FC236}">
                <a16:creationId xmlns:a16="http://schemas.microsoft.com/office/drawing/2014/main" id="{2858D298-4689-6852-D0D7-1495D2093BDE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341923766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6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