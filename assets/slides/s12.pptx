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62" r:id="rId1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6" Type="http://schemas.openxmlformats.org/officeDocument/2006/relationships/slide" Target="slides/slide12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0D799A-556F-39B3-C238-55DA4835B7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319E67-2518-CF13-8F57-BAF450306D10}"/>
              </a:ext>
            </a:extLst>
          </p:cNvPr>
          <p:cNvSpPr/>
          <p:nvPr/>
        </p:nvSpPr>
        <p:spPr>
          <a:xfrm>
            <a:off x="550864" y="1368884"/>
            <a:ext cx="12282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+mn-lt"/>
                <a:ea typeface="ＭＳ Ｐゴシック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1BFF1-6A16-0A82-1E8A-CE50EB88E00E}"/>
              </a:ext>
            </a:extLst>
          </p:cNvPr>
          <p:cNvSpPr/>
          <p:nvPr/>
        </p:nvSpPr>
        <p:spPr>
          <a:xfrm>
            <a:off x="550864" y="1778000"/>
            <a:ext cx="3429000" cy="442068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background/reasons for starting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background/reasons for starting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background/reasons for starting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30BB9F-031E-3C6B-43A7-C9A7CEE5110F}"/>
              </a:ext>
            </a:extLst>
          </p:cNvPr>
          <p:cNvSpPr/>
          <p:nvPr/>
        </p:nvSpPr>
        <p:spPr>
          <a:xfrm>
            <a:off x="4379406" y="1778000"/>
            <a:ext cx="3431094" cy="4420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[Insert key findings of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[Insert key findings of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[Insert key findings of project]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F6AA15-3304-294C-852C-1C2E59EF520A}"/>
              </a:ext>
            </a:extLst>
          </p:cNvPr>
          <p:cNvSpPr/>
          <p:nvPr/>
        </p:nvSpPr>
        <p:spPr>
          <a:xfrm>
            <a:off x="8210042" y="1778000"/>
            <a:ext cx="3431094" cy="44206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[Insert recommendation(s)]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[Insert next steps]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5143860-2055-99AF-C786-22F787956D7D}"/>
              </a:ext>
            </a:extLst>
          </p:cNvPr>
          <p:cNvSpPr/>
          <p:nvPr/>
        </p:nvSpPr>
        <p:spPr>
          <a:xfrm>
            <a:off x="4379406" y="1368884"/>
            <a:ext cx="19111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+mn-lt"/>
                <a:ea typeface="ＭＳ Ｐゴシック"/>
                <a:cs typeface="Arial" panose="020B0604020202020204" pitchFamily="34" charset="0"/>
              </a:rPr>
              <a:t>Findings of [project]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38454E-7E61-F428-921E-AEC35137B305}"/>
              </a:ext>
            </a:extLst>
          </p:cNvPr>
          <p:cNvSpPr/>
          <p:nvPr/>
        </p:nvSpPr>
        <p:spPr>
          <a:xfrm>
            <a:off x="8210042" y="1368884"/>
            <a:ext cx="29867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+mn-lt"/>
                <a:ea typeface="ＭＳ Ｐゴシック"/>
                <a:cs typeface="Arial" panose="020B0604020202020204" pitchFamily="34" charset="0"/>
              </a:rPr>
              <a:t>Recommendation and next steps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37823419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