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1" r:id="rId8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4" Type="http://schemas.openxmlformats.org/officeDocument/2006/relationships/slide" Target="slides/slide80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[Meeting name], [date]: agenda</a:t>
            </a:r>
          </a:p>
        </p:txBody>
      </p:sp>
      <p:graphicFrame>
        <p:nvGraphicFramePr>
          <p:cNvPr id="3" name="Agenda table"/>
          <p:cNvGraphicFramePr>
            <a:graphicFrameLocks noGrp="1"/>
          </p:cNvGraphicFramePr>
          <p:nvPr/>
        </p:nvGraphicFramePr>
        <p:xfrm>
          <a:off x="557784" y="1508760"/>
          <a:ext cx="11082528" cy="3712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Topic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Purpose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Lead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[09:00]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[Welcome and objectives]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[Agree what we need to leave with]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[09:15]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[Where we are today]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[Share progress and findings]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[09:45]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[Options discussion]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[Test the three options against our criteria]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[10:30]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[Break]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[10:45]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[Recommendation]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[Decide on the preferred option]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[11:30]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[Next steps and owners]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[Confirm actions, owners and dates]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Pre-read"/>
          <p:cNvSpPr txBox="1"/>
          <p:nvPr/>
        </p:nvSpPr>
        <p:spPr>
          <a:xfrm>
            <a:off x="557784" y="5440680"/>
            <a:ext cx="11082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Pre-read: </a:t>
            </a:r>
            <a:r>
              <a:rPr sz="1100" b="0" i="0">
                <a:solidFill>
                  <a:srgbClr val="8C8C8C"/>
                </a:solidFill>
              </a:rPr>
              <a:t>[Link or document name, circulated by date]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