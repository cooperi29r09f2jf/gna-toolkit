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555" r:id="rId4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49" Type="http://schemas.openxmlformats.org/officeDocument/2006/relationships/slide" Target="slides/slide45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45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015168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5.xml.rels><?xml version="1.0" encoding="UTF-8" standalone="yes"?>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31.tiff"/><Relationship Id="rIdGna1" Type="http://schemas.openxmlformats.org/officeDocument/2006/relationships/tags" Target="../tags/gnatag1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[Initiatives or sub-points slide / Insert action title]</a:t>
            </a:r>
            <a:endParaRPr lang="en-DK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532E0-FFC3-A160-B0B0-3679E2B0AC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81F908-4B8C-F049-BBC7-7968AE98C33A}"/>
              </a:ext>
            </a:extLst>
          </p:cNvPr>
          <p:cNvSpPr/>
          <p:nvPr/>
        </p:nvSpPr>
        <p:spPr>
          <a:xfrm>
            <a:off x="1112382" y="3562388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[Area/pillar 1]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3C57-9EF1-214B-8711-82985535F391}"/>
              </a:ext>
            </a:extLst>
          </p:cNvPr>
          <p:cNvSpPr/>
          <p:nvPr/>
        </p:nvSpPr>
        <p:spPr>
          <a:xfrm>
            <a:off x="4756268" y="3562388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[Area/pillar 2]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4DBD47-4D51-2D4E-825F-F249008E3F13}"/>
              </a:ext>
            </a:extLst>
          </p:cNvPr>
          <p:cNvSpPr/>
          <p:nvPr/>
        </p:nvSpPr>
        <p:spPr>
          <a:xfrm>
            <a:off x="8400154" y="3562388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[Area/pillar 3]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C2EC4D2-A67D-1A46-ACB8-87A3C6773F1D}"/>
              </a:ext>
            </a:extLst>
          </p:cNvPr>
          <p:cNvSpPr>
            <a:spLocks noChangeAspect="1"/>
          </p:cNvSpPr>
          <p:nvPr/>
        </p:nvSpPr>
        <p:spPr>
          <a:xfrm>
            <a:off x="1780585" y="193641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7AF6BC-7C0C-8142-AE67-0E12DD440A41}"/>
              </a:ext>
            </a:extLst>
          </p:cNvPr>
          <p:cNvSpPr>
            <a:spLocks noChangeAspect="1"/>
          </p:cNvSpPr>
          <p:nvPr/>
        </p:nvSpPr>
        <p:spPr>
          <a:xfrm>
            <a:off x="5424471" y="193641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A291605-013F-504B-B63C-C044B2D75B45}"/>
              </a:ext>
            </a:extLst>
          </p:cNvPr>
          <p:cNvSpPr>
            <a:spLocks noChangeAspect="1"/>
          </p:cNvSpPr>
          <p:nvPr/>
        </p:nvSpPr>
        <p:spPr>
          <a:xfrm>
            <a:off x="9068357" y="1936417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F9C7920-D614-DC4E-9626-40A9C359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002" y="2262948"/>
            <a:ext cx="606938" cy="60693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1A98285-648B-2041-9047-56967A377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385" y="2262217"/>
            <a:ext cx="608400" cy="608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BACE878-7CA7-0947-9C9E-61B1B47E0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157" y="2262217"/>
            <a:ext cx="608400" cy="60840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AC6AA4-F00C-E545-97F4-E7FB08FBF3E3}"/>
              </a:ext>
            </a:extLst>
          </p:cNvPr>
          <p:cNvCxnSpPr>
            <a:cxnSpLocks/>
          </p:cNvCxnSpPr>
          <p:nvPr/>
        </p:nvCxnSpPr>
        <p:spPr>
          <a:xfrm>
            <a:off x="4232528" y="1960154"/>
            <a:ext cx="0" cy="4297680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5F33D0-5F34-1A40-8E6E-12E1A8AEB9A7}"/>
              </a:ext>
            </a:extLst>
          </p:cNvPr>
          <p:cNvCxnSpPr>
            <a:cxnSpLocks/>
          </p:cNvCxnSpPr>
          <p:nvPr/>
        </p:nvCxnSpPr>
        <p:spPr>
          <a:xfrm>
            <a:off x="7876414" y="1960154"/>
            <a:ext cx="0" cy="4297680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40B5C65-B26A-2745-B187-8D8F7EF9E0E4}"/>
              </a:ext>
            </a:extLst>
          </p:cNvPr>
          <p:cNvSpPr>
            <a:spLocks noChangeAspect="1"/>
          </p:cNvSpPr>
          <p:nvPr/>
        </p:nvSpPr>
        <p:spPr>
          <a:xfrm>
            <a:off x="688512" y="404489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DAA55B8-6D81-6E49-998F-E6EE6E4EB550}"/>
              </a:ext>
            </a:extLst>
          </p:cNvPr>
          <p:cNvSpPr>
            <a:spLocks noChangeAspect="1"/>
          </p:cNvSpPr>
          <p:nvPr/>
        </p:nvSpPr>
        <p:spPr>
          <a:xfrm>
            <a:off x="688512" y="4446871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E787D11-FA1B-054B-9E4E-65A2433A9AB6}"/>
              </a:ext>
            </a:extLst>
          </p:cNvPr>
          <p:cNvSpPr>
            <a:spLocks noChangeAspect="1"/>
          </p:cNvSpPr>
          <p:nvPr/>
        </p:nvSpPr>
        <p:spPr>
          <a:xfrm>
            <a:off x="688512" y="4848564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0E6777-C3AC-3444-9EF1-1E5802D4CD36}"/>
              </a:ext>
            </a:extLst>
          </p:cNvPr>
          <p:cNvSpPr>
            <a:spLocks noChangeAspect="1"/>
          </p:cNvSpPr>
          <p:nvPr/>
        </p:nvSpPr>
        <p:spPr>
          <a:xfrm>
            <a:off x="688512" y="5250257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5CBE149-1C8C-F049-A4FE-B00D985A9122}"/>
              </a:ext>
            </a:extLst>
          </p:cNvPr>
          <p:cNvSpPr>
            <a:spLocks noChangeAspect="1"/>
          </p:cNvSpPr>
          <p:nvPr/>
        </p:nvSpPr>
        <p:spPr>
          <a:xfrm>
            <a:off x="688512" y="5651950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21E00EC-85B1-1D4F-A244-13E11E4E9C6C}"/>
              </a:ext>
            </a:extLst>
          </p:cNvPr>
          <p:cNvSpPr>
            <a:spLocks noChangeAspect="1"/>
          </p:cNvSpPr>
          <p:nvPr/>
        </p:nvSpPr>
        <p:spPr>
          <a:xfrm>
            <a:off x="4467567" y="404489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B942548-084F-E74B-BC6C-4E237B081E7B}"/>
              </a:ext>
            </a:extLst>
          </p:cNvPr>
          <p:cNvSpPr>
            <a:spLocks noChangeAspect="1"/>
          </p:cNvSpPr>
          <p:nvPr/>
        </p:nvSpPr>
        <p:spPr>
          <a:xfrm>
            <a:off x="4467567" y="4446871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1930355-A6F7-BC4D-90D3-9675166B8BC1}"/>
              </a:ext>
            </a:extLst>
          </p:cNvPr>
          <p:cNvSpPr>
            <a:spLocks noChangeAspect="1"/>
          </p:cNvSpPr>
          <p:nvPr/>
        </p:nvSpPr>
        <p:spPr>
          <a:xfrm>
            <a:off x="4467567" y="4848564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0AF7492-BAC5-7B47-9E9D-7DFC1D42FDBF}"/>
              </a:ext>
            </a:extLst>
          </p:cNvPr>
          <p:cNvSpPr>
            <a:spLocks noChangeAspect="1"/>
          </p:cNvSpPr>
          <p:nvPr/>
        </p:nvSpPr>
        <p:spPr>
          <a:xfrm>
            <a:off x="4467567" y="5250257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5D61C58-19FC-2C42-A5E1-CC361F4D20C2}"/>
              </a:ext>
            </a:extLst>
          </p:cNvPr>
          <p:cNvSpPr>
            <a:spLocks noChangeAspect="1"/>
          </p:cNvSpPr>
          <p:nvPr/>
        </p:nvSpPr>
        <p:spPr>
          <a:xfrm>
            <a:off x="8111452" y="404489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5F31D9F-7EC4-AC44-AD5B-6D449B153512}"/>
              </a:ext>
            </a:extLst>
          </p:cNvPr>
          <p:cNvSpPr>
            <a:spLocks noChangeAspect="1"/>
          </p:cNvSpPr>
          <p:nvPr/>
        </p:nvSpPr>
        <p:spPr>
          <a:xfrm>
            <a:off x="8111452" y="4446590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F7734A9-A484-554E-88C6-1502D1CBF0DE}"/>
              </a:ext>
            </a:extLst>
          </p:cNvPr>
          <p:cNvSpPr>
            <a:spLocks noChangeAspect="1"/>
          </p:cNvSpPr>
          <p:nvPr/>
        </p:nvSpPr>
        <p:spPr>
          <a:xfrm>
            <a:off x="8111452" y="4848283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7F92139-A324-7E41-8F1A-B0139EF48F97}"/>
              </a:ext>
            </a:extLst>
          </p:cNvPr>
          <p:cNvSpPr>
            <a:spLocks noChangeAspect="1"/>
          </p:cNvSpPr>
          <p:nvPr/>
        </p:nvSpPr>
        <p:spPr>
          <a:xfrm>
            <a:off x="8111452" y="5249976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53C5BA7-98BF-684F-A4C8-D33946B995C6}"/>
              </a:ext>
            </a:extLst>
          </p:cNvPr>
          <p:cNvSpPr>
            <a:spLocks noChangeAspect="1"/>
          </p:cNvSpPr>
          <p:nvPr/>
        </p:nvSpPr>
        <p:spPr>
          <a:xfrm>
            <a:off x="8111452" y="5651669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F689E3-C3AC-BC4B-8563-1EF09532B562}"/>
              </a:ext>
            </a:extLst>
          </p:cNvPr>
          <p:cNvSpPr txBox="1"/>
          <p:nvPr/>
        </p:nvSpPr>
        <p:spPr>
          <a:xfrm>
            <a:off x="976514" y="4034866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DDDD69-5C28-4A4B-B8E7-748A983D97F6}"/>
              </a:ext>
            </a:extLst>
          </p:cNvPr>
          <p:cNvSpPr txBox="1"/>
          <p:nvPr/>
        </p:nvSpPr>
        <p:spPr>
          <a:xfrm>
            <a:off x="976514" y="4436339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2]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C2E751-6705-EA42-9E78-92D8EFBE2FF2}"/>
              </a:ext>
            </a:extLst>
          </p:cNvPr>
          <p:cNvSpPr txBox="1"/>
          <p:nvPr/>
        </p:nvSpPr>
        <p:spPr>
          <a:xfrm>
            <a:off x="976514" y="4837812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3]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BD2345-ACEC-1049-A2F6-4EFBC1F6559F}"/>
              </a:ext>
            </a:extLst>
          </p:cNvPr>
          <p:cNvSpPr txBox="1"/>
          <p:nvPr/>
        </p:nvSpPr>
        <p:spPr>
          <a:xfrm>
            <a:off x="976514" y="5239285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4]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CD43C2-F02B-CE43-9F19-855B19CC21CC}"/>
              </a:ext>
            </a:extLst>
          </p:cNvPr>
          <p:cNvSpPr txBox="1"/>
          <p:nvPr/>
        </p:nvSpPr>
        <p:spPr>
          <a:xfrm>
            <a:off x="976514" y="5640758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5]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4B0EE6-1828-EE4F-9FEF-64C426B66F70}"/>
              </a:ext>
            </a:extLst>
          </p:cNvPr>
          <p:cNvSpPr txBox="1"/>
          <p:nvPr/>
        </p:nvSpPr>
        <p:spPr>
          <a:xfrm>
            <a:off x="4752494" y="4034866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7]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3B27A6-6CA9-524E-86A0-F86B7998803D}"/>
              </a:ext>
            </a:extLst>
          </p:cNvPr>
          <p:cNvSpPr txBox="1"/>
          <p:nvPr/>
        </p:nvSpPr>
        <p:spPr>
          <a:xfrm>
            <a:off x="4752494" y="4421323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8]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9D05C9-B1F2-1847-B79C-8B23862F7893}"/>
              </a:ext>
            </a:extLst>
          </p:cNvPr>
          <p:cNvSpPr txBox="1"/>
          <p:nvPr/>
        </p:nvSpPr>
        <p:spPr>
          <a:xfrm>
            <a:off x="4752494" y="4822796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9]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A36FA3-5E22-2C42-8A8E-0E7A05B3C72F}"/>
              </a:ext>
            </a:extLst>
          </p:cNvPr>
          <p:cNvSpPr txBox="1"/>
          <p:nvPr/>
        </p:nvSpPr>
        <p:spPr>
          <a:xfrm>
            <a:off x="4752494" y="5239285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10]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E698F2-9FE8-6344-9279-965C92AE8540}"/>
              </a:ext>
            </a:extLst>
          </p:cNvPr>
          <p:cNvSpPr txBox="1"/>
          <p:nvPr/>
        </p:nvSpPr>
        <p:spPr>
          <a:xfrm>
            <a:off x="8399452" y="4034866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11]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7545679-43DB-FC48-8A8E-7AA2E2FB254E}"/>
              </a:ext>
            </a:extLst>
          </p:cNvPr>
          <p:cNvSpPr txBox="1"/>
          <p:nvPr/>
        </p:nvSpPr>
        <p:spPr>
          <a:xfrm>
            <a:off x="8399452" y="4421323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12]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35E1B2-27AB-B347-B892-DD668B93AC21}"/>
              </a:ext>
            </a:extLst>
          </p:cNvPr>
          <p:cNvSpPr txBox="1"/>
          <p:nvPr/>
        </p:nvSpPr>
        <p:spPr>
          <a:xfrm>
            <a:off x="8399452" y="4822796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13]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CBF8DE-ACC1-5E4F-AD85-1F30B5B39911}"/>
              </a:ext>
            </a:extLst>
          </p:cNvPr>
          <p:cNvSpPr txBox="1"/>
          <p:nvPr/>
        </p:nvSpPr>
        <p:spPr>
          <a:xfrm>
            <a:off x="8399452" y="5239285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14]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B274F7-242C-8144-9619-CF4DEABC3308}"/>
              </a:ext>
            </a:extLst>
          </p:cNvPr>
          <p:cNvSpPr txBox="1"/>
          <p:nvPr/>
        </p:nvSpPr>
        <p:spPr>
          <a:xfrm>
            <a:off x="8399452" y="5640758"/>
            <a:ext cx="3020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[Initiative 15]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EADEA78-E965-254B-AEE4-6EA326CC1672}"/>
              </a:ext>
            </a:extLst>
          </p:cNvPr>
          <p:cNvSpPr>
            <a:spLocks noChangeAspect="1"/>
          </p:cNvSpPr>
          <p:nvPr/>
        </p:nvSpPr>
        <p:spPr>
          <a:xfrm>
            <a:off x="7437844" y="1338857"/>
            <a:ext cx="288000" cy="28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12DE894-38C1-5B40-89E0-640BE7D245CA}"/>
              </a:ext>
            </a:extLst>
          </p:cNvPr>
          <p:cNvSpPr>
            <a:spLocks noChangeAspect="1"/>
          </p:cNvSpPr>
          <p:nvPr/>
        </p:nvSpPr>
        <p:spPr>
          <a:xfrm>
            <a:off x="8945008" y="1338857"/>
            <a:ext cx="288000" cy="288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B637A40-79DB-1642-877A-3C8C57D495F9}"/>
              </a:ext>
            </a:extLst>
          </p:cNvPr>
          <p:cNvSpPr>
            <a:spLocks noChangeAspect="1"/>
          </p:cNvSpPr>
          <p:nvPr/>
        </p:nvSpPr>
        <p:spPr>
          <a:xfrm>
            <a:off x="10452171" y="1338857"/>
            <a:ext cx="288000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7EE8B8-2285-044B-92E6-3184B2ECE827}"/>
              </a:ext>
            </a:extLst>
          </p:cNvPr>
          <p:cNvSpPr txBox="1"/>
          <p:nvPr/>
        </p:nvSpPr>
        <p:spPr>
          <a:xfrm>
            <a:off x="7717214" y="1328969"/>
            <a:ext cx="1105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[Type 1]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27286D-03B2-6741-B886-E5DF1F7B26EC}"/>
              </a:ext>
            </a:extLst>
          </p:cNvPr>
          <p:cNvSpPr txBox="1"/>
          <p:nvPr/>
        </p:nvSpPr>
        <p:spPr>
          <a:xfrm>
            <a:off x="9224377" y="1328969"/>
            <a:ext cx="1105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[Type 2]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CC64E6-4610-F247-A4CB-9DFD94BC4B7A}"/>
              </a:ext>
            </a:extLst>
          </p:cNvPr>
          <p:cNvSpPr txBox="1"/>
          <p:nvPr/>
        </p:nvSpPr>
        <p:spPr>
          <a:xfrm>
            <a:off x="10732676" y="1328969"/>
            <a:ext cx="1105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[Type 3]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260878FF-77FB-6B47-B7E7-5F38B61EF8E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32E7A8F9-CF9D-A134-D76C-E73C0C89B41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32137013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