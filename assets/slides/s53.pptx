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gnatag1.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85" r:id="rId4"/>
  </p:sldMasterIdLst>
  <p:notesMasterIdLst>
    <p:notesMasterId r:id="rId97"/>
  </p:notesMasterIdLst>
  <p:handoutMasterIdLst>
    <p:handoutMasterId r:id="rId98"/>
  </p:handoutMasterIdLst>
  <p:sldIdLst>
    <p:sldId id="2147473364" r:id="rId57"/>
  </p:sldIdLst>
  <p:sldSz cx="12192000" cy="6858000"/>
  <p:notesSz cx="6858000" cy="9144000"/>
  <p:custDataLst>
    <p:tags r:id="rId99"/>
  </p:custDataLst>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5"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D7"/>
    <a:srgbClr val="99E6A9"/>
    <a:srgbClr val="D9EED3"/>
    <a:srgbClr val="8AE694"/>
    <a:srgbClr val="F0ACAD"/>
    <a:srgbClr val="D8EED2"/>
    <a:srgbClr val="FFD2D3"/>
    <a:srgbClr val="F9D3D2"/>
    <a:srgbClr val="BDF1C6"/>
    <a:srgbClr val="AAF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02"/>
    <p:restoredTop sz="93710"/>
  </p:normalViewPr>
  <p:slideViewPr>
    <p:cSldViewPr snapToGrid="0" showGuides="1">
      <p:cViewPr>
        <p:scale>
          <a:sx n="96" d="100"/>
          <a:sy n="96" d="100"/>
        </p:scale>
        <p:origin x="1212" y="252"/>
      </p:cViewPr>
      <p:guideLst>
        <p:guide orient="horz" pos="2115"/>
        <p:guide pos="3817"/>
      </p:guideLst>
    </p:cSldViewPr>
  </p:slideViewPr>
  <p:outlineViewPr>
    <p:cViewPr>
      <p:scale>
        <a:sx n="33" d="100"/>
        <a:sy n="33" d="100"/>
      </p:scale>
      <p:origin x="0" y="-8536"/>
    </p:cViewPr>
  </p:outlineViewPr>
  <p:notesTextViewPr>
    <p:cViewPr>
      <p:scale>
        <a:sx n="90" d="100"/>
        <a:sy n="90" d="100"/>
      </p:scale>
      <p:origin x="0" y="0"/>
    </p:cViewPr>
  </p:notesTextViewPr>
  <p:sorterViewPr>
    <p:cViewPr>
      <p:scale>
        <a:sx n="1" d="1"/>
        <a:sy n="1" d="1"/>
      </p:scale>
      <p:origin x="0" y="0"/>
    </p:cViewPr>
  </p:sorterViewPr>
  <p:notesViewPr>
    <p:cSldViewPr snapToGrid="0" showGuide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02" Type="http://schemas.openxmlformats.org/officeDocument/2006/relationships/theme" Target="theme/theme1.xml"/><Relationship Id="rId103" Type="http://schemas.openxmlformats.org/officeDocument/2006/relationships/tableStyles" Target="tableStyles.xml"/><Relationship Id="rId1" Type="http://schemas.openxmlformats.org/officeDocument/2006/relationships/customXml" Target="../customXml/item1.xml"/><Relationship Id="rId57" Type="http://schemas.openxmlformats.org/officeDocument/2006/relationships/slide" Target="slides/slide53.xml"/><Relationship Id="rId99" Type="http://schemas.openxmlformats.org/officeDocument/2006/relationships/tags" Target="tags/tag1.xml"/><Relationship Id="rId101" Type="http://schemas.openxmlformats.org/officeDocument/2006/relationships/viewProps" Target="viewProps.xml"/><Relationship Id="rId4" Type="http://schemas.openxmlformats.org/officeDocument/2006/relationships/slideMaster" Target="slideMasters/slideMaster1.xml"/><Relationship Id="rId97" Type="http://schemas.openxmlformats.org/officeDocument/2006/relationships/notesMaster" Target="notesMasters/notesMaster1.xml"/><Relationship Id="rId2" Type="http://schemas.openxmlformats.org/officeDocument/2006/relationships/customXml" Target="../customXml/item2.xml"/><Relationship Id="rId100" Type="http://schemas.openxmlformats.org/officeDocument/2006/relationships/presProps" Target="presProps.xml"/><Relationship Id="rId98" Type="http://schemas.openxmlformats.org/officeDocument/2006/relationships/handoutMaster" Target="handoutMasters/handoutMaster1.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BA3AEA8-7145-3B46-467D-FE8035BB5B7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K">
              <a:latin typeface="Arial" panose="020B0604020202020204" pitchFamily="34" charset="0"/>
            </a:endParaRPr>
          </a:p>
        </p:txBody>
      </p:sp>
      <p:sp>
        <p:nvSpPr>
          <p:cNvPr id="3" name="Date Placeholder 2">
            <a:extLst>
              <a:ext uri="{FF2B5EF4-FFF2-40B4-BE49-F238E27FC236}">
                <a16:creationId xmlns:a16="http://schemas.microsoft.com/office/drawing/2014/main" id="{5DDDF294-DA80-FE06-BE5D-61F0381D9C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5CE297-58AE-AB45-BA01-DE87D03C6280}" type="datetimeFigureOut">
              <a:rPr lang="en-DK" smtClean="0">
                <a:latin typeface="Arial" panose="020B0604020202020204" pitchFamily="34" charset="0"/>
              </a:rPr>
              <a:t>10/14/2026</a:t>
            </a:fld>
            <a:endParaRPr lang="en-DK">
              <a:latin typeface="Arial" panose="020B0604020202020204" pitchFamily="34" charset="0"/>
            </a:endParaRPr>
          </a:p>
        </p:txBody>
      </p:sp>
      <p:sp>
        <p:nvSpPr>
          <p:cNvPr id="4" name="Footer Placeholder 3">
            <a:extLst>
              <a:ext uri="{FF2B5EF4-FFF2-40B4-BE49-F238E27FC236}">
                <a16:creationId xmlns:a16="http://schemas.microsoft.com/office/drawing/2014/main" id="{35EBDDF6-2C4B-DDB9-1B91-0FF64E49DE6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DK">
              <a:latin typeface="Arial" panose="020B0604020202020204" pitchFamily="34" charset="0"/>
            </a:endParaRPr>
          </a:p>
        </p:txBody>
      </p:sp>
      <p:sp>
        <p:nvSpPr>
          <p:cNvPr id="5" name="Slide Number Placeholder 4">
            <a:extLst>
              <a:ext uri="{FF2B5EF4-FFF2-40B4-BE49-F238E27FC236}">
                <a16:creationId xmlns:a16="http://schemas.microsoft.com/office/drawing/2014/main" id="{EFD591D7-7EBB-B29F-E28A-D976E9102BF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75D3F3-CF65-F84F-94C3-BE9E59EB410B}" type="slidenum">
              <a:rPr lang="en-DK" smtClean="0">
                <a:latin typeface="Arial" panose="020B0604020202020204" pitchFamily="34" charset="0"/>
              </a:rPr>
              <a:t>‹#›</a:t>
            </a:fld>
            <a:endParaRPr lang="en-DK">
              <a:latin typeface="Arial" panose="020B0604020202020204" pitchFamily="34" charset="0"/>
            </a:endParaRPr>
          </a:p>
        </p:txBody>
      </p:sp>
    </p:spTree>
    <p:extLst>
      <p:ext uri="{BB962C8B-B14F-4D97-AF65-F5344CB8AC3E}">
        <p14:creationId xmlns:p14="http://schemas.microsoft.com/office/powerpoint/2010/main" val="17438242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mn-lt"/>
              </a:defRPr>
            </a:lvl1pPr>
          </a:lstStyle>
          <a:p>
            <a:endParaRPr lang="en-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mn-lt"/>
              </a:defRPr>
            </a:lvl1pPr>
          </a:lstStyle>
          <a:p>
            <a:fld id="{ADF2B39A-E3F6-634C-B40F-EA6B645C08D7}" type="datetimeFigureOut">
              <a:rPr lang="en-DK" smtClean="0"/>
              <a:pPr/>
              <a:t>10/14/2026</a:t>
            </a:fld>
            <a:endParaRPr lang="en-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mn-lt"/>
              </a:defRPr>
            </a:lvl1pPr>
          </a:lstStyle>
          <a:p>
            <a:endParaRPr lang="en-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mn-lt"/>
              </a:defRPr>
            </a:lvl1pPr>
          </a:lstStyle>
          <a:p>
            <a:fld id="{CF1CD82C-8186-9E41-8B8B-F66E4066A413}" type="slidenum">
              <a:rPr lang="en-DK" smtClean="0"/>
              <a:pPr/>
              <a:t>‹#›</a:t>
            </a:fld>
            <a:endParaRPr lang="en-DK"/>
          </a:p>
        </p:txBody>
      </p:sp>
    </p:spTree>
    <p:extLst>
      <p:ext uri="{BB962C8B-B14F-4D97-AF65-F5344CB8AC3E}">
        <p14:creationId xmlns:p14="http://schemas.microsoft.com/office/powerpoint/2010/main" val="804914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n-lt"/>
        <a:ea typeface="+mn-ea"/>
        <a:cs typeface="+mn-cs"/>
      </a:defRPr>
    </a:lvl1pPr>
    <a:lvl2pPr marL="457200" algn="l" defTabSz="914400" rtl="0" eaLnBrk="1" latinLnBrk="0" hangingPunct="1">
      <a:defRPr sz="1200" b="0" i="0" kern="1200">
        <a:solidFill>
          <a:schemeClr val="tx1"/>
        </a:solidFill>
        <a:latin typeface="+mn-lt"/>
        <a:ea typeface="+mn-ea"/>
        <a:cs typeface="+mn-cs"/>
      </a:defRPr>
    </a:lvl2pPr>
    <a:lvl3pPr marL="914400" algn="l" defTabSz="914400" rtl="0" eaLnBrk="1" latinLnBrk="0" hangingPunct="1">
      <a:defRPr sz="1200" b="0" i="0" kern="1200">
        <a:solidFill>
          <a:schemeClr val="tx1"/>
        </a:solidFill>
        <a:latin typeface="+mn-lt"/>
        <a:ea typeface="+mn-ea"/>
        <a:cs typeface="+mn-cs"/>
      </a:defRPr>
    </a:lvl3pPr>
    <a:lvl4pPr marL="1371600" algn="l" defTabSz="914400" rtl="0" eaLnBrk="1" latinLnBrk="0" hangingPunct="1">
      <a:defRPr sz="1200" b="0" i="0" kern="1200">
        <a:solidFill>
          <a:schemeClr val="tx1"/>
        </a:solidFill>
        <a:latin typeface="+mn-lt"/>
        <a:ea typeface="+mn-ea"/>
        <a:cs typeface="+mn-cs"/>
      </a:defRPr>
    </a:lvl4pPr>
    <a:lvl5pPr marL="1828800" algn="l" defTabSz="914400" rtl="0" eaLnBrk="1" latinLnBrk="0" hangingPunct="1">
      <a:defRPr sz="1200" b="0" i="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2.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slideMaster" Target="../slideMasters/slideMaster1.xml"/><Relationship Id="rId5" Type="http://schemas.openxmlformats.org/officeDocument/2006/relationships/tags" Target="../tags/tag50.xml"/><Relationship Id="rId4" Type="http://schemas.openxmlformats.org/officeDocument/2006/relationships/tags" Target="../tags/tag49.xml"/></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1"/>
            </p:custDataLst>
          </p:nvPr>
        </p:nvSpPr>
        <p:spPr>
          <a:xfrm>
            <a:off x="554736" y="281940"/>
            <a:ext cx="11082528" cy="731520"/>
          </a:xfrm>
          <a:solidFill>
            <a:schemeClr val="bg1"/>
          </a:solidFill>
        </p:spPr>
        <p:txBody>
          <a:bodyPr vert="horz"/>
          <a:lstStyle>
            <a:lvl1pPr>
              <a:defRPr>
                <a:solidFill>
                  <a:schemeClr val="accent1"/>
                </a:solidFill>
              </a:defRPr>
            </a:lvl1pPr>
          </a:lstStyle>
          <a:p>
            <a:r>
              <a:rPr lang="en-US"/>
              <a:t>Click to edit Master title style</a:t>
            </a:r>
            <a:endParaRPr lang="en-US" dirty="0"/>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2"/>
            </p:custDataLst>
          </p:nvPr>
        </p:nvSpPr>
        <p:spPr>
          <a:xfrm>
            <a:off x="554736" y="1318966"/>
            <a:ext cx="11082528"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5. Source" hidden="1">
            <a:extLst>
              <a:ext uri="{FF2B5EF4-FFF2-40B4-BE49-F238E27FC236}">
                <a16:creationId xmlns:a16="http://schemas.microsoft.com/office/drawing/2014/main" id="{9238B1D6-2095-4826-AA45-9A4E6F7D1A16}"/>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99965972"/>
      </p:ext>
    </p:extLst>
  </p:cSld>
  <p:clrMapOvr>
    <a:masterClrMapping/>
  </p:clrMapOvr>
</p:sldLayout>
</file>

<file path=ppt/slideMasters/_rels/slideMaster1.xml.rels><?xml version="1.0" encoding="UTF-8" standalone="yes"?>
<Relationships xmlns="http://schemas.openxmlformats.org/package/2006/relationships"><Relationship Id="rId42" Type="http://schemas.openxmlformats.org/officeDocument/2006/relationships/tags" Target="../tags/tag11.xml"/><Relationship Id="rId47" Type="http://schemas.openxmlformats.org/officeDocument/2006/relationships/tags" Target="../tags/tag16.xml"/><Relationship Id="rId63" Type="http://schemas.openxmlformats.org/officeDocument/2006/relationships/tags" Target="../tags/tag32.xml"/><Relationship Id="rId68" Type="http://schemas.openxmlformats.org/officeDocument/2006/relationships/tags" Target="../tags/tag37.xml"/><Relationship Id="rId2" Type="http://schemas.openxmlformats.org/officeDocument/2006/relationships/slideLayout" Target="../slideLayouts/slideLayout2.xml"/><Relationship Id="rId32" Type="http://schemas.openxmlformats.org/officeDocument/2006/relationships/theme" Target="../theme/theme1.xml"/><Relationship Id="rId37" Type="http://schemas.openxmlformats.org/officeDocument/2006/relationships/tags" Target="../tags/tag6.xml"/><Relationship Id="rId40" Type="http://schemas.openxmlformats.org/officeDocument/2006/relationships/tags" Target="../tags/tag9.xml"/><Relationship Id="rId45" Type="http://schemas.openxmlformats.org/officeDocument/2006/relationships/tags" Target="../tags/tag14.xml"/><Relationship Id="rId53" Type="http://schemas.openxmlformats.org/officeDocument/2006/relationships/tags" Target="../tags/tag22.xml"/><Relationship Id="rId58" Type="http://schemas.openxmlformats.org/officeDocument/2006/relationships/tags" Target="../tags/tag27.xml"/><Relationship Id="rId66" Type="http://schemas.openxmlformats.org/officeDocument/2006/relationships/tags" Target="../tags/tag35.xml"/><Relationship Id="rId61" Type="http://schemas.openxmlformats.org/officeDocument/2006/relationships/tags" Target="../tags/tag30.xml"/><Relationship Id="rId35" Type="http://schemas.openxmlformats.org/officeDocument/2006/relationships/tags" Target="../tags/tag4.xml"/><Relationship Id="rId43" Type="http://schemas.openxmlformats.org/officeDocument/2006/relationships/tags" Target="../tags/tag12.xml"/><Relationship Id="rId48" Type="http://schemas.openxmlformats.org/officeDocument/2006/relationships/tags" Target="../tags/tag17.xml"/><Relationship Id="rId56" Type="http://schemas.openxmlformats.org/officeDocument/2006/relationships/tags" Target="../tags/tag25.xml"/><Relationship Id="rId64" Type="http://schemas.openxmlformats.org/officeDocument/2006/relationships/tags" Target="../tags/tag33.xml"/><Relationship Id="rId69" Type="http://schemas.openxmlformats.org/officeDocument/2006/relationships/tags" Target="../tags/tag38.xml"/><Relationship Id="rId51" Type="http://schemas.openxmlformats.org/officeDocument/2006/relationships/tags" Target="../tags/tag20.xml"/><Relationship Id="rId72" Type="http://schemas.openxmlformats.org/officeDocument/2006/relationships/tags" Target="../tags/tag41.xml"/><Relationship Id="rId33" Type="http://schemas.openxmlformats.org/officeDocument/2006/relationships/tags" Target="../tags/tag2.xml"/><Relationship Id="rId38" Type="http://schemas.openxmlformats.org/officeDocument/2006/relationships/tags" Target="../tags/tag7.xml"/><Relationship Id="rId46" Type="http://schemas.openxmlformats.org/officeDocument/2006/relationships/tags" Target="../tags/tag15.xml"/><Relationship Id="rId59" Type="http://schemas.openxmlformats.org/officeDocument/2006/relationships/tags" Target="../tags/tag28.xml"/><Relationship Id="rId67" Type="http://schemas.openxmlformats.org/officeDocument/2006/relationships/tags" Target="../tags/tag36.xml"/><Relationship Id="rId41" Type="http://schemas.openxmlformats.org/officeDocument/2006/relationships/tags" Target="../tags/tag10.xml"/><Relationship Id="rId54" Type="http://schemas.openxmlformats.org/officeDocument/2006/relationships/tags" Target="../tags/tag23.xml"/><Relationship Id="rId62" Type="http://schemas.openxmlformats.org/officeDocument/2006/relationships/tags" Target="../tags/tag31.xml"/><Relationship Id="rId70" Type="http://schemas.openxmlformats.org/officeDocument/2006/relationships/tags" Target="../tags/tag39.xml"/><Relationship Id="rId36" Type="http://schemas.openxmlformats.org/officeDocument/2006/relationships/tags" Target="../tags/tag5.xml"/><Relationship Id="rId49" Type="http://schemas.openxmlformats.org/officeDocument/2006/relationships/tags" Target="../tags/tag18.xml"/><Relationship Id="rId57" Type="http://schemas.openxmlformats.org/officeDocument/2006/relationships/tags" Target="../tags/tag26.xml"/><Relationship Id="rId44" Type="http://schemas.openxmlformats.org/officeDocument/2006/relationships/tags" Target="../tags/tag13.xml"/><Relationship Id="rId52" Type="http://schemas.openxmlformats.org/officeDocument/2006/relationships/tags" Target="../tags/tag21.xml"/><Relationship Id="rId60" Type="http://schemas.openxmlformats.org/officeDocument/2006/relationships/tags" Target="../tags/tag29.xml"/><Relationship Id="rId65" Type="http://schemas.openxmlformats.org/officeDocument/2006/relationships/tags" Target="../tags/tag34.xml"/><Relationship Id="rId73" Type="http://schemas.openxmlformats.org/officeDocument/2006/relationships/image" Target="../media/image1.png"/><Relationship Id="rId39" Type="http://schemas.openxmlformats.org/officeDocument/2006/relationships/tags" Target="../tags/tag8.xml"/><Relationship Id="rId34" Type="http://schemas.openxmlformats.org/officeDocument/2006/relationships/tags" Target="../tags/tag3.xml"/><Relationship Id="rId50" Type="http://schemas.openxmlformats.org/officeDocument/2006/relationships/tags" Target="../tags/tag19.xml"/><Relationship Id="rId55" Type="http://schemas.openxmlformats.org/officeDocument/2006/relationships/tags" Target="../tags/tag24.xml"/><Relationship Id="rId71" Type="http://schemas.openxmlformats.org/officeDocument/2006/relationships/tags" Target="../tags/tag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106" name="BottomLine">
            <a:extLst>
              <a:ext uri="{FF2B5EF4-FFF2-40B4-BE49-F238E27FC236}">
                <a16:creationId xmlns:a16="http://schemas.microsoft.com/office/drawing/2014/main" id="{8B868434-776E-46FC-90D6-2CC6F63A9A51}"/>
              </a:ext>
            </a:extLst>
          </p:cNvPr>
          <p:cNvCxnSpPr/>
          <p:nvPr>
            <p:custDataLst>
              <p:tags r:id="rId33"/>
            </p:custDataLst>
          </p:nvPr>
        </p:nvCxnSpPr>
        <p:spPr>
          <a:xfrm>
            <a:off x="554736" y="6453769"/>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
            <a:extLst>
              <a:ext uri="{FF2B5EF4-FFF2-40B4-BE49-F238E27FC236}">
                <a16:creationId xmlns:a16="http://schemas.microsoft.com/office/drawing/2014/main" id="{00E8CD27-C104-4563-9322-C0A2ABFCB5E3}"/>
              </a:ext>
            </a:extLst>
          </p:cNvPr>
          <p:cNvCxnSpPr/>
          <p:nvPr>
            <p:custDataLst>
              <p:tags r:id="rId34"/>
            </p:custDataLst>
          </p:nvPr>
        </p:nvCxnSpPr>
        <p:spPr>
          <a:xfrm>
            <a:off x="554736" y="1108754"/>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 name="4. Footnote" hidden="1">
            <a:extLst>
              <a:ext uri="{FF2B5EF4-FFF2-40B4-BE49-F238E27FC236}">
                <a16:creationId xmlns:a16="http://schemas.microsoft.com/office/drawing/2014/main" id="{772E4927-517C-4D61-9929-9FFDE5F31A03}"/>
              </a:ext>
            </a:extLst>
          </p:cNvPr>
          <p:cNvSpPr txBox="1"/>
          <p:nvPr>
            <p:custDataLst>
              <p:tags r:id="rId35"/>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36"/>
            </p:custDataLst>
          </p:nvPr>
        </p:nvSpPr>
        <p:spPr>
          <a:xfrm>
            <a:off x="554736" y="281940"/>
            <a:ext cx="11082528" cy="731520"/>
          </a:xfrm>
          <a:prstGeom prst="rect">
            <a:avLst/>
          </a:prstGeom>
        </p:spPr>
        <p:txBody>
          <a:bodyPr vert="horz" wrap="square" lIns="0" tIns="0" rIns="0" bIns="0" rtlCol="0" anchor="b" anchorCtr="0">
            <a:noAutofit/>
          </a:bodyPr>
          <a:lstStyle/>
          <a:p>
            <a:r>
              <a:rPr lang="en-US"/>
              <a:t>Click to edit Master title style</a:t>
            </a:r>
            <a:endParaRPr lang="en-US" dirty="0"/>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59" name="Grid" hidden="1">
            <a:extLst>
              <a:ext uri="{FF2B5EF4-FFF2-40B4-BE49-F238E27FC236}">
                <a16:creationId xmlns:a16="http://schemas.microsoft.com/office/drawing/2014/main" id="{D35250B8-D61E-4F1A-9ACD-6E1BB958B78E}"/>
              </a:ext>
            </a:extLst>
          </p:cNvPr>
          <p:cNvGrpSpPr/>
          <p:nvPr>
            <p:custDataLst>
              <p:tags r:id="rId37"/>
            </p:custDataLst>
          </p:nvPr>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bg1">
                    <a:lumMod val="75000"/>
                  </a:schemeClr>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dirty="0">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p:nvCxnSpPr>
          <p:spPr bwMode="invGray">
            <a:xfrm>
              <a:off x="554736" y="1711453"/>
              <a:ext cx="11082528" cy="0"/>
            </a:xfrm>
            <a:prstGeom prst="line">
              <a:avLst/>
            </a:prstGeom>
            <a:noFill/>
            <a:ln w="12700">
              <a:solidFill>
                <a:srgbClr val="19D3C5">
                  <a:alpha val="50000"/>
                </a:srgbClr>
              </a:solidFill>
            </a:ln>
          </p:spPr>
        </p:cxnSp>
      </p:grpSp>
      <p:grpSp>
        <p:nvGrpSpPr>
          <p:cNvPr id="187" name="LegendBoxes" hidden="1">
            <a:extLst>
              <a:ext uri="{FF2B5EF4-FFF2-40B4-BE49-F238E27FC236}">
                <a16:creationId xmlns:a16="http://schemas.microsoft.com/office/drawing/2014/main" id="{5048A9C9-0655-49B2-A283-6A54678F321B}"/>
              </a:ext>
            </a:extLst>
          </p:cNvPr>
          <p:cNvGrpSpPr/>
          <p:nvPr/>
        </p:nvGrpSpPr>
        <p:grpSpPr>
          <a:xfrm>
            <a:off x="10554770" y="4322824"/>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grpSp>
        <p:nvGrpSpPr>
          <p:cNvPr id="148" name="LegendMoons" hidden="1">
            <a:extLst>
              <a:ext uri="{FF2B5EF4-FFF2-40B4-BE49-F238E27FC236}">
                <a16:creationId xmlns:a16="http://schemas.microsoft.com/office/drawing/2014/main" id="{DDFB4BFF-188C-450D-B4D3-DF8BD2DB3D7F}"/>
              </a:ext>
            </a:extLst>
          </p:cNvPr>
          <p:cNvGrpSpPr/>
          <p:nvPr/>
        </p:nvGrpSpPr>
        <p:grpSpPr>
          <a:xfrm>
            <a:off x="7723680" y="1702457"/>
            <a:ext cx="1023616" cy="1731859"/>
            <a:chOff x="7723680" y="1702457"/>
            <a:chExt cx="1023616" cy="1731859"/>
          </a:xfrm>
        </p:grpSpPr>
        <p:sp>
          <p:nvSpPr>
            <p:cNvPr id="149" name="Legend1">
              <a:extLst>
                <a:ext uri="{FF2B5EF4-FFF2-40B4-BE49-F238E27FC236}">
                  <a16:creationId xmlns:a16="http://schemas.microsoft.com/office/drawing/2014/main" id="{66D8D147-F2B4-4250-9C41-767555E1432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0" name="Legend2">
              <a:extLst>
                <a:ext uri="{FF2B5EF4-FFF2-40B4-BE49-F238E27FC236}">
                  <a16:creationId xmlns:a16="http://schemas.microsoft.com/office/drawing/2014/main" id="{E9DCC6EC-92E6-47D0-B23D-94365AC17441}"/>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1" name="Legend3">
              <a:extLst>
                <a:ext uri="{FF2B5EF4-FFF2-40B4-BE49-F238E27FC236}">
                  <a16:creationId xmlns:a16="http://schemas.microsoft.com/office/drawing/2014/main" id="{8451F4C0-E484-44FD-B923-EE0B1E1D1274}"/>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2" name="Legend4">
              <a:extLst>
                <a:ext uri="{FF2B5EF4-FFF2-40B4-BE49-F238E27FC236}">
                  <a16:creationId xmlns:a16="http://schemas.microsoft.com/office/drawing/2014/main" id="{508A2D78-9A17-4FB2-A405-02E4BB25DD6C}"/>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3" name="Legend5">
              <a:extLst>
                <a:ext uri="{FF2B5EF4-FFF2-40B4-BE49-F238E27FC236}">
                  <a16:creationId xmlns:a16="http://schemas.microsoft.com/office/drawing/2014/main" id="{CF32E1C9-EF64-41BC-8B8E-B7FED880E653}"/>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nvGrpSpPr>
            <p:cNvPr id="154" name="MoonLegend1">
              <a:extLst>
                <a:ext uri="{FF2B5EF4-FFF2-40B4-BE49-F238E27FC236}">
                  <a16:creationId xmlns:a16="http://schemas.microsoft.com/office/drawing/2014/main" id="{496CCEDB-0BDA-47D9-9BA4-03BD59D6EEC2}"/>
                </a:ext>
              </a:extLst>
            </p:cNvPr>
            <p:cNvGrpSpPr>
              <a:grpSpLocks noChangeAspect="1"/>
            </p:cNvGrpSpPr>
            <p:nvPr>
              <p:custDataLst>
                <p:tags r:id="rId58"/>
              </p:custDataLst>
            </p:nvPr>
          </p:nvGrpSpPr>
          <p:grpSpPr>
            <a:xfrm>
              <a:off x="7723680" y="1702457"/>
              <a:ext cx="228600" cy="228600"/>
              <a:chOff x="762000" y="1270000"/>
              <a:chExt cx="254000" cy="254000"/>
            </a:xfrm>
          </p:grpSpPr>
          <p:sp>
            <p:nvSpPr>
              <p:cNvPr id="167" name="Oval 166">
                <a:extLst>
                  <a:ext uri="{FF2B5EF4-FFF2-40B4-BE49-F238E27FC236}">
                    <a16:creationId xmlns:a16="http://schemas.microsoft.com/office/drawing/2014/main" id="{F21E8F0F-ACA9-405E-8484-3FE9B6124FFD}"/>
                  </a:ext>
                </a:extLst>
              </p:cNvPr>
              <p:cNvSpPr/>
              <p:nvPr>
                <p:custDataLst>
                  <p:tags r:id="rId7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8" name="Arc 167" hidden="1">
                <a:extLst>
                  <a:ext uri="{FF2B5EF4-FFF2-40B4-BE49-F238E27FC236}">
                    <a16:creationId xmlns:a16="http://schemas.microsoft.com/office/drawing/2014/main" id="{315D8D40-04AC-475B-AFC0-F08E492D131D}"/>
                  </a:ext>
                </a:extLst>
              </p:cNvPr>
              <p:cNvSpPr/>
              <p:nvPr>
                <p:custDataLst>
                  <p:tags r:id="rId72"/>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5" name="MoonLegend2">
              <a:extLst>
                <a:ext uri="{FF2B5EF4-FFF2-40B4-BE49-F238E27FC236}">
                  <a16:creationId xmlns:a16="http://schemas.microsoft.com/office/drawing/2014/main" id="{BCF3BE62-91BA-488B-84C7-3FE20CFBDB9A}"/>
                </a:ext>
              </a:extLst>
            </p:cNvPr>
            <p:cNvGrpSpPr>
              <a:grpSpLocks noChangeAspect="1"/>
            </p:cNvGrpSpPr>
            <p:nvPr>
              <p:custDataLst>
                <p:tags r:id="rId59"/>
              </p:custDataLst>
            </p:nvPr>
          </p:nvGrpSpPr>
          <p:grpSpPr>
            <a:xfrm>
              <a:off x="7723680" y="2078270"/>
              <a:ext cx="228600" cy="228600"/>
              <a:chOff x="762000" y="1270000"/>
              <a:chExt cx="254000" cy="254000"/>
            </a:xfrm>
          </p:grpSpPr>
          <p:sp>
            <p:nvSpPr>
              <p:cNvPr id="165" name="Oval 164">
                <a:extLst>
                  <a:ext uri="{FF2B5EF4-FFF2-40B4-BE49-F238E27FC236}">
                    <a16:creationId xmlns:a16="http://schemas.microsoft.com/office/drawing/2014/main" id="{D27FF75E-C9E0-4D28-8F47-85C2D2EE375F}"/>
                  </a:ext>
                </a:extLst>
              </p:cNvPr>
              <p:cNvSpPr/>
              <p:nvPr>
                <p:custDataLst>
                  <p:tags r:id="rId6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6" name="Arc 165">
                <a:extLst>
                  <a:ext uri="{FF2B5EF4-FFF2-40B4-BE49-F238E27FC236}">
                    <a16:creationId xmlns:a16="http://schemas.microsoft.com/office/drawing/2014/main" id="{BDC4F596-0330-4D95-8A02-83794DACDB00}"/>
                  </a:ext>
                </a:extLst>
              </p:cNvPr>
              <p:cNvSpPr/>
              <p:nvPr>
                <p:custDataLst>
                  <p:tags r:id="rId70"/>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6" name="MoonLegend3">
              <a:extLst>
                <a:ext uri="{FF2B5EF4-FFF2-40B4-BE49-F238E27FC236}">
                  <a16:creationId xmlns:a16="http://schemas.microsoft.com/office/drawing/2014/main" id="{E4482EDB-85E9-4926-9441-26A85880E202}"/>
                </a:ext>
              </a:extLst>
            </p:cNvPr>
            <p:cNvGrpSpPr>
              <a:grpSpLocks noChangeAspect="1"/>
            </p:cNvGrpSpPr>
            <p:nvPr>
              <p:custDataLst>
                <p:tags r:id="rId60"/>
              </p:custDataLst>
            </p:nvPr>
          </p:nvGrpSpPr>
          <p:grpSpPr>
            <a:xfrm>
              <a:off x="7723680" y="2454085"/>
              <a:ext cx="228600" cy="228600"/>
              <a:chOff x="762000" y="1270000"/>
              <a:chExt cx="254000" cy="254000"/>
            </a:xfrm>
          </p:grpSpPr>
          <p:sp>
            <p:nvSpPr>
              <p:cNvPr id="163" name="Oval 162">
                <a:extLst>
                  <a:ext uri="{FF2B5EF4-FFF2-40B4-BE49-F238E27FC236}">
                    <a16:creationId xmlns:a16="http://schemas.microsoft.com/office/drawing/2014/main" id="{6B270099-CB45-46A3-8BC6-ADF0FABD3567}"/>
                  </a:ext>
                </a:extLst>
              </p:cNvPr>
              <p:cNvSpPr/>
              <p:nvPr>
                <p:custDataLst>
                  <p:tags r:id="rId6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4" name="Arc 163">
                <a:extLst>
                  <a:ext uri="{FF2B5EF4-FFF2-40B4-BE49-F238E27FC236}">
                    <a16:creationId xmlns:a16="http://schemas.microsoft.com/office/drawing/2014/main" id="{4D910DDA-12F5-450E-85C1-CD98B4A9EE80}"/>
                  </a:ext>
                </a:extLst>
              </p:cNvPr>
              <p:cNvSpPr/>
              <p:nvPr>
                <p:custDataLst>
                  <p:tags r:id="rId68"/>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7" name="MoonLegend4">
              <a:extLst>
                <a:ext uri="{FF2B5EF4-FFF2-40B4-BE49-F238E27FC236}">
                  <a16:creationId xmlns:a16="http://schemas.microsoft.com/office/drawing/2014/main" id="{2606D4D9-DA1B-4BEB-8CC9-41FDA33CC5A0}"/>
                </a:ext>
              </a:extLst>
            </p:cNvPr>
            <p:cNvGrpSpPr>
              <a:grpSpLocks noChangeAspect="1"/>
            </p:cNvGrpSpPr>
            <p:nvPr>
              <p:custDataLst>
                <p:tags r:id="rId61"/>
              </p:custDataLst>
            </p:nvPr>
          </p:nvGrpSpPr>
          <p:grpSpPr>
            <a:xfrm>
              <a:off x="7723680" y="2829900"/>
              <a:ext cx="228600" cy="228600"/>
              <a:chOff x="762000" y="1270000"/>
              <a:chExt cx="254000" cy="254000"/>
            </a:xfrm>
          </p:grpSpPr>
          <p:sp>
            <p:nvSpPr>
              <p:cNvPr id="161" name="Oval 160">
                <a:extLst>
                  <a:ext uri="{FF2B5EF4-FFF2-40B4-BE49-F238E27FC236}">
                    <a16:creationId xmlns:a16="http://schemas.microsoft.com/office/drawing/2014/main" id="{81477097-8655-4968-A993-EA579ADDDBCF}"/>
                  </a:ext>
                </a:extLst>
              </p:cNvPr>
              <p:cNvSpPr/>
              <p:nvPr>
                <p:custDataLst>
                  <p:tags r:id="rId6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2" name="Arc 161">
                <a:extLst>
                  <a:ext uri="{FF2B5EF4-FFF2-40B4-BE49-F238E27FC236}">
                    <a16:creationId xmlns:a16="http://schemas.microsoft.com/office/drawing/2014/main" id="{EAFFF099-23A4-4400-9308-28EB2E760A74}"/>
                  </a:ext>
                </a:extLst>
              </p:cNvPr>
              <p:cNvSpPr/>
              <p:nvPr>
                <p:custDataLst>
                  <p:tags r:id="rId66"/>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8" name="MoonLegend5">
              <a:extLst>
                <a:ext uri="{FF2B5EF4-FFF2-40B4-BE49-F238E27FC236}">
                  <a16:creationId xmlns:a16="http://schemas.microsoft.com/office/drawing/2014/main" id="{157F392C-3A22-465F-B4F0-A7E9FD7A01A1}"/>
                </a:ext>
              </a:extLst>
            </p:cNvPr>
            <p:cNvGrpSpPr>
              <a:grpSpLocks noChangeAspect="1"/>
            </p:cNvGrpSpPr>
            <p:nvPr>
              <p:custDataLst>
                <p:tags r:id="rId62"/>
              </p:custDataLst>
            </p:nvPr>
          </p:nvGrpSpPr>
          <p:grpSpPr>
            <a:xfrm>
              <a:off x="7723680" y="3205716"/>
              <a:ext cx="228600" cy="228600"/>
              <a:chOff x="762000" y="1270000"/>
              <a:chExt cx="254000" cy="254000"/>
            </a:xfrm>
          </p:grpSpPr>
          <p:sp>
            <p:nvSpPr>
              <p:cNvPr id="159" name="Oval 158">
                <a:extLst>
                  <a:ext uri="{FF2B5EF4-FFF2-40B4-BE49-F238E27FC236}">
                    <a16:creationId xmlns:a16="http://schemas.microsoft.com/office/drawing/2014/main" id="{BE9440E9-0BAB-4509-A556-8A80E9683FAB}"/>
                  </a:ext>
                </a:extLst>
              </p:cNvPr>
              <p:cNvSpPr/>
              <p:nvPr>
                <p:custDataLst>
                  <p:tags r:id="rId6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0" name="Arc 159">
                <a:extLst>
                  <a:ext uri="{FF2B5EF4-FFF2-40B4-BE49-F238E27FC236}">
                    <a16:creationId xmlns:a16="http://schemas.microsoft.com/office/drawing/2014/main" id="{CA6DB424-2E98-4F1D-87A4-EE09FA805687}"/>
                  </a:ext>
                </a:extLst>
              </p:cNvPr>
              <p:cNvSpPr/>
              <p:nvPr>
                <p:custDataLst>
                  <p:tags r:id="rId64"/>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p:nvSpPr>
          <p:spPr bwMode="gray">
            <a:xfrm>
              <a:off x="8456447" y="272180"/>
              <a:ext cx="322188" cy="1569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dirty="0">
                  <a:ln w="3175">
                    <a:noFill/>
                  </a:ln>
                  <a:solidFill>
                    <a:schemeClr val="tx1"/>
                  </a:solidFill>
                </a:rPr>
                <a:t>Sticker</a:t>
              </a:r>
              <a:endParaRPr lang="en-US" sz="800" baseline="0" dirty="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p:nvGrpSpPr>
        <p:grpSpPr>
          <a:xfrm>
            <a:off x="10367929" y="3301675"/>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grpSp>
      <p:cxnSp>
        <p:nvCxnSpPr>
          <p:cNvPr id="7" name="BottomLine">
            <a:extLst>
              <a:ext uri="{FF2B5EF4-FFF2-40B4-BE49-F238E27FC236}">
                <a16:creationId xmlns:a16="http://schemas.microsoft.com/office/drawing/2014/main" id="{0E9A39F2-9F39-B63D-6667-292776313624}"/>
              </a:ext>
            </a:extLst>
          </p:cNvPr>
          <p:cNvCxnSpPr/>
          <p:nvPr userDrawn="1">
            <p:custDataLst>
              <p:tags r:id="rId38"/>
            </p:custDataLst>
          </p:nvPr>
        </p:nvCxnSpPr>
        <p:spPr>
          <a:xfrm>
            <a:off x="554736" y="6453769"/>
            <a:ext cx="11082528" cy="0"/>
          </a:xfrm>
          <a:prstGeom prst="line">
            <a:avLst/>
          </a:prstGeom>
          <a:ln w="6350">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TopLine">
            <a:extLst>
              <a:ext uri="{FF2B5EF4-FFF2-40B4-BE49-F238E27FC236}">
                <a16:creationId xmlns:a16="http://schemas.microsoft.com/office/drawing/2014/main" id="{53C9F739-9886-1BA9-8A23-1D3A1FD55B6E}"/>
              </a:ext>
            </a:extLst>
          </p:cNvPr>
          <p:cNvCxnSpPr/>
          <p:nvPr userDrawn="1">
            <p:custDataLst>
              <p:tags r:id="rId39"/>
            </p:custDataLst>
          </p:nvPr>
        </p:nvCxnSpPr>
        <p:spPr>
          <a:xfrm>
            <a:off x="554736" y="1108754"/>
            <a:ext cx="11082528" cy="0"/>
          </a:xfrm>
          <a:prstGeom prst="line">
            <a:avLst/>
          </a:prstGeom>
          <a:ln w="6350">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 name="4. Footnote" hidden="1">
            <a:extLst>
              <a:ext uri="{FF2B5EF4-FFF2-40B4-BE49-F238E27FC236}">
                <a16:creationId xmlns:a16="http://schemas.microsoft.com/office/drawing/2014/main" id="{F1897D89-6FB8-62D7-618A-A1F910A4A4E5}"/>
              </a:ext>
            </a:extLst>
          </p:cNvPr>
          <p:cNvSpPr txBox="1"/>
          <p:nvPr userDrawn="1">
            <p:custDataLst>
              <p:tags r:id="rId40"/>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grpSp>
        <p:nvGrpSpPr>
          <p:cNvPr id="10" name="Grid" hidden="1">
            <a:extLst>
              <a:ext uri="{FF2B5EF4-FFF2-40B4-BE49-F238E27FC236}">
                <a16:creationId xmlns:a16="http://schemas.microsoft.com/office/drawing/2014/main" id="{51644440-1ADD-8E9D-86D4-FB7BFA9BC0A2}"/>
              </a:ext>
            </a:extLst>
          </p:cNvPr>
          <p:cNvGrpSpPr/>
          <p:nvPr userDrawn="1">
            <p:custDataLst>
              <p:tags r:id="rId41"/>
            </p:custDataLst>
          </p:nvPr>
        </p:nvGrpSpPr>
        <p:grpSpPr>
          <a:xfrm>
            <a:off x="0" y="0"/>
            <a:ext cx="12190476" cy="6858000"/>
            <a:chOff x="0" y="0"/>
            <a:chExt cx="12190476" cy="6858000"/>
          </a:xfrm>
        </p:grpSpPr>
        <p:sp>
          <p:nvSpPr>
            <p:cNvPr id="12" name="slide margin">
              <a:extLst>
                <a:ext uri="{FF2B5EF4-FFF2-40B4-BE49-F238E27FC236}">
                  <a16:creationId xmlns:a16="http://schemas.microsoft.com/office/drawing/2014/main" id="{DFDD99EA-E72A-B0BB-6037-FCD2385E0611}"/>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latin typeface="+mn-lt"/>
              </a:endParaRPr>
            </a:p>
          </p:txBody>
        </p:sp>
        <p:cxnSp>
          <p:nvCxnSpPr>
            <p:cNvPr id="13" name="Straight Connector 12">
              <a:extLst>
                <a:ext uri="{FF2B5EF4-FFF2-40B4-BE49-F238E27FC236}">
                  <a16:creationId xmlns:a16="http://schemas.microsoft.com/office/drawing/2014/main" id="{9E5EF601-8444-8F22-A16C-B29B72ECFDE9}"/>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5825639-9BC0-04C4-C395-EA0D1CE24354}"/>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265A1D5-1116-62C1-599E-43929F95F622}"/>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F08034E-59EE-6FCF-409D-813B8A70351D}"/>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4C0E065-4425-104F-EF00-6F666751C801}"/>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7E534CC-B1CD-D23B-B940-1E6183D2FF79}"/>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AA036F3-B8C6-F93B-D0A3-B42D63FB5B19}"/>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C8DC308-0506-271A-CB8A-72B4FC39713B}"/>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8452DE4-8C19-96C0-E209-F46BF6DAAFFB}"/>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C5B74EC-5C7B-2AB1-4B8B-36E6FDC507D6}"/>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56AB8A6-26CA-7FB1-5B6E-2BDB99B790AE}"/>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5748C74-63F9-0D4A-EF34-C4CEBB0754B4}"/>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26" name="Freeform: Shape 72">
              <a:extLst>
                <a:ext uri="{FF2B5EF4-FFF2-40B4-BE49-F238E27FC236}">
                  <a16:creationId xmlns:a16="http://schemas.microsoft.com/office/drawing/2014/main" id="{F206F557-705C-3A42-760E-70DD71AC0633}"/>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27" name="Freeform: Shape 73">
              <a:extLst>
                <a:ext uri="{FF2B5EF4-FFF2-40B4-BE49-F238E27FC236}">
                  <a16:creationId xmlns:a16="http://schemas.microsoft.com/office/drawing/2014/main" id="{3A895951-C0B7-EF46-76A8-C7FAF1A3ADA9}"/>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28" name="Freeform: Shape 74">
              <a:extLst>
                <a:ext uri="{FF2B5EF4-FFF2-40B4-BE49-F238E27FC236}">
                  <a16:creationId xmlns:a16="http://schemas.microsoft.com/office/drawing/2014/main" id="{62D79D41-FB0F-4EA0-C860-65AFB096E118}"/>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29" name="Freeform: Shape 75">
              <a:extLst>
                <a:ext uri="{FF2B5EF4-FFF2-40B4-BE49-F238E27FC236}">
                  <a16:creationId xmlns:a16="http://schemas.microsoft.com/office/drawing/2014/main" id="{8FBC2369-68EF-4544-D73C-4DDAA8277FFD}"/>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0" name="Freeform: Shape 76">
              <a:extLst>
                <a:ext uri="{FF2B5EF4-FFF2-40B4-BE49-F238E27FC236}">
                  <a16:creationId xmlns:a16="http://schemas.microsoft.com/office/drawing/2014/main" id="{D1F30BDD-B520-9B5D-B18B-6FAFADC3D964}"/>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1" name="Freeform: Shape 77">
              <a:extLst>
                <a:ext uri="{FF2B5EF4-FFF2-40B4-BE49-F238E27FC236}">
                  <a16:creationId xmlns:a16="http://schemas.microsoft.com/office/drawing/2014/main" id="{E997A2FF-CE4B-40BE-9756-9BAE07D84F9B}"/>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2" name="Freeform: Shape 78">
              <a:extLst>
                <a:ext uri="{FF2B5EF4-FFF2-40B4-BE49-F238E27FC236}">
                  <a16:creationId xmlns:a16="http://schemas.microsoft.com/office/drawing/2014/main" id="{A2B6E240-3F84-886B-4CDD-AD310BF84EAD}"/>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3" name="Freeform: Shape 79">
              <a:extLst>
                <a:ext uri="{FF2B5EF4-FFF2-40B4-BE49-F238E27FC236}">
                  <a16:creationId xmlns:a16="http://schemas.microsoft.com/office/drawing/2014/main" id="{9D00475B-AFA4-C8E7-E054-FFE5DF99DE76}"/>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4" name="Freeform: Shape 80">
              <a:extLst>
                <a:ext uri="{FF2B5EF4-FFF2-40B4-BE49-F238E27FC236}">
                  <a16:creationId xmlns:a16="http://schemas.microsoft.com/office/drawing/2014/main" id="{C9784F11-D6C4-7797-4572-31C608389129}"/>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5" name="Freeform: Shape 81">
              <a:extLst>
                <a:ext uri="{FF2B5EF4-FFF2-40B4-BE49-F238E27FC236}">
                  <a16:creationId xmlns:a16="http://schemas.microsoft.com/office/drawing/2014/main" id="{7163AEF6-C346-ABBD-E3BE-BA071956B065}"/>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6" name="Freeform: Shape 82">
              <a:extLst>
                <a:ext uri="{FF2B5EF4-FFF2-40B4-BE49-F238E27FC236}">
                  <a16:creationId xmlns:a16="http://schemas.microsoft.com/office/drawing/2014/main" id="{4C1E182C-2571-C0A1-195A-09B6805C639E}"/>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7" name="Freeform: Shape 83">
              <a:extLst>
                <a:ext uri="{FF2B5EF4-FFF2-40B4-BE49-F238E27FC236}">
                  <a16:creationId xmlns:a16="http://schemas.microsoft.com/office/drawing/2014/main" id="{A09D0A1E-F3D3-4EDA-A958-66F385C229E5}"/>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8" name="Freeform: Shape 84">
              <a:extLst>
                <a:ext uri="{FF2B5EF4-FFF2-40B4-BE49-F238E27FC236}">
                  <a16:creationId xmlns:a16="http://schemas.microsoft.com/office/drawing/2014/main" id="{2EADAFE0-CE70-3272-F177-111E345B1D5F}"/>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9" name="Freeform: Shape 85">
              <a:extLst>
                <a:ext uri="{FF2B5EF4-FFF2-40B4-BE49-F238E27FC236}">
                  <a16:creationId xmlns:a16="http://schemas.microsoft.com/office/drawing/2014/main" id="{A38C3561-4BB0-06F1-16C8-116543B8FE2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0" name="Freeform: Shape 86">
              <a:extLst>
                <a:ext uri="{FF2B5EF4-FFF2-40B4-BE49-F238E27FC236}">
                  <a16:creationId xmlns:a16="http://schemas.microsoft.com/office/drawing/2014/main" id="{9402A10F-1610-EA76-AE7A-792DEE0C670B}"/>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1" name="Freeform: Shape 87">
              <a:extLst>
                <a:ext uri="{FF2B5EF4-FFF2-40B4-BE49-F238E27FC236}">
                  <a16:creationId xmlns:a16="http://schemas.microsoft.com/office/drawing/2014/main" id="{F05474CD-57B5-7B0B-430C-0B77DA372F45}"/>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2" name="Freeform: Shape 88">
              <a:extLst>
                <a:ext uri="{FF2B5EF4-FFF2-40B4-BE49-F238E27FC236}">
                  <a16:creationId xmlns:a16="http://schemas.microsoft.com/office/drawing/2014/main" id="{BDC96CDA-7F07-B2C9-5DA9-1BD49CF4F80E}"/>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3" name="Freeform: Shape 89">
              <a:extLst>
                <a:ext uri="{FF2B5EF4-FFF2-40B4-BE49-F238E27FC236}">
                  <a16:creationId xmlns:a16="http://schemas.microsoft.com/office/drawing/2014/main" id="{990BD212-EA36-6D25-30DD-20D38B42C1F3}"/>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4" name="Freeform: Shape 90">
              <a:extLst>
                <a:ext uri="{FF2B5EF4-FFF2-40B4-BE49-F238E27FC236}">
                  <a16:creationId xmlns:a16="http://schemas.microsoft.com/office/drawing/2014/main" id="{F395A1C6-3F8A-2A6B-24D8-630016CA41ED}"/>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5" name="Freeform: Shape 91">
              <a:extLst>
                <a:ext uri="{FF2B5EF4-FFF2-40B4-BE49-F238E27FC236}">
                  <a16:creationId xmlns:a16="http://schemas.microsoft.com/office/drawing/2014/main" id="{E390241E-8C1E-9EF9-863E-6A42242913E6}"/>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6" name="Freeform: Shape 92">
              <a:extLst>
                <a:ext uri="{FF2B5EF4-FFF2-40B4-BE49-F238E27FC236}">
                  <a16:creationId xmlns:a16="http://schemas.microsoft.com/office/drawing/2014/main" id="{F3CC0A30-8351-4C98-5A0A-A87C59D781A4}"/>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7" name="Freeform: Shape 93">
              <a:extLst>
                <a:ext uri="{FF2B5EF4-FFF2-40B4-BE49-F238E27FC236}">
                  <a16:creationId xmlns:a16="http://schemas.microsoft.com/office/drawing/2014/main" id="{B1FD3E3A-995B-5335-C94B-5BBD52AAD038}"/>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8" name="Freeform: Shape 94">
              <a:extLst>
                <a:ext uri="{FF2B5EF4-FFF2-40B4-BE49-F238E27FC236}">
                  <a16:creationId xmlns:a16="http://schemas.microsoft.com/office/drawing/2014/main" id="{6D884214-CADE-E9E8-7EBB-AD9EA8205ECC}"/>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9" name="Freeform: Shape 95">
              <a:extLst>
                <a:ext uri="{FF2B5EF4-FFF2-40B4-BE49-F238E27FC236}">
                  <a16:creationId xmlns:a16="http://schemas.microsoft.com/office/drawing/2014/main" id="{7001AA20-0FB9-3E59-2C13-68CFEB63FF0A}"/>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50" name="Freeform: Shape 96">
              <a:extLst>
                <a:ext uri="{FF2B5EF4-FFF2-40B4-BE49-F238E27FC236}">
                  <a16:creationId xmlns:a16="http://schemas.microsoft.com/office/drawing/2014/main" id="{0B055B71-9080-62F8-DDEF-05FC3C3AF535}"/>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cxnSp>
          <p:nvCxnSpPr>
            <p:cNvPr id="51" name="Straight Connector 50">
              <a:extLst>
                <a:ext uri="{FF2B5EF4-FFF2-40B4-BE49-F238E27FC236}">
                  <a16:creationId xmlns:a16="http://schemas.microsoft.com/office/drawing/2014/main" id="{65E76766-E6F1-9BDC-90D6-5DDA87FAA6B5}"/>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360ED82-73BF-572D-8249-42C7EAB989DE}"/>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F4010D7-A4D0-B7B3-A7F0-ADFC601A0DF2}"/>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DAF3DB34-6F53-DC66-DD38-4FC0CA044549}"/>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AF0A684-C510-1FAC-FBE4-0B96A84AF717}"/>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BF92786-635F-3978-073F-F114CF356704}"/>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B91D4FC4-ABFC-703A-2ED7-4D5C438B5A97}"/>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F5C24278-582F-2870-0438-CA3CB0B139A8}"/>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0EDFD6CF-9942-06B0-8F59-8E5B3284A6AF}"/>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85262545-5B6C-A771-B4DA-ACFBE3236829}"/>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7B9B940A-5927-E739-3611-61DA3375811B}"/>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BC849113-605B-F3DA-E173-281AC8280A12}"/>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3CDFC5C8-F98A-D081-8EF4-955E04E0AF34}"/>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87B1670F-FC44-661A-1162-E11EB84CD3FB}"/>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D98B1418-E134-314C-3F80-57558A108CF2}"/>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2E56FE22-E476-387F-51C6-2C3ECFF12B9E}"/>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DE3626EA-72F9-D117-FC8E-2C4B290D9903}"/>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F71F10BE-65F9-FA45-8FED-61F63DCE140D}"/>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C103E583-6ADC-FDD2-D7FE-C3D8144340F5}"/>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B450D1BB-2FEB-748A-8B85-369DF66F1412}"/>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E16037A9-466B-CD2D-007E-BE83B10BD83A}"/>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5BA0A609-D369-0EA5-BBF6-9A747BCD68AA}"/>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EB4BBC03-D655-703E-11A8-2BCF28AAED8C}"/>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F6684BEC-43CE-A48E-AE76-E14D5030960C}"/>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24B14B62-0408-790C-7987-A094F71DEBFB}"/>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A9E9ED69-034C-427D-CE50-D42D91D81E10}"/>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1AD91689-FF82-C974-4DB8-DBD32B49B950}"/>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B1776815-911C-CEEB-AEFF-99733D3AA8E5}"/>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C8A50A73-AE29-C0F3-D459-44636AD26EE4}"/>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29F4810E-2F78-D3AB-8712-A71710010F84}"/>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763D516C-8A1D-5C0D-0C3B-F8D696ECD154}"/>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6AD17F0F-5E2C-EDAB-9E86-8EBB04755668}"/>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899FEAE6-2345-2206-E336-675EB4588455}"/>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23CF941D-4F37-EBC6-5854-F5B9EF02AB7E}"/>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EE63E3E3-7041-EBA7-3942-B4FC2DB7450A}"/>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568E7D5A-96C2-BD55-8D55-F27CEDADF061}"/>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B5DF25BB-38E5-D9E1-5F2A-CDD5B2F6F510}"/>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675403A6-13D0-5897-02C5-05A9595BE158}"/>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C2984302-BDC4-1FCC-57F9-838A4BE99CF8}"/>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56632348-38EB-0F91-820E-D158D42B5B78}"/>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E6EE9006-9537-518C-97FF-046FE1238245}"/>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4B833350-D606-1EBC-F1FC-3A9BB35FC99F}"/>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C2249093-A4A5-F64A-FF99-B3F52AB459F7}"/>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AC5D1C4F-FC18-9722-8BF2-3FA8FD57D96A}"/>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227" name="main body box">
              <a:extLst>
                <a:ext uri="{FF2B5EF4-FFF2-40B4-BE49-F238E27FC236}">
                  <a16:creationId xmlns:a16="http://schemas.microsoft.com/office/drawing/2014/main" id="{01A00ABC-6BB8-8486-683A-06BD49F14F87}"/>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a:solidFill>
                  <a:schemeClr val="tx1"/>
                </a:solidFill>
                <a:latin typeface="+mn-lt"/>
              </a:endParaRPr>
            </a:p>
          </p:txBody>
        </p:sp>
        <p:cxnSp>
          <p:nvCxnSpPr>
            <p:cNvPr id="228" name="Straight Connector 227">
              <a:extLst>
                <a:ext uri="{FF2B5EF4-FFF2-40B4-BE49-F238E27FC236}">
                  <a16:creationId xmlns:a16="http://schemas.microsoft.com/office/drawing/2014/main" id="{320B04C9-EB26-A43C-9EEE-F4E7A573D8CC}"/>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229" name="Straight Connector 228">
              <a:extLst>
                <a:ext uri="{FF2B5EF4-FFF2-40B4-BE49-F238E27FC236}">
                  <a16:creationId xmlns:a16="http://schemas.microsoft.com/office/drawing/2014/main" id="{C361B652-9F3D-9F6D-0BF0-9649B79F9E5D}"/>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grpSp>
        <p:nvGrpSpPr>
          <p:cNvPr id="230" name="LegendBoxes" hidden="1">
            <a:extLst>
              <a:ext uri="{FF2B5EF4-FFF2-40B4-BE49-F238E27FC236}">
                <a16:creationId xmlns:a16="http://schemas.microsoft.com/office/drawing/2014/main" id="{DA140FE2-CADF-EA30-ED30-29A72CACED0B}"/>
              </a:ext>
            </a:extLst>
          </p:cNvPr>
          <p:cNvGrpSpPr/>
          <p:nvPr userDrawn="1"/>
        </p:nvGrpSpPr>
        <p:grpSpPr>
          <a:xfrm>
            <a:off x="10554770" y="4322824"/>
            <a:ext cx="984864" cy="1717282"/>
            <a:chOff x="9585951" y="2980105"/>
            <a:chExt cx="984864" cy="1717282"/>
          </a:xfrm>
        </p:grpSpPr>
        <p:sp>
          <p:nvSpPr>
            <p:cNvPr id="231" name="RectangleLegend1">
              <a:extLst>
                <a:ext uri="{FF2B5EF4-FFF2-40B4-BE49-F238E27FC236}">
                  <a16:creationId xmlns:a16="http://schemas.microsoft.com/office/drawing/2014/main" id="{3D56CF41-9C15-7367-27AC-93B05F2BE373}"/>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2" name="RectangleLegend2">
              <a:extLst>
                <a:ext uri="{FF2B5EF4-FFF2-40B4-BE49-F238E27FC236}">
                  <a16:creationId xmlns:a16="http://schemas.microsoft.com/office/drawing/2014/main" id="{49AD417F-308C-5992-8823-94BFE60BD4A2}"/>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3" name="RectangleLegend3">
              <a:extLst>
                <a:ext uri="{FF2B5EF4-FFF2-40B4-BE49-F238E27FC236}">
                  <a16:creationId xmlns:a16="http://schemas.microsoft.com/office/drawing/2014/main" id="{47CF24C4-5720-4353-1F3E-A2C7AFBA3F7B}"/>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4" name="RectangleLegend4">
              <a:extLst>
                <a:ext uri="{FF2B5EF4-FFF2-40B4-BE49-F238E27FC236}">
                  <a16:creationId xmlns:a16="http://schemas.microsoft.com/office/drawing/2014/main" id="{31EB11AC-04F8-B178-5C48-858D6D97C307}"/>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5" name="RectangleLegend5">
              <a:extLst>
                <a:ext uri="{FF2B5EF4-FFF2-40B4-BE49-F238E27FC236}">
                  <a16:creationId xmlns:a16="http://schemas.microsoft.com/office/drawing/2014/main" id="{31BC1CD9-1007-79AC-39CA-55BA6E254762}"/>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6" name="Legend1">
              <a:extLst>
                <a:ext uri="{FF2B5EF4-FFF2-40B4-BE49-F238E27FC236}">
                  <a16:creationId xmlns:a16="http://schemas.microsoft.com/office/drawing/2014/main" id="{03A389AE-AEFA-0F10-E5F2-2663AE691519}"/>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37" name="Legend2">
              <a:extLst>
                <a:ext uri="{FF2B5EF4-FFF2-40B4-BE49-F238E27FC236}">
                  <a16:creationId xmlns:a16="http://schemas.microsoft.com/office/drawing/2014/main" id="{022A8E04-C1CC-07DD-A0A3-53A43BDF8E43}"/>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38" name="Legend3">
              <a:extLst>
                <a:ext uri="{FF2B5EF4-FFF2-40B4-BE49-F238E27FC236}">
                  <a16:creationId xmlns:a16="http://schemas.microsoft.com/office/drawing/2014/main" id="{D0FA2EAB-FEBC-9246-113E-F8975043C349}"/>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39" name="Legend4">
              <a:extLst>
                <a:ext uri="{FF2B5EF4-FFF2-40B4-BE49-F238E27FC236}">
                  <a16:creationId xmlns:a16="http://schemas.microsoft.com/office/drawing/2014/main" id="{EB06A4EF-5C6A-1BC9-735A-3D9E405C0C48}"/>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0" name="Legend5">
              <a:extLst>
                <a:ext uri="{FF2B5EF4-FFF2-40B4-BE49-F238E27FC236}">
                  <a16:creationId xmlns:a16="http://schemas.microsoft.com/office/drawing/2014/main" id="{E1842B41-D7C0-5BF1-4DA4-FD2A3A0AB9D7}"/>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241" name="LegendMoons" hidden="1">
            <a:extLst>
              <a:ext uri="{FF2B5EF4-FFF2-40B4-BE49-F238E27FC236}">
                <a16:creationId xmlns:a16="http://schemas.microsoft.com/office/drawing/2014/main" id="{120D6298-48BC-FD1F-2FF4-80415E1C0960}"/>
              </a:ext>
            </a:extLst>
          </p:cNvPr>
          <p:cNvGrpSpPr/>
          <p:nvPr userDrawn="1"/>
        </p:nvGrpSpPr>
        <p:grpSpPr>
          <a:xfrm>
            <a:off x="7723680" y="1702457"/>
            <a:ext cx="1023616" cy="1731859"/>
            <a:chOff x="7723680" y="1702457"/>
            <a:chExt cx="1023616" cy="1731859"/>
          </a:xfrm>
        </p:grpSpPr>
        <p:sp>
          <p:nvSpPr>
            <p:cNvPr id="242" name="Legend1">
              <a:extLst>
                <a:ext uri="{FF2B5EF4-FFF2-40B4-BE49-F238E27FC236}">
                  <a16:creationId xmlns:a16="http://schemas.microsoft.com/office/drawing/2014/main" id="{D4645ED9-4C1A-B150-D4AD-3859909EDF9D}"/>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3" name="Legend2">
              <a:extLst>
                <a:ext uri="{FF2B5EF4-FFF2-40B4-BE49-F238E27FC236}">
                  <a16:creationId xmlns:a16="http://schemas.microsoft.com/office/drawing/2014/main" id="{B097AA46-31C7-DF4F-BA04-ECE0B2DA47CE}"/>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4" name="Legend3">
              <a:extLst>
                <a:ext uri="{FF2B5EF4-FFF2-40B4-BE49-F238E27FC236}">
                  <a16:creationId xmlns:a16="http://schemas.microsoft.com/office/drawing/2014/main" id="{1B6E5ECB-7D44-C964-9F92-8F17281991DB}"/>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5" name="Legend4">
              <a:extLst>
                <a:ext uri="{FF2B5EF4-FFF2-40B4-BE49-F238E27FC236}">
                  <a16:creationId xmlns:a16="http://schemas.microsoft.com/office/drawing/2014/main" id="{750BF540-29C6-64FF-4671-ACC833E4A778}"/>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6" name="Legend5">
              <a:extLst>
                <a:ext uri="{FF2B5EF4-FFF2-40B4-BE49-F238E27FC236}">
                  <a16:creationId xmlns:a16="http://schemas.microsoft.com/office/drawing/2014/main" id="{4AC683E1-DB66-07EC-9E5B-FE2323B40A20}"/>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247" name="MoonLegend1">
              <a:extLst>
                <a:ext uri="{FF2B5EF4-FFF2-40B4-BE49-F238E27FC236}">
                  <a16:creationId xmlns:a16="http://schemas.microsoft.com/office/drawing/2014/main" id="{FAA7541F-C866-D60B-770F-A59B3332E829}"/>
                </a:ext>
              </a:extLst>
            </p:cNvPr>
            <p:cNvGrpSpPr>
              <a:grpSpLocks noChangeAspect="1"/>
            </p:cNvGrpSpPr>
            <p:nvPr>
              <p:custDataLst>
                <p:tags r:id="rId43"/>
              </p:custDataLst>
            </p:nvPr>
          </p:nvGrpSpPr>
          <p:grpSpPr>
            <a:xfrm>
              <a:off x="7723680" y="1702457"/>
              <a:ext cx="228600" cy="228600"/>
              <a:chOff x="762000" y="1270000"/>
              <a:chExt cx="254000" cy="254000"/>
            </a:xfrm>
          </p:grpSpPr>
          <p:sp>
            <p:nvSpPr>
              <p:cNvPr id="260" name="Oval 259">
                <a:extLst>
                  <a:ext uri="{FF2B5EF4-FFF2-40B4-BE49-F238E27FC236}">
                    <a16:creationId xmlns:a16="http://schemas.microsoft.com/office/drawing/2014/main" id="{F9765154-4172-6B57-824F-E3282EB25545}"/>
                  </a:ext>
                </a:extLst>
              </p:cNvPr>
              <p:cNvSpPr/>
              <p:nvPr>
                <p:custDataLst>
                  <p:tags r:id="rId56"/>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1" name="Arc 260" hidden="1">
                <a:extLst>
                  <a:ext uri="{FF2B5EF4-FFF2-40B4-BE49-F238E27FC236}">
                    <a16:creationId xmlns:a16="http://schemas.microsoft.com/office/drawing/2014/main" id="{3080280D-10CE-12FB-C043-DAF18B92224E}"/>
                  </a:ext>
                </a:extLst>
              </p:cNvPr>
              <p:cNvSpPr/>
              <p:nvPr>
                <p:custDataLst>
                  <p:tags r:id="rId57"/>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48" name="MoonLegend2">
              <a:extLst>
                <a:ext uri="{FF2B5EF4-FFF2-40B4-BE49-F238E27FC236}">
                  <a16:creationId xmlns:a16="http://schemas.microsoft.com/office/drawing/2014/main" id="{35BFD9DA-1144-8DA1-53C3-E01D5FCE9607}"/>
                </a:ext>
              </a:extLst>
            </p:cNvPr>
            <p:cNvGrpSpPr>
              <a:grpSpLocks noChangeAspect="1"/>
            </p:cNvGrpSpPr>
            <p:nvPr>
              <p:custDataLst>
                <p:tags r:id="rId44"/>
              </p:custDataLst>
            </p:nvPr>
          </p:nvGrpSpPr>
          <p:grpSpPr>
            <a:xfrm>
              <a:off x="7723680" y="2078270"/>
              <a:ext cx="228600" cy="228600"/>
              <a:chOff x="762000" y="1270000"/>
              <a:chExt cx="254000" cy="254000"/>
            </a:xfrm>
          </p:grpSpPr>
          <p:sp>
            <p:nvSpPr>
              <p:cNvPr id="258" name="Oval 257">
                <a:extLst>
                  <a:ext uri="{FF2B5EF4-FFF2-40B4-BE49-F238E27FC236}">
                    <a16:creationId xmlns:a16="http://schemas.microsoft.com/office/drawing/2014/main" id="{7F3A3989-BFC1-FB0C-B737-5372F8E5251A}"/>
                  </a:ext>
                </a:extLst>
              </p:cNvPr>
              <p:cNvSpPr/>
              <p:nvPr>
                <p:custDataLst>
                  <p:tags r:id="rId54"/>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9" name="Arc 258">
                <a:extLst>
                  <a:ext uri="{FF2B5EF4-FFF2-40B4-BE49-F238E27FC236}">
                    <a16:creationId xmlns:a16="http://schemas.microsoft.com/office/drawing/2014/main" id="{89CD9953-848A-D82D-7E93-D7FB686C0FE9}"/>
                  </a:ext>
                </a:extLst>
              </p:cNvPr>
              <p:cNvSpPr/>
              <p:nvPr>
                <p:custDataLst>
                  <p:tags r:id="rId55"/>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49" name="MoonLegend3">
              <a:extLst>
                <a:ext uri="{FF2B5EF4-FFF2-40B4-BE49-F238E27FC236}">
                  <a16:creationId xmlns:a16="http://schemas.microsoft.com/office/drawing/2014/main" id="{3A6C7557-E615-FD87-E58D-14658FF5B2FF}"/>
                </a:ext>
              </a:extLst>
            </p:cNvPr>
            <p:cNvGrpSpPr>
              <a:grpSpLocks noChangeAspect="1"/>
            </p:cNvGrpSpPr>
            <p:nvPr>
              <p:custDataLst>
                <p:tags r:id="rId45"/>
              </p:custDataLst>
            </p:nvPr>
          </p:nvGrpSpPr>
          <p:grpSpPr>
            <a:xfrm>
              <a:off x="7723680" y="2454085"/>
              <a:ext cx="228600" cy="228600"/>
              <a:chOff x="762000" y="1270000"/>
              <a:chExt cx="254000" cy="254000"/>
            </a:xfrm>
          </p:grpSpPr>
          <p:sp>
            <p:nvSpPr>
              <p:cNvPr id="256" name="Oval 255">
                <a:extLst>
                  <a:ext uri="{FF2B5EF4-FFF2-40B4-BE49-F238E27FC236}">
                    <a16:creationId xmlns:a16="http://schemas.microsoft.com/office/drawing/2014/main" id="{79CC9BBC-BBEE-3499-50C2-103A049A2E39}"/>
                  </a:ext>
                </a:extLst>
              </p:cNvPr>
              <p:cNvSpPr/>
              <p:nvPr>
                <p:custDataLst>
                  <p:tags r:id="rId52"/>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7" name="Arc 256">
                <a:extLst>
                  <a:ext uri="{FF2B5EF4-FFF2-40B4-BE49-F238E27FC236}">
                    <a16:creationId xmlns:a16="http://schemas.microsoft.com/office/drawing/2014/main" id="{CA9D0D66-B926-6711-C9CD-CC26CC428752}"/>
                  </a:ext>
                </a:extLst>
              </p:cNvPr>
              <p:cNvSpPr/>
              <p:nvPr>
                <p:custDataLst>
                  <p:tags r:id="rId53"/>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50" name="MoonLegend4">
              <a:extLst>
                <a:ext uri="{FF2B5EF4-FFF2-40B4-BE49-F238E27FC236}">
                  <a16:creationId xmlns:a16="http://schemas.microsoft.com/office/drawing/2014/main" id="{5145DF82-5284-5B87-E8ED-35DFDE527B9C}"/>
                </a:ext>
              </a:extLst>
            </p:cNvPr>
            <p:cNvGrpSpPr>
              <a:grpSpLocks noChangeAspect="1"/>
            </p:cNvGrpSpPr>
            <p:nvPr>
              <p:custDataLst>
                <p:tags r:id="rId46"/>
              </p:custDataLst>
            </p:nvPr>
          </p:nvGrpSpPr>
          <p:grpSpPr>
            <a:xfrm>
              <a:off x="7723680" y="2829900"/>
              <a:ext cx="228600" cy="228600"/>
              <a:chOff x="762000" y="1270000"/>
              <a:chExt cx="254000" cy="254000"/>
            </a:xfrm>
          </p:grpSpPr>
          <p:sp>
            <p:nvSpPr>
              <p:cNvPr id="254" name="Oval 253">
                <a:extLst>
                  <a:ext uri="{FF2B5EF4-FFF2-40B4-BE49-F238E27FC236}">
                    <a16:creationId xmlns:a16="http://schemas.microsoft.com/office/drawing/2014/main" id="{90C635A4-3E20-0EB8-7815-407711BC5F28}"/>
                  </a:ext>
                </a:extLst>
              </p:cNvPr>
              <p:cNvSpPr/>
              <p:nvPr>
                <p:custDataLst>
                  <p:tags r:id="rId50"/>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5" name="Arc 254">
                <a:extLst>
                  <a:ext uri="{FF2B5EF4-FFF2-40B4-BE49-F238E27FC236}">
                    <a16:creationId xmlns:a16="http://schemas.microsoft.com/office/drawing/2014/main" id="{C65316C1-EDCB-E2BE-4D89-1E1468DE7420}"/>
                  </a:ext>
                </a:extLst>
              </p:cNvPr>
              <p:cNvSpPr/>
              <p:nvPr>
                <p:custDataLst>
                  <p:tags r:id="rId51"/>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51" name="MoonLegend5">
              <a:extLst>
                <a:ext uri="{FF2B5EF4-FFF2-40B4-BE49-F238E27FC236}">
                  <a16:creationId xmlns:a16="http://schemas.microsoft.com/office/drawing/2014/main" id="{D8358732-CCB1-2629-A827-5C53E0761679}"/>
                </a:ext>
              </a:extLst>
            </p:cNvPr>
            <p:cNvGrpSpPr>
              <a:grpSpLocks noChangeAspect="1"/>
            </p:cNvGrpSpPr>
            <p:nvPr>
              <p:custDataLst>
                <p:tags r:id="rId47"/>
              </p:custDataLst>
            </p:nvPr>
          </p:nvGrpSpPr>
          <p:grpSpPr>
            <a:xfrm>
              <a:off x="7723680" y="3205716"/>
              <a:ext cx="228600" cy="228600"/>
              <a:chOff x="762000" y="1270000"/>
              <a:chExt cx="254000" cy="254000"/>
            </a:xfrm>
          </p:grpSpPr>
          <p:sp>
            <p:nvSpPr>
              <p:cNvPr id="252" name="Oval 251">
                <a:extLst>
                  <a:ext uri="{FF2B5EF4-FFF2-40B4-BE49-F238E27FC236}">
                    <a16:creationId xmlns:a16="http://schemas.microsoft.com/office/drawing/2014/main" id="{D232D143-C395-53AC-A2AC-DABF2AC778C7}"/>
                  </a:ext>
                </a:extLst>
              </p:cNvPr>
              <p:cNvSpPr/>
              <p:nvPr>
                <p:custDataLst>
                  <p:tags r:id="rId48"/>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3" name="Arc 252">
                <a:extLst>
                  <a:ext uri="{FF2B5EF4-FFF2-40B4-BE49-F238E27FC236}">
                    <a16:creationId xmlns:a16="http://schemas.microsoft.com/office/drawing/2014/main" id="{58A1EC73-211C-38DE-8D39-329285214178}"/>
                  </a:ext>
                </a:extLst>
              </p:cNvPr>
              <p:cNvSpPr/>
              <p:nvPr>
                <p:custDataLst>
                  <p:tags r:id="rId49"/>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262" name="Sticker" hidden="1">
            <a:extLst>
              <a:ext uri="{FF2B5EF4-FFF2-40B4-BE49-F238E27FC236}">
                <a16:creationId xmlns:a16="http://schemas.microsoft.com/office/drawing/2014/main" id="{F81F59CB-FAF1-7482-9956-93A229A62604}"/>
              </a:ext>
            </a:extLst>
          </p:cNvPr>
          <p:cNvGrpSpPr>
            <a:grpSpLocks noChangeAspect="1"/>
          </p:cNvGrpSpPr>
          <p:nvPr userDrawn="1"/>
        </p:nvGrpSpPr>
        <p:grpSpPr bwMode="gray">
          <a:xfrm>
            <a:off x="558192" y="1289273"/>
            <a:ext cx="429605" cy="156997"/>
            <a:chOff x="8456447" y="272180"/>
            <a:chExt cx="322188" cy="156966"/>
          </a:xfrm>
        </p:grpSpPr>
        <p:sp>
          <p:nvSpPr>
            <p:cNvPr id="263" name="StickerRectangle">
              <a:extLst>
                <a:ext uri="{FF2B5EF4-FFF2-40B4-BE49-F238E27FC236}">
                  <a16:creationId xmlns:a16="http://schemas.microsoft.com/office/drawing/2014/main" id="{F6DD3CC4-22D7-BCE3-3B82-D4E3B323D11B}"/>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264" name="StickerUnderline">
              <a:extLst>
                <a:ext uri="{FF2B5EF4-FFF2-40B4-BE49-F238E27FC236}">
                  <a16:creationId xmlns:a16="http://schemas.microsoft.com/office/drawing/2014/main" id="{17F0D568-CBF6-38D2-E739-A80F43FC58B7}"/>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265" name="LegendLines" hidden="1">
            <a:extLst>
              <a:ext uri="{FF2B5EF4-FFF2-40B4-BE49-F238E27FC236}">
                <a16:creationId xmlns:a16="http://schemas.microsoft.com/office/drawing/2014/main" id="{7827F435-FBA6-6CE0-6262-3D474F3659C9}"/>
              </a:ext>
            </a:extLst>
          </p:cNvPr>
          <p:cNvGrpSpPr/>
          <p:nvPr userDrawn="1"/>
        </p:nvGrpSpPr>
        <p:grpSpPr>
          <a:xfrm>
            <a:off x="10367929" y="3301675"/>
            <a:ext cx="1269335" cy="958286"/>
            <a:chOff x="4372690" y="3739101"/>
            <a:chExt cx="1269335" cy="958286"/>
          </a:xfrm>
        </p:grpSpPr>
        <p:sp>
          <p:nvSpPr>
            <p:cNvPr id="266" name="Legend1">
              <a:extLst>
                <a:ext uri="{FF2B5EF4-FFF2-40B4-BE49-F238E27FC236}">
                  <a16:creationId xmlns:a16="http://schemas.microsoft.com/office/drawing/2014/main" id="{413AFE2D-DA8A-BA3D-AA68-53A103C919FE}"/>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67" name="Legend2">
              <a:extLst>
                <a:ext uri="{FF2B5EF4-FFF2-40B4-BE49-F238E27FC236}">
                  <a16:creationId xmlns:a16="http://schemas.microsoft.com/office/drawing/2014/main" id="{BFCBBCF3-D27F-22D7-1551-931062077379}"/>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68" name="Legend3">
              <a:extLst>
                <a:ext uri="{FF2B5EF4-FFF2-40B4-BE49-F238E27FC236}">
                  <a16:creationId xmlns:a16="http://schemas.microsoft.com/office/drawing/2014/main" id="{06CB055B-730A-79A2-F1CC-3B43FE3D67C4}"/>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69" name="LineLegend3">
              <a:extLst>
                <a:ext uri="{FF2B5EF4-FFF2-40B4-BE49-F238E27FC236}">
                  <a16:creationId xmlns:a16="http://schemas.microsoft.com/office/drawing/2014/main" id="{7D950EF6-0D3F-D6B9-4B9A-9D16BF6AC698}"/>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270" name="LineLegend2">
              <a:extLst>
                <a:ext uri="{FF2B5EF4-FFF2-40B4-BE49-F238E27FC236}">
                  <a16:creationId xmlns:a16="http://schemas.microsoft.com/office/drawing/2014/main" id="{0E7CFBF9-5813-EB1F-AFB1-2518F639E543}"/>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271" name="LineLegend1">
              <a:extLst>
                <a:ext uri="{FF2B5EF4-FFF2-40B4-BE49-F238E27FC236}">
                  <a16:creationId xmlns:a16="http://schemas.microsoft.com/office/drawing/2014/main" id="{9A8DE68D-EA14-C456-25AC-B97678DE1810}"/>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
        <p:nvSpPr>
          <p:cNvPr id="272" name="Slide Number">
            <a:extLst>
              <a:ext uri="{FF2B5EF4-FFF2-40B4-BE49-F238E27FC236}">
                <a16:creationId xmlns:a16="http://schemas.microsoft.com/office/drawing/2014/main" id="{7A4B5D23-73AB-C752-5924-7011E3EB5A9D}"/>
              </a:ext>
            </a:extLst>
          </p:cNvPr>
          <p:cNvSpPr>
            <a:spLocks noChangeArrowheads="1"/>
          </p:cNvSpPr>
          <p:nvPr userDrawn="1">
            <p:custDataLst>
              <p:tags r:id="rId4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pic>
        <p:nvPicPr>
          <p:cNvPr id="273" name="GNA footer logo" descr="GNA logo"/>
          <p:cNvPicPr>
            <a:picLocks noChangeAspect="1"/>
          </p:cNvPicPr>
          <p:nvPr userDrawn="1"/>
        </p:nvPicPr>
        <p:blipFill>
          <a:blip r:embed="rId73"/>
          <a:stretch>
            <a:fillRect/>
          </a:stretch>
        </p:blipFill>
        <p:spPr>
          <a:xfrm>
            <a:off x="10934816" y="6490411"/>
            <a:ext cx="268412" cy="173736"/>
          </a:xfrm>
          <a:prstGeom prst="rect">
            <a:avLst/>
          </a:prstGeom>
        </p:spPr>
      </p:pic>
    </p:spTree>
    <p:extLst>
      <p:ext uri="{BB962C8B-B14F-4D97-AF65-F5344CB8AC3E}">
        <p14:creationId xmlns:p14="http://schemas.microsoft.com/office/powerpoint/2010/main" val="2376692524"/>
      </p:ext>
    </p:extLst>
  </p:cSld>
  <p:clrMap bg1="lt1" tx1="dk1" bg2="lt2" tx2="dk2" accent1="accent1" accent2="accent2" accent3="accent3" accent4="accent4" accent5="accent5" accent6="accent6" hlink="hlink" folHlink="folHlink"/>
  <p:sldLayoutIdLst>
    <p:sldLayoutId id="2147484187" r:id="rId2"/>
  </p:sldLayoutIdLst>
  <p:txStyles>
    <p:titleStyle>
      <a:lvl1pPr algn="l" defTabSz="914400" rtl="0" eaLnBrk="1" latinLnBrk="0" hangingPunct="1">
        <a:lnSpc>
          <a:spcPct val="100000"/>
        </a:lnSpc>
        <a:spcBef>
          <a:spcPct val="0"/>
        </a:spcBef>
        <a:buNone/>
        <a:defRPr sz="2500" b="1" kern="1200" spc="0" baseline="0">
          <a:ln w="6350" cap="flat">
            <a:noFill/>
            <a:miter lim="800000"/>
          </a:ln>
          <a:solidFill>
            <a:schemeClr val="accent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guide id="9" orient="horz" pos="1344">
          <p15:clr>
            <a:srgbClr val="5ACBF0"/>
          </p15:clr>
        </p15:guide>
      </p15:sldGuideLst>
    </p:ext>
  </p:extLst>
</p:sldMaster>
</file>

<file path=ppt/slides/_rels/slide53.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 Id="rIdGna1" Type="http://schemas.openxmlformats.org/officeDocument/2006/relationships/tags" Target="../tags/gnatag1.xml"/></Relationships>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B70B2-C13F-7F9F-4365-8EA246718DAE}"/>
              </a:ext>
            </a:extLst>
          </p:cNvPr>
          <p:cNvSpPr>
            <a:spLocks noGrp="1"/>
          </p:cNvSpPr>
          <p:nvPr>
            <p:ph type="title"/>
          </p:nvPr>
        </p:nvSpPr>
        <p:spPr/>
        <p:txBody>
          <a:bodyPr/>
          <a:lstStyle/>
          <a:p>
            <a:r>
              <a:rPr lang="en-US" dirty="0"/>
              <a:t>Business Model Canvas</a:t>
            </a:r>
          </a:p>
        </p:txBody>
      </p:sp>
      <p:sp>
        <p:nvSpPr>
          <p:cNvPr id="4" name="Text Placeholder 3">
            <a:extLst>
              <a:ext uri="{FF2B5EF4-FFF2-40B4-BE49-F238E27FC236}">
                <a16:creationId xmlns:a16="http://schemas.microsoft.com/office/drawing/2014/main" id="{9C26A51B-B8AB-D651-6B75-D28D8FC44344}"/>
              </a:ext>
            </a:extLst>
          </p:cNvPr>
          <p:cNvSpPr>
            <a:spLocks noGrp="1"/>
          </p:cNvSpPr>
          <p:nvPr>
            <p:ph type="body" sz="quarter" idx="17"/>
          </p:nvPr>
        </p:nvSpPr>
        <p:spPr/>
        <p:txBody>
          <a:bodyPr/>
          <a:lstStyle/>
          <a:p>
            <a:r>
              <a:rPr lang="en-US" dirty="0"/>
              <a:t>Frameworks</a:t>
            </a:r>
          </a:p>
        </p:txBody>
      </p:sp>
      <p:sp>
        <p:nvSpPr>
          <p:cNvPr id="3" name="Rectangle 2">
            <a:extLst>
              <a:ext uri="{FF2B5EF4-FFF2-40B4-BE49-F238E27FC236}">
                <a16:creationId xmlns:a16="http://schemas.microsoft.com/office/drawing/2014/main" id="{0851F048-166C-F4B8-0A87-F1E407B7320F}"/>
              </a:ext>
            </a:extLst>
          </p:cNvPr>
          <p:cNvSpPr/>
          <p:nvPr/>
        </p:nvSpPr>
        <p:spPr>
          <a:xfrm>
            <a:off x="610072" y="1318578"/>
            <a:ext cx="2058130" cy="3771582"/>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defTabSz="914400" rtl="0" eaLnBrk="1" fontAlgn="auto" latinLnBrk="0" hangingPunct="1">
              <a:lnSpc>
                <a:spcPct val="100000"/>
              </a:lnSpc>
              <a:spcBef>
                <a:spcPts val="0"/>
              </a:spcBef>
              <a:spcAft>
                <a:spcPts val="120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mn-lt"/>
                <a:ea typeface="+mn-ea"/>
                <a:cs typeface="+mn-cs"/>
              </a:rPr>
              <a:t>Key Partners</a:t>
            </a:r>
          </a:p>
          <a:p>
            <a:pPr marL="0" marR="0" lvl="0" indent="0" defTabSz="914400" rtl="0" eaLnBrk="1" fontAlgn="auto" latinLnBrk="0" hangingPunct="1">
              <a:lnSpc>
                <a:spcPct val="100000"/>
              </a:lnSpc>
              <a:spcBef>
                <a:spcPts val="0"/>
              </a:spcBef>
              <a:spcAft>
                <a:spcPts val="1200"/>
              </a:spcAft>
              <a:buClrTx/>
              <a:buSzTx/>
              <a:buFontTx/>
              <a:buNone/>
              <a:tabLst/>
              <a:defRPr/>
            </a:pPr>
            <a:r>
              <a:rPr lang="en-US" sz="800" dirty="0">
                <a:solidFill>
                  <a:schemeClr val="bg1"/>
                </a:solidFill>
                <a:latin typeface="+mn-lt"/>
              </a:rPr>
              <a:t>Who are our Key Partners? </a:t>
            </a:r>
            <a:br>
              <a:rPr lang="en-US" sz="800" dirty="0">
                <a:solidFill>
                  <a:schemeClr val="bg1"/>
                </a:solidFill>
                <a:latin typeface="+mn-lt"/>
              </a:rPr>
            </a:br>
            <a:r>
              <a:rPr lang="en-US" sz="800" dirty="0">
                <a:solidFill>
                  <a:schemeClr val="bg1"/>
                </a:solidFill>
                <a:latin typeface="+mn-lt"/>
              </a:rPr>
              <a:t>Who are our key suppliers? Which Key Resources are we acquiring from partners? </a:t>
            </a:r>
            <a:br>
              <a:rPr lang="en-US" sz="800" dirty="0">
                <a:solidFill>
                  <a:schemeClr val="bg1"/>
                </a:solidFill>
                <a:latin typeface="+mn-lt"/>
              </a:rPr>
            </a:br>
            <a:r>
              <a:rPr lang="en-US" sz="800" dirty="0">
                <a:solidFill>
                  <a:schemeClr val="bg1"/>
                </a:solidFill>
                <a:latin typeface="+mn-lt"/>
              </a:rPr>
              <a:t>Which Key Activities do partners perform?</a:t>
            </a:r>
            <a:br>
              <a:rPr lang="en-US" sz="800" dirty="0">
                <a:solidFill>
                  <a:schemeClr val="bg1"/>
                </a:solidFill>
                <a:latin typeface="+mn-lt"/>
              </a:rPr>
            </a:br>
            <a:r>
              <a:rPr lang="en-US" sz="800" dirty="0">
                <a:solidFill>
                  <a:schemeClr val="bg1"/>
                </a:solidFill>
                <a:latin typeface="+mn-lt"/>
              </a:rPr>
              <a:t>                          </a:t>
            </a:r>
            <a:br>
              <a:rPr lang="en-US" sz="800" dirty="0">
                <a:solidFill>
                  <a:schemeClr val="bg1"/>
                </a:solidFill>
                <a:latin typeface="+mn-lt"/>
              </a:rPr>
            </a:br>
            <a:r>
              <a:rPr lang="en-US" sz="800" dirty="0">
                <a:solidFill>
                  <a:schemeClr val="bg1"/>
                </a:solidFill>
                <a:latin typeface="+mn-lt"/>
              </a:rPr>
              <a:t>Motivations FOR partnerships: </a:t>
            </a:r>
            <a:br>
              <a:rPr lang="en-US" sz="800" dirty="0">
                <a:solidFill>
                  <a:schemeClr val="bg1"/>
                </a:solidFill>
                <a:latin typeface="+mn-lt"/>
              </a:rPr>
            </a:br>
            <a:r>
              <a:rPr lang="en-US" sz="800" dirty="0">
                <a:solidFill>
                  <a:schemeClr val="bg1"/>
                </a:solidFill>
                <a:latin typeface="+mn-lt"/>
              </a:rPr>
              <a:t>Optimization and economy, Reduction of risk and uncertainty, Acquisition of particular resources and activities</a:t>
            </a:r>
          </a:p>
          <a:p>
            <a:pPr marL="0" marR="0" lvl="0" indent="0" defTabSz="914400" rtl="0" eaLnBrk="1" fontAlgn="auto" latinLnBrk="0" hangingPunct="1">
              <a:lnSpc>
                <a:spcPct val="100000"/>
              </a:lnSpc>
              <a:spcBef>
                <a:spcPts val="0"/>
              </a:spcBef>
              <a:spcAft>
                <a:spcPts val="1200"/>
              </a:spcAft>
              <a:buClrTx/>
              <a:buSzTx/>
              <a:buFontTx/>
              <a:buNone/>
              <a:tabLst/>
              <a:defRPr/>
            </a:pPr>
            <a:endParaRPr lang="en-US" sz="1400" b="1" dirty="0">
              <a:solidFill>
                <a:schemeClr val="bg1"/>
              </a:solidFill>
              <a:latin typeface="+mn-lt"/>
            </a:endParaRPr>
          </a:p>
        </p:txBody>
      </p:sp>
      <p:sp>
        <p:nvSpPr>
          <p:cNvPr id="17" name="Rectangle 16">
            <a:extLst>
              <a:ext uri="{FF2B5EF4-FFF2-40B4-BE49-F238E27FC236}">
                <a16:creationId xmlns:a16="http://schemas.microsoft.com/office/drawing/2014/main" id="{0C00D2D0-7E1B-1531-78A8-0616912E158C}"/>
              </a:ext>
            </a:extLst>
          </p:cNvPr>
          <p:cNvSpPr/>
          <p:nvPr/>
        </p:nvSpPr>
        <p:spPr>
          <a:xfrm>
            <a:off x="5066936" y="1318578"/>
            <a:ext cx="2058130" cy="3771582"/>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1200"/>
              </a:spcAft>
              <a:defRPr/>
            </a:pPr>
            <a:r>
              <a:rPr lang="en-US" sz="1000" b="1" dirty="0">
                <a:solidFill>
                  <a:schemeClr val="bg1"/>
                </a:solidFill>
                <a:latin typeface="+mn-lt"/>
              </a:rPr>
              <a:t>Value Propositions</a:t>
            </a:r>
          </a:p>
          <a:p>
            <a:pPr>
              <a:spcAft>
                <a:spcPts val="1200"/>
              </a:spcAft>
              <a:defRPr/>
            </a:pPr>
            <a:r>
              <a:rPr lang="en-US" sz="800" dirty="0">
                <a:solidFill>
                  <a:schemeClr val="bg1"/>
                </a:solidFill>
                <a:latin typeface="+mn-lt"/>
              </a:rPr>
              <a:t>What value do we deliver to the customer? </a:t>
            </a:r>
            <a:br>
              <a:rPr lang="en-US" sz="800" dirty="0">
                <a:solidFill>
                  <a:schemeClr val="bg1"/>
                </a:solidFill>
                <a:latin typeface="+mn-lt"/>
              </a:rPr>
            </a:br>
            <a:r>
              <a:rPr lang="en-US" sz="800" dirty="0">
                <a:solidFill>
                  <a:schemeClr val="bg1"/>
                </a:solidFill>
                <a:latin typeface="+mn-lt"/>
              </a:rPr>
              <a:t>Which one of our customer’s problems are we helping to solve? </a:t>
            </a:r>
            <a:br>
              <a:rPr lang="en-US" sz="800" dirty="0">
                <a:solidFill>
                  <a:schemeClr val="bg1"/>
                </a:solidFill>
                <a:latin typeface="+mn-lt"/>
              </a:rPr>
            </a:br>
            <a:r>
              <a:rPr lang="en-US" sz="800" dirty="0">
                <a:solidFill>
                  <a:schemeClr val="bg1"/>
                </a:solidFill>
                <a:latin typeface="+mn-lt"/>
              </a:rPr>
              <a:t>What bundles of products and services are we offering to each Customer Segment? </a:t>
            </a:r>
            <a:br>
              <a:rPr lang="en-US" sz="800" dirty="0">
                <a:solidFill>
                  <a:schemeClr val="bg1"/>
                </a:solidFill>
                <a:latin typeface="+mn-lt"/>
              </a:rPr>
            </a:br>
            <a:r>
              <a:rPr lang="en-US" sz="800" dirty="0">
                <a:solidFill>
                  <a:schemeClr val="bg1"/>
                </a:solidFill>
                <a:latin typeface="+mn-lt"/>
              </a:rPr>
              <a:t>Which customer needs are we satisfying?</a:t>
            </a:r>
            <a:br>
              <a:rPr lang="en-US" sz="800" dirty="0">
                <a:solidFill>
                  <a:schemeClr val="bg1"/>
                </a:solidFill>
                <a:latin typeface="+mn-lt"/>
              </a:rPr>
            </a:br>
            <a:r>
              <a:rPr lang="en-US" sz="800" dirty="0">
                <a:solidFill>
                  <a:schemeClr val="bg1"/>
                </a:solidFill>
                <a:latin typeface="+mn-lt"/>
              </a:rPr>
              <a:t>               </a:t>
            </a:r>
            <a:br>
              <a:rPr lang="en-US" sz="800" dirty="0">
                <a:solidFill>
                  <a:schemeClr val="bg1"/>
                </a:solidFill>
                <a:latin typeface="+mn-lt"/>
              </a:rPr>
            </a:br>
            <a:r>
              <a:rPr lang="en-US" sz="800" dirty="0">
                <a:solidFill>
                  <a:schemeClr val="bg1"/>
                </a:solidFill>
                <a:latin typeface="+mn-lt"/>
              </a:rPr>
              <a:t>Characteristics: </a:t>
            </a:r>
            <a:br>
              <a:rPr lang="en-US" sz="800" dirty="0">
                <a:solidFill>
                  <a:schemeClr val="bg1"/>
                </a:solidFill>
                <a:latin typeface="+mn-lt"/>
              </a:rPr>
            </a:br>
            <a:r>
              <a:rPr lang="en-US" sz="800" dirty="0">
                <a:solidFill>
                  <a:schemeClr val="bg1"/>
                </a:solidFill>
                <a:latin typeface="+mn-lt"/>
              </a:rPr>
              <a:t>Newness, Performance, Customization, “Getting the Job Done”, Design, Brand/Status, Price, Cost Reduction, Risk Reduction, Accessibility, Convenience/Usability</a:t>
            </a:r>
          </a:p>
        </p:txBody>
      </p:sp>
      <p:sp>
        <p:nvSpPr>
          <p:cNvPr id="18" name="Rectangle 17">
            <a:extLst>
              <a:ext uri="{FF2B5EF4-FFF2-40B4-BE49-F238E27FC236}">
                <a16:creationId xmlns:a16="http://schemas.microsoft.com/office/drawing/2014/main" id="{CFC79078-FF25-7277-F057-138483A40683}"/>
              </a:ext>
            </a:extLst>
          </p:cNvPr>
          <p:cNvSpPr/>
          <p:nvPr/>
        </p:nvSpPr>
        <p:spPr>
          <a:xfrm>
            <a:off x="2838504" y="1318578"/>
            <a:ext cx="2058130" cy="183551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1200"/>
              </a:spcAft>
              <a:defRPr/>
            </a:pPr>
            <a:r>
              <a:rPr lang="en-US" sz="1000" b="1" dirty="0">
                <a:solidFill>
                  <a:schemeClr val="bg1"/>
                </a:solidFill>
                <a:latin typeface="+mn-lt"/>
              </a:rPr>
              <a:t>Key Activities</a:t>
            </a:r>
          </a:p>
          <a:p>
            <a:pPr>
              <a:spcAft>
                <a:spcPts val="1200"/>
              </a:spcAft>
              <a:defRPr/>
            </a:pPr>
            <a:r>
              <a:rPr lang="en-GB" sz="800" dirty="0">
                <a:solidFill>
                  <a:schemeClr val="bg1"/>
                </a:solidFill>
                <a:latin typeface="+mn-lt"/>
              </a:rPr>
              <a:t>What Key Activities do our Value Propositions require? </a:t>
            </a:r>
            <a:br>
              <a:rPr lang="en-GB" sz="800" dirty="0">
                <a:solidFill>
                  <a:schemeClr val="bg1"/>
                </a:solidFill>
                <a:latin typeface="+mn-lt"/>
              </a:rPr>
            </a:br>
            <a:r>
              <a:rPr lang="en-GB" sz="800" dirty="0">
                <a:solidFill>
                  <a:schemeClr val="bg1"/>
                </a:solidFill>
                <a:latin typeface="+mn-lt"/>
              </a:rPr>
              <a:t>Our Distribution Channels? Customer Relationships? Revenue streams?</a:t>
            </a:r>
            <a:br>
              <a:rPr lang="en-GB" sz="800" dirty="0">
                <a:solidFill>
                  <a:schemeClr val="bg1"/>
                </a:solidFill>
                <a:latin typeface="+mn-lt"/>
              </a:rPr>
            </a:br>
            <a:r>
              <a:rPr lang="en-GB" sz="800" dirty="0">
                <a:solidFill>
                  <a:schemeClr val="bg1"/>
                </a:solidFill>
                <a:latin typeface="+mn-lt"/>
              </a:rPr>
              <a:t>                         </a:t>
            </a:r>
            <a:br>
              <a:rPr lang="en-GB" sz="800" dirty="0">
                <a:solidFill>
                  <a:schemeClr val="bg1"/>
                </a:solidFill>
                <a:latin typeface="+mn-lt"/>
              </a:rPr>
            </a:br>
            <a:r>
              <a:rPr lang="en-GB" sz="800" dirty="0">
                <a:solidFill>
                  <a:schemeClr val="bg1"/>
                </a:solidFill>
                <a:latin typeface="+mn-lt"/>
              </a:rPr>
              <a:t>Categories:        </a:t>
            </a:r>
            <a:br>
              <a:rPr lang="en-GB" sz="800" dirty="0">
                <a:solidFill>
                  <a:schemeClr val="bg1"/>
                </a:solidFill>
                <a:latin typeface="+mn-lt"/>
              </a:rPr>
            </a:br>
            <a:r>
              <a:rPr lang="en-GB" sz="800" dirty="0">
                <a:solidFill>
                  <a:schemeClr val="bg1"/>
                </a:solidFill>
                <a:latin typeface="+mn-lt"/>
              </a:rPr>
              <a:t>Production, Problem Solving, Platform/Network</a:t>
            </a:r>
          </a:p>
          <a:p>
            <a:pPr>
              <a:spcAft>
                <a:spcPts val="1200"/>
              </a:spcAft>
              <a:defRPr/>
            </a:pPr>
            <a:endParaRPr lang="en-US" sz="1000" b="1" dirty="0">
              <a:solidFill>
                <a:schemeClr val="bg1"/>
              </a:solidFill>
              <a:latin typeface="+mn-lt"/>
            </a:endParaRPr>
          </a:p>
        </p:txBody>
      </p:sp>
      <p:sp>
        <p:nvSpPr>
          <p:cNvPr id="19" name="Rectangle 18">
            <a:extLst>
              <a:ext uri="{FF2B5EF4-FFF2-40B4-BE49-F238E27FC236}">
                <a16:creationId xmlns:a16="http://schemas.microsoft.com/office/drawing/2014/main" id="{29A84A71-7128-B267-AB7E-B876671077CD}"/>
              </a:ext>
            </a:extLst>
          </p:cNvPr>
          <p:cNvSpPr/>
          <p:nvPr/>
        </p:nvSpPr>
        <p:spPr>
          <a:xfrm>
            <a:off x="7295368" y="1318578"/>
            <a:ext cx="2058130" cy="1835516"/>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1200"/>
              </a:spcAft>
              <a:defRPr/>
            </a:pPr>
            <a:r>
              <a:rPr lang="en-US" sz="1000" b="1">
                <a:solidFill>
                  <a:schemeClr val="bg1"/>
                </a:solidFill>
                <a:latin typeface="+mn-lt"/>
              </a:rPr>
              <a:t>Customer Relationships</a:t>
            </a:r>
          </a:p>
          <a:p>
            <a:pPr>
              <a:spcAft>
                <a:spcPts val="1200"/>
              </a:spcAft>
              <a:defRPr/>
            </a:pPr>
            <a:r>
              <a:rPr lang="en-GB" sz="800">
                <a:solidFill>
                  <a:schemeClr val="bg1"/>
                </a:solidFill>
                <a:latin typeface="+mn-lt"/>
              </a:rPr>
              <a:t>What type of relationship does each of our Customer Segments expect us to establish and maintain with them? </a:t>
            </a:r>
            <a:br>
              <a:rPr lang="en-GB" sz="800">
                <a:solidFill>
                  <a:schemeClr val="bg1"/>
                </a:solidFill>
                <a:latin typeface="+mn-lt"/>
              </a:rPr>
            </a:br>
            <a:r>
              <a:rPr lang="en-GB" sz="800">
                <a:solidFill>
                  <a:schemeClr val="bg1"/>
                </a:solidFill>
                <a:latin typeface="+mn-lt"/>
              </a:rPr>
              <a:t>Which ones have we established? </a:t>
            </a:r>
            <a:br>
              <a:rPr lang="en-GB" sz="800">
                <a:solidFill>
                  <a:schemeClr val="bg1"/>
                </a:solidFill>
                <a:latin typeface="+mn-lt"/>
              </a:rPr>
            </a:br>
            <a:r>
              <a:rPr lang="en-GB" sz="800">
                <a:solidFill>
                  <a:schemeClr val="bg1"/>
                </a:solidFill>
                <a:latin typeface="+mn-lt"/>
              </a:rPr>
              <a:t>How are they integrated with the rest of our business model? </a:t>
            </a:r>
            <a:br>
              <a:rPr lang="en-GB" sz="800">
                <a:solidFill>
                  <a:schemeClr val="bg1"/>
                </a:solidFill>
                <a:latin typeface="+mn-lt"/>
              </a:rPr>
            </a:br>
            <a:r>
              <a:rPr lang="en-GB" sz="800">
                <a:solidFill>
                  <a:schemeClr val="bg1"/>
                </a:solidFill>
                <a:latin typeface="+mn-lt"/>
              </a:rPr>
              <a:t>How costly are they?</a:t>
            </a:r>
          </a:p>
          <a:p>
            <a:pPr>
              <a:spcAft>
                <a:spcPts val="1200"/>
              </a:spcAft>
              <a:defRPr/>
            </a:pPr>
            <a:endParaRPr lang="en-US" sz="2400" b="1">
              <a:solidFill>
                <a:schemeClr val="bg1"/>
              </a:solidFill>
              <a:latin typeface="+mn-lt"/>
            </a:endParaRPr>
          </a:p>
        </p:txBody>
      </p:sp>
      <p:sp>
        <p:nvSpPr>
          <p:cNvPr id="20" name="Rectangle 19">
            <a:extLst>
              <a:ext uri="{FF2B5EF4-FFF2-40B4-BE49-F238E27FC236}">
                <a16:creationId xmlns:a16="http://schemas.microsoft.com/office/drawing/2014/main" id="{9BD5DDF3-DEAB-1092-1AF4-CCA3AB66AEE2}"/>
              </a:ext>
            </a:extLst>
          </p:cNvPr>
          <p:cNvSpPr/>
          <p:nvPr/>
        </p:nvSpPr>
        <p:spPr>
          <a:xfrm>
            <a:off x="610072" y="5185906"/>
            <a:ext cx="5406320" cy="119340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1200"/>
              </a:spcAft>
              <a:defRPr/>
            </a:pPr>
            <a:r>
              <a:rPr lang="en-US" sz="1000" b="1">
                <a:solidFill>
                  <a:schemeClr val="tx1"/>
                </a:solidFill>
                <a:latin typeface="+mn-lt"/>
              </a:rPr>
              <a:t>Cost Structure</a:t>
            </a:r>
          </a:p>
          <a:p>
            <a:pPr>
              <a:defRPr/>
            </a:pPr>
            <a:r>
              <a:rPr lang="en-GB" altLang="en-US" sz="800">
                <a:solidFill>
                  <a:schemeClr val="tx1"/>
                </a:solidFill>
                <a:latin typeface="+mn-lt"/>
                <a:ea typeface="ＭＳ Ｐゴシック" panose="020B0600070205080204" pitchFamily="34" charset="-128"/>
              </a:rPr>
              <a:t>What are the most important costs inherent in our business model? Which Key Resources are most expensive? Which Key Activities are most expensive?</a:t>
            </a:r>
            <a:br>
              <a:rPr lang="en-GB" altLang="en-US" sz="800">
                <a:solidFill>
                  <a:schemeClr val="tx1"/>
                </a:solidFill>
                <a:latin typeface="+mn-lt"/>
                <a:ea typeface="ＭＳ Ｐゴシック" panose="020B0600070205080204" pitchFamily="34" charset="-128"/>
              </a:rPr>
            </a:br>
            <a:endParaRPr lang="en-US" sz="800" b="1">
              <a:solidFill>
                <a:schemeClr val="tx1"/>
              </a:solidFill>
              <a:latin typeface="+mn-lt"/>
            </a:endParaRPr>
          </a:p>
        </p:txBody>
      </p:sp>
      <p:sp>
        <p:nvSpPr>
          <p:cNvPr id="21" name="Rectangle 20">
            <a:extLst>
              <a:ext uri="{FF2B5EF4-FFF2-40B4-BE49-F238E27FC236}">
                <a16:creationId xmlns:a16="http://schemas.microsoft.com/office/drawing/2014/main" id="{F59B5544-1C82-E52A-8F1A-C3364D651B65}"/>
              </a:ext>
            </a:extLst>
          </p:cNvPr>
          <p:cNvSpPr/>
          <p:nvPr/>
        </p:nvSpPr>
        <p:spPr>
          <a:xfrm>
            <a:off x="6175609" y="5185906"/>
            <a:ext cx="5406320" cy="119340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1200"/>
              </a:spcAft>
              <a:defRPr/>
            </a:pPr>
            <a:r>
              <a:rPr lang="en-US" sz="1000" b="1">
                <a:solidFill>
                  <a:schemeClr val="tx1"/>
                </a:solidFill>
                <a:latin typeface="+mn-lt"/>
              </a:rPr>
              <a:t>Revenue Streams</a:t>
            </a:r>
          </a:p>
          <a:p>
            <a:pPr>
              <a:spcAft>
                <a:spcPts val="400"/>
              </a:spcAft>
              <a:defRPr/>
            </a:pPr>
            <a:r>
              <a:rPr lang="en-GB" altLang="en-US" sz="800">
                <a:solidFill>
                  <a:schemeClr val="tx1"/>
                </a:solidFill>
                <a:latin typeface="+mn-lt"/>
                <a:ea typeface="ＭＳ Ｐゴシック" panose="020B0600070205080204" pitchFamily="34" charset="-128"/>
              </a:rPr>
              <a:t>For what value are our customers really willing to pay? For what do they currently pay? How are they currently paying? How would they prefer to pay? How much does each Revenue Stream contribute to overall revenues?</a:t>
            </a:r>
            <a:endParaRPr lang="en-US" sz="800" b="1">
              <a:solidFill>
                <a:schemeClr val="tx1"/>
              </a:solidFill>
              <a:latin typeface="+mn-lt"/>
            </a:endParaRPr>
          </a:p>
        </p:txBody>
      </p:sp>
      <p:sp>
        <p:nvSpPr>
          <p:cNvPr id="22" name="Rectangle 21">
            <a:extLst>
              <a:ext uri="{FF2B5EF4-FFF2-40B4-BE49-F238E27FC236}">
                <a16:creationId xmlns:a16="http://schemas.microsoft.com/office/drawing/2014/main" id="{CFA47154-53FE-85B2-9108-02A3B3C63DCA}"/>
              </a:ext>
            </a:extLst>
          </p:cNvPr>
          <p:cNvSpPr/>
          <p:nvPr/>
        </p:nvSpPr>
        <p:spPr>
          <a:xfrm>
            <a:off x="9523799" y="1318578"/>
            <a:ext cx="2058130" cy="3771582"/>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1200"/>
              </a:spcAft>
              <a:defRPr/>
            </a:pPr>
            <a:r>
              <a:rPr lang="en-US" sz="1000" b="1">
                <a:solidFill>
                  <a:schemeClr val="bg1"/>
                </a:solidFill>
                <a:latin typeface="+mn-lt"/>
              </a:rPr>
              <a:t>Customer Segments</a:t>
            </a:r>
          </a:p>
          <a:p>
            <a:pPr>
              <a:spcAft>
                <a:spcPts val="1200"/>
              </a:spcAft>
              <a:defRPr/>
            </a:pPr>
            <a:r>
              <a:rPr lang="en-GB" sz="800">
                <a:solidFill>
                  <a:schemeClr val="bg1"/>
                </a:solidFill>
                <a:latin typeface="+mn-lt"/>
              </a:rPr>
              <a:t>For whom are we creating value? Who are our most important customers? </a:t>
            </a:r>
            <a:br>
              <a:rPr lang="en-GB" sz="800">
                <a:solidFill>
                  <a:schemeClr val="bg1"/>
                </a:solidFill>
                <a:latin typeface="+mn-lt"/>
              </a:rPr>
            </a:br>
            <a:r>
              <a:rPr lang="en-GB" sz="800">
                <a:solidFill>
                  <a:schemeClr val="bg1"/>
                </a:solidFill>
                <a:latin typeface="+mn-lt"/>
              </a:rPr>
              <a:t>Is our customer base a Mass Market, Niche Market, Segmented, Diversified, Multi-sided Platform?</a:t>
            </a:r>
          </a:p>
          <a:p>
            <a:pPr>
              <a:spcAft>
                <a:spcPts val="1200"/>
              </a:spcAft>
              <a:defRPr/>
            </a:pPr>
            <a:endParaRPr lang="en-US" sz="2000" b="1">
              <a:solidFill>
                <a:schemeClr val="bg1"/>
              </a:solidFill>
              <a:latin typeface="+mn-lt"/>
            </a:endParaRPr>
          </a:p>
        </p:txBody>
      </p:sp>
      <p:sp>
        <p:nvSpPr>
          <p:cNvPr id="23" name="Rectangle 22">
            <a:extLst>
              <a:ext uri="{FF2B5EF4-FFF2-40B4-BE49-F238E27FC236}">
                <a16:creationId xmlns:a16="http://schemas.microsoft.com/office/drawing/2014/main" id="{EA253A25-AFA4-57A4-4BC7-2A288819AF6C}"/>
              </a:ext>
            </a:extLst>
          </p:cNvPr>
          <p:cNvSpPr/>
          <p:nvPr/>
        </p:nvSpPr>
        <p:spPr>
          <a:xfrm>
            <a:off x="2838503" y="3254644"/>
            <a:ext cx="2058131" cy="183551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1200"/>
              </a:spcAft>
              <a:defRPr/>
            </a:pPr>
            <a:r>
              <a:rPr lang="en-US" sz="1000" b="1">
                <a:solidFill>
                  <a:schemeClr val="bg1"/>
                </a:solidFill>
                <a:latin typeface="+mn-lt"/>
              </a:rPr>
              <a:t>Key Resources</a:t>
            </a:r>
          </a:p>
          <a:p>
            <a:pPr>
              <a:spcAft>
                <a:spcPts val="400"/>
              </a:spcAft>
              <a:defRPr/>
            </a:pPr>
            <a:r>
              <a:rPr lang="en-GB" sz="800">
                <a:solidFill>
                  <a:schemeClr val="bg1"/>
                </a:solidFill>
                <a:latin typeface="+mn-lt"/>
              </a:rPr>
              <a:t>What Key Resources do our Value Propositions require? </a:t>
            </a:r>
            <a:br>
              <a:rPr lang="en-GB" sz="800">
                <a:solidFill>
                  <a:schemeClr val="bg1"/>
                </a:solidFill>
                <a:latin typeface="+mn-lt"/>
              </a:rPr>
            </a:br>
            <a:r>
              <a:rPr lang="en-GB" sz="800">
                <a:solidFill>
                  <a:schemeClr val="bg1"/>
                </a:solidFill>
                <a:latin typeface="+mn-lt"/>
              </a:rPr>
              <a:t>Our Distribution Channels? Customer Relationships Revenue Streams?</a:t>
            </a:r>
            <a:br>
              <a:rPr lang="en-GB" sz="800">
                <a:solidFill>
                  <a:schemeClr val="bg1"/>
                </a:solidFill>
                <a:latin typeface="+mn-lt"/>
              </a:rPr>
            </a:br>
            <a:r>
              <a:rPr lang="en-GB" sz="800">
                <a:solidFill>
                  <a:schemeClr val="bg1"/>
                </a:solidFill>
                <a:latin typeface="+mn-lt"/>
              </a:rPr>
              <a:t>                                      </a:t>
            </a:r>
            <a:br>
              <a:rPr lang="en-GB" sz="800">
                <a:solidFill>
                  <a:schemeClr val="bg1"/>
                </a:solidFill>
                <a:latin typeface="+mn-lt"/>
              </a:rPr>
            </a:br>
            <a:r>
              <a:rPr lang="en-GB" sz="800">
                <a:solidFill>
                  <a:schemeClr val="bg1"/>
                </a:solidFill>
                <a:latin typeface="+mn-lt"/>
              </a:rPr>
              <a:t>Types OF resources: Physical, Intellectual, Human, Financial</a:t>
            </a:r>
          </a:p>
        </p:txBody>
      </p:sp>
      <p:sp>
        <p:nvSpPr>
          <p:cNvPr id="41" name="Rectangle 40">
            <a:extLst>
              <a:ext uri="{FF2B5EF4-FFF2-40B4-BE49-F238E27FC236}">
                <a16:creationId xmlns:a16="http://schemas.microsoft.com/office/drawing/2014/main" id="{1BDF8DDE-8B54-7716-2FC9-354E0247104F}"/>
              </a:ext>
            </a:extLst>
          </p:cNvPr>
          <p:cNvSpPr/>
          <p:nvPr/>
        </p:nvSpPr>
        <p:spPr>
          <a:xfrm>
            <a:off x="7293483" y="3254644"/>
            <a:ext cx="2058130" cy="1835516"/>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1200"/>
              </a:spcAft>
              <a:defRPr/>
            </a:pPr>
            <a:r>
              <a:rPr lang="en-US" sz="1000" b="1">
                <a:solidFill>
                  <a:schemeClr val="bg1"/>
                </a:solidFill>
                <a:latin typeface="+mn-lt"/>
              </a:rPr>
              <a:t>Channels</a:t>
            </a:r>
          </a:p>
          <a:p>
            <a:pPr>
              <a:defRPr/>
            </a:pPr>
            <a:r>
              <a:rPr lang="en-US" sz="800">
                <a:solidFill>
                  <a:schemeClr val="bg1"/>
                </a:solidFill>
                <a:latin typeface="+mn-lt"/>
              </a:rPr>
              <a:t>Through which Channels do our Customer Segments want to be reached? </a:t>
            </a:r>
            <a:br>
              <a:rPr lang="en-US" sz="800">
                <a:solidFill>
                  <a:schemeClr val="bg1"/>
                </a:solidFill>
                <a:latin typeface="+mn-lt"/>
              </a:rPr>
            </a:br>
            <a:r>
              <a:rPr lang="en-US" sz="800">
                <a:solidFill>
                  <a:schemeClr val="bg1"/>
                </a:solidFill>
                <a:latin typeface="+mn-lt"/>
              </a:rPr>
              <a:t>How are we reaching them now? Which ones work best? </a:t>
            </a:r>
            <a:br>
              <a:rPr lang="en-US" sz="800">
                <a:solidFill>
                  <a:schemeClr val="bg1"/>
                </a:solidFill>
                <a:latin typeface="+mn-lt"/>
              </a:rPr>
            </a:br>
            <a:r>
              <a:rPr lang="en-US" sz="800">
                <a:solidFill>
                  <a:schemeClr val="bg1"/>
                </a:solidFill>
                <a:latin typeface="+mn-lt"/>
              </a:rPr>
              <a:t>Which ones are most cost-efficient? </a:t>
            </a:r>
            <a:br>
              <a:rPr lang="en-US" sz="800">
                <a:solidFill>
                  <a:schemeClr val="bg1"/>
                </a:solidFill>
                <a:latin typeface="+mn-lt"/>
              </a:rPr>
            </a:br>
            <a:r>
              <a:rPr lang="en-US" sz="800">
                <a:solidFill>
                  <a:schemeClr val="bg1"/>
                </a:solidFill>
                <a:latin typeface="+mn-lt"/>
              </a:rPr>
              <a:t>How are we integrating them with customer routines?</a:t>
            </a:r>
          </a:p>
          <a:p>
            <a:pPr>
              <a:defRPr/>
            </a:pPr>
            <a:endParaRPr lang="en-US" sz="800">
              <a:solidFill>
                <a:schemeClr val="bg1"/>
              </a:solidFill>
              <a:latin typeface="+mn-lt"/>
            </a:endParaRPr>
          </a:p>
          <a:p>
            <a:pPr>
              <a:defRPr/>
            </a:pPr>
            <a:endParaRPr lang="en-US" sz="1400" b="1">
              <a:solidFill>
                <a:schemeClr val="bg1"/>
              </a:solidFill>
              <a:latin typeface="+mn-lt"/>
            </a:endParaRPr>
          </a:p>
        </p:txBody>
      </p:sp>
      <p:pic>
        <p:nvPicPr>
          <p:cNvPr id="42" name="Picture 41">
            <a:extLst>
              <a:ext uri="{FF2B5EF4-FFF2-40B4-BE49-F238E27FC236}">
                <a16:creationId xmlns:a16="http://schemas.microsoft.com/office/drawing/2014/main" id="{72B8EC78-4EDC-0C02-93E1-FF5F9C479E21}"/>
              </a:ext>
            </a:extLst>
          </p:cNvPr>
          <p:cNvPicPr>
            <a:picLocks noChangeAspect="1"/>
          </p:cNvPicPr>
          <p:nvPr/>
        </p:nvPicPr>
        <p:blipFill>
          <a:blip r:embed="rId2"/>
          <a:stretch>
            <a:fillRect/>
          </a:stretch>
        </p:blipFill>
        <p:spPr>
          <a:xfrm>
            <a:off x="2336317" y="1351952"/>
            <a:ext cx="268258" cy="268258"/>
          </a:xfrm>
          <a:prstGeom prst="rect">
            <a:avLst/>
          </a:prstGeom>
        </p:spPr>
      </p:pic>
      <p:pic>
        <p:nvPicPr>
          <p:cNvPr id="43" name="Picture 42">
            <a:extLst>
              <a:ext uri="{FF2B5EF4-FFF2-40B4-BE49-F238E27FC236}">
                <a16:creationId xmlns:a16="http://schemas.microsoft.com/office/drawing/2014/main" id="{D4B5EE5C-FD4D-7846-2FAD-65A71CB0CCF2}"/>
              </a:ext>
            </a:extLst>
          </p:cNvPr>
          <p:cNvPicPr>
            <a:picLocks noChangeAspect="1"/>
          </p:cNvPicPr>
          <p:nvPr/>
        </p:nvPicPr>
        <p:blipFill>
          <a:blip r:embed="rId3"/>
          <a:stretch>
            <a:fillRect/>
          </a:stretch>
        </p:blipFill>
        <p:spPr>
          <a:xfrm>
            <a:off x="6789382" y="1351952"/>
            <a:ext cx="265176" cy="265176"/>
          </a:xfrm>
          <a:prstGeom prst="rect">
            <a:avLst/>
          </a:prstGeom>
        </p:spPr>
      </p:pic>
      <p:pic>
        <p:nvPicPr>
          <p:cNvPr id="44" name="Picture 43">
            <a:extLst>
              <a:ext uri="{FF2B5EF4-FFF2-40B4-BE49-F238E27FC236}">
                <a16:creationId xmlns:a16="http://schemas.microsoft.com/office/drawing/2014/main" id="{785E184A-5B55-01A4-CB68-12714C34340C}"/>
              </a:ext>
            </a:extLst>
          </p:cNvPr>
          <p:cNvPicPr>
            <a:picLocks noChangeAspect="1"/>
          </p:cNvPicPr>
          <p:nvPr/>
        </p:nvPicPr>
        <p:blipFill>
          <a:blip r:embed="rId4"/>
          <a:stretch>
            <a:fillRect/>
          </a:stretch>
        </p:blipFill>
        <p:spPr>
          <a:xfrm>
            <a:off x="11266365" y="5238788"/>
            <a:ext cx="265176" cy="265176"/>
          </a:xfrm>
          <a:prstGeom prst="rect">
            <a:avLst/>
          </a:prstGeom>
        </p:spPr>
      </p:pic>
      <p:pic>
        <p:nvPicPr>
          <p:cNvPr id="45" name="Picture 44">
            <a:extLst>
              <a:ext uri="{FF2B5EF4-FFF2-40B4-BE49-F238E27FC236}">
                <a16:creationId xmlns:a16="http://schemas.microsoft.com/office/drawing/2014/main" id="{55F92ECF-E74A-2632-7F59-6861FA106844}"/>
              </a:ext>
            </a:extLst>
          </p:cNvPr>
          <p:cNvPicPr>
            <a:picLocks noChangeAspect="1"/>
          </p:cNvPicPr>
          <p:nvPr/>
        </p:nvPicPr>
        <p:blipFill>
          <a:blip r:embed="rId5"/>
          <a:stretch>
            <a:fillRect/>
          </a:stretch>
        </p:blipFill>
        <p:spPr>
          <a:xfrm>
            <a:off x="9015127" y="1351952"/>
            <a:ext cx="265176" cy="265176"/>
          </a:xfrm>
          <a:prstGeom prst="rect">
            <a:avLst/>
          </a:prstGeom>
        </p:spPr>
      </p:pic>
      <p:pic>
        <p:nvPicPr>
          <p:cNvPr id="46" name="Picture 45">
            <a:extLst>
              <a:ext uri="{FF2B5EF4-FFF2-40B4-BE49-F238E27FC236}">
                <a16:creationId xmlns:a16="http://schemas.microsoft.com/office/drawing/2014/main" id="{4CE7CCB1-9644-B617-ABAD-11307C4CA299}"/>
              </a:ext>
            </a:extLst>
          </p:cNvPr>
          <p:cNvPicPr>
            <a:picLocks noChangeAspect="1"/>
          </p:cNvPicPr>
          <p:nvPr/>
        </p:nvPicPr>
        <p:blipFill>
          <a:blip r:embed="rId6"/>
          <a:stretch>
            <a:fillRect/>
          </a:stretch>
        </p:blipFill>
        <p:spPr>
          <a:xfrm>
            <a:off x="9015127" y="3296334"/>
            <a:ext cx="265176" cy="265176"/>
          </a:xfrm>
          <a:prstGeom prst="rect">
            <a:avLst/>
          </a:prstGeom>
        </p:spPr>
      </p:pic>
      <p:pic>
        <p:nvPicPr>
          <p:cNvPr id="47" name="Picture 46">
            <a:extLst>
              <a:ext uri="{FF2B5EF4-FFF2-40B4-BE49-F238E27FC236}">
                <a16:creationId xmlns:a16="http://schemas.microsoft.com/office/drawing/2014/main" id="{F7A63F39-A7A8-57FB-2F07-62FA04346016}"/>
              </a:ext>
            </a:extLst>
          </p:cNvPr>
          <p:cNvPicPr>
            <a:picLocks noChangeAspect="1"/>
          </p:cNvPicPr>
          <p:nvPr/>
        </p:nvPicPr>
        <p:blipFill>
          <a:blip r:embed="rId7"/>
          <a:stretch>
            <a:fillRect/>
          </a:stretch>
        </p:blipFill>
        <p:spPr>
          <a:xfrm>
            <a:off x="5696442" y="5238788"/>
            <a:ext cx="265176" cy="265176"/>
          </a:xfrm>
          <a:prstGeom prst="rect">
            <a:avLst/>
          </a:prstGeom>
        </p:spPr>
      </p:pic>
      <p:pic>
        <p:nvPicPr>
          <p:cNvPr id="48" name="Picture 47">
            <a:extLst>
              <a:ext uri="{FF2B5EF4-FFF2-40B4-BE49-F238E27FC236}">
                <a16:creationId xmlns:a16="http://schemas.microsoft.com/office/drawing/2014/main" id="{83F013EF-0A01-4575-E313-511BA19224E4}"/>
              </a:ext>
            </a:extLst>
          </p:cNvPr>
          <p:cNvPicPr>
            <a:picLocks noChangeAspect="1"/>
          </p:cNvPicPr>
          <p:nvPr/>
        </p:nvPicPr>
        <p:blipFill>
          <a:blip r:embed="rId8"/>
          <a:stretch>
            <a:fillRect/>
          </a:stretch>
        </p:blipFill>
        <p:spPr>
          <a:xfrm>
            <a:off x="4568653" y="1351952"/>
            <a:ext cx="265176" cy="265176"/>
          </a:xfrm>
          <a:prstGeom prst="rect">
            <a:avLst/>
          </a:prstGeom>
        </p:spPr>
      </p:pic>
      <p:pic>
        <p:nvPicPr>
          <p:cNvPr id="49" name="Picture 48">
            <a:extLst>
              <a:ext uri="{FF2B5EF4-FFF2-40B4-BE49-F238E27FC236}">
                <a16:creationId xmlns:a16="http://schemas.microsoft.com/office/drawing/2014/main" id="{A9078F08-396D-4C77-9349-6E914C58997C}"/>
              </a:ext>
            </a:extLst>
          </p:cNvPr>
          <p:cNvPicPr>
            <a:picLocks noChangeAspect="1"/>
          </p:cNvPicPr>
          <p:nvPr/>
        </p:nvPicPr>
        <p:blipFill>
          <a:blip r:embed="rId9"/>
          <a:stretch>
            <a:fillRect/>
          </a:stretch>
        </p:blipFill>
        <p:spPr>
          <a:xfrm>
            <a:off x="11266365" y="1351952"/>
            <a:ext cx="265176" cy="265176"/>
          </a:xfrm>
          <a:prstGeom prst="rect">
            <a:avLst/>
          </a:prstGeom>
        </p:spPr>
      </p:pic>
      <p:pic>
        <p:nvPicPr>
          <p:cNvPr id="50" name="Picture 49">
            <a:extLst>
              <a:ext uri="{FF2B5EF4-FFF2-40B4-BE49-F238E27FC236}">
                <a16:creationId xmlns:a16="http://schemas.microsoft.com/office/drawing/2014/main" id="{B36240B6-279E-C18E-6C58-166035B79AFF}"/>
              </a:ext>
            </a:extLst>
          </p:cNvPr>
          <p:cNvPicPr>
            <a:picLocks noChangeAspect="1"/>
          </p:cNvPicPr>
          <p:nvPr/>
        </p:nvPicPr>
        <p:blipFill>
          <a:blip r:embed="rId10"/>
          <a:stretch>
            <a:fillRect/>
          </a:stretch>
        </p:blipFill>
        <p:spPr>
          <a:xfrm>
            <a:off x="4568653" y="3296334"/>
            <a:ext cx="265176" cy="265176"/>
          </a:xfrm>
          <a:prstGeom prst="rect">
            <a:avLst/>
          </a:prstGeom>
        </p:spPr>
      </p:pic>
    </p:spTree>
    <p:custDataLst>
      <p:tags r:id="rIdGna1"/>
    </p:custDataLst>
    <p:extLst>
      <p:ext uri="{BB962C8B-B14F-4D97-AF65-F5344CB8AC3E}">
        <p14:creationId xmlns:p14="http://schemas.microsoft.com/office/powerpoint/2010/main" val="3114646448"/>
      </p:ext>
    </p:extLst>
  </p:cSld>
  <p:clrMapOvr>
    <a:masterClrMapping/>
  </p:clrMapOvr>
</p:sld>
</file>

<file path=ppt/tags/gnatag1.xml><?xml version="1.0" encoding="utf-8"?>
<p:tagLst xmlns:a="http://schemas.openxmlformats.org/drawingml/2006/main" xmlns:r="http://schemas.openxmlformats.org/officeDocument/2006/relationships" xmlns:p="http://schemas.openxmlformats.org/presentationml/2006/main">
  <p:tag name="GNA_TEMPLATE_ID" val="53"/>
  <p:tag name="GNA_TEMPLATE_VERSION" val="1.0.0"/>
</p:tagLst>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SHAPENAME" val="BottomLine"/>
</p:tagLst>
</file>

<file path=ppt/tags/tag3.xml><?xml version="1.0" encoding="utf-8"?>
<p:tagLst xmlns:a="http://schemas.openxmlformats.org/drawingml/2006/main" xmlns:r="http://schemas.openxmlformats.org/officeDocument/2006/relationships" xmlns:p="http://schemas.openxmlformats.org/presentationml/2006/main">
  <p:tag name="SHAPENAME" val="TopLine"/>
</p:tagLst>
</file>

<file path=ppt/tags/tag4.xml><?xml version="1.0" encoding="utf-8"?>
<p:tagLst xmlns:a="http://schemas.openxmlformats.org/drawingml/2006/main" xmlns:r="http://schemas.openxmlformats.org/officeDocument/2006/relationships" xmlns:p="http://schemas.openxmlformats.org/presentationml/2006/main">
  <p:tag name="SHAPENAME" val="4. Footnote"/>
</p:tagLst>
</file>

<file path=ppt/tags/tag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xml><?xml version="1.0" encoding="utf-8"?>
<p:tagLst xmlns:a="http://schemas.openxmlformats.org/drawingml/2006/main" xmlns:r="http://schemas.openxmlformats.org/officeDocument/2006/relationships" xmlns:p="http://schemas.openxmlformats.org/presentationml/2006/main">
  <p:tag name="SHAPENAME" val="Grid"/>
</p:tagLst>
</file>

<file path=ppt/tags/tag7.xml><?xml version="1.0" encoding="utf-8"?>
<p:tagLst xmlns:a="http://schemas.openxmlformats.org/drawingml/2006/main" xmlns:r="http://schemas.openxmlformats.org/officeDocument/2006/relationships" xmlns:p="http://schemas.openxmlformats.org/presentationml/2006/main">
  <p:tag name="SHAPENAME" val="BottomLine"/>
</p:tagLst>
</file>

<file path=ppt/tags/tag8.xml><?xml version="1.0" encoding="utf-8"?>
<p:tagLst xmlns:a="http://schemas.openxmlformats.org/drawingml/2006/main" xmlns:r="http://schemas.openxmlformats.org/officeDocument/2006/relationships" xmlns:p="http://schemas.openxmlformats.org/presentationml/2006/main">
  <p:tag name="SHAPENAME" val="TopLine"/>
</p:tagLst>
</file>

<file path=ppt/tags/tag9.xml><?xml version="1.0" encoding="utf-8"?>
<p:tagLst xmlns:a="http://schemas.openxmlformats.org/drawingml/2006/main" xmlns:r="http://schemas.openxmlformats.org/officeDocument/2006/relationships" xmlns:p="http://schemas.openxmlformats.org/presentationml/2006/main">
  <p:tag name="SHAPENAME" val="4. Footnote"/>
</p:tagLst>
</file>

<file path=ppt/tags/tag10.xml><?xml version="1.0" encoding="utf-8"?>
<p:tagLst xmlns:a="http://schemas.openxmlformats.org/drawingml/2006/main" xmlns:r="http://schemas.openxmlformats.org/officeDocument/2006/relationships" xmlns:p="http://schemas.openxmlformats.org/presentationml/2006/main">
  <p:tag name="SHAPENAME" val="Grid"/>
</p:tagLst>
</file>

<file path=ppt/tags/tag1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xml><?xml version="1.0" encoding="utf-8"?>
<p:tagLst xmlns:a="http://schemas.openxmlformats.org/drawingml/2006/main" xmlns:r="http://schemas.openxmlformats.org/officeDocument/2006/relationships" xmlns:p="http://schemas.openxmlformats.org/presentationml/2006/main">
  <p:tag name="NAME" val="Moon"/>
</p:tagLst>
</file>

<file path=ppt/tags/tag13.xml><?xml version="1.0" encoding="utf-8"?>
<p:tagLst xmlns:a="http://schemas.openxmlformats.org/drawingml/2006/main" xmlns:r="http://schemas.openxmlformats.org/officeDocument/2006/relationships" xmlns:p="http://schemas.openxmlformats.org/presentationml/2006/main">
  <p:tag name="NAME" val="Moon"/>
</p:tagLst>
</file>

<file path=ppt/tags/tag14.xml><?xml version="1.0" encoding="utf-8"?>
<p:tagLst xmlns:a="http://schemas.openxmlformats.org/drawingml/2006/main" xmlns:r="http://schemas.openxmlformats.org/officeDocument/2006/relationships" xmlns:p="http://schemas.openxmlformats.org/presentationml/2006/main">
  <p:tag name="NAME" val="Moon"/>
</p:tagLst>
</file>

<file path=ppt/tags/tag15.xml><?xml version="1.0" encoding="utf-8"?>
<p:tagLst xmlns:a="http://schemas.openxmlformats.org/drawingml/2006/main" xmlns:r="http://schemas.openxmlformats.org/officeDocument/2006/relationships" xmlns:p="http://schemas.openxmlformats.org/presentationml/2006/main">
  <p:tag name="NAME" val="Moon"/>
</p:tagLst>
</file>

<file path=ppt/tags/tag16.xml><?xml version="1.0" encoding="utf-8"?>
<p:tagLst xmlns:a="http://schemas.openxmlformats.org/drawingml/2006/main" xmlns:r="http://schemas.openxmlformats.org/officeDocument/2006/relationships" xmlns:p="http://schemas.openxmlformats.org/presentationml/2006/main">
  <p:tag name="NAME" val="Moon"/>
</p:tagLst>
</file>

<file path=ppt/tags/tag17.xml><?xml version="1.0" encoding="utf-8"?>
<p:tagLst xmlns:a="http://schemas.openxmlformats.org/drawingml/2006/main" xmlns:r="http://schemas.openxmlformats.org/officeDocument/2006/relationships" xmlns:p="http://schemas.openxmlformats.org/presentationml/2006/main">
  <p:tag name="ANGLE" val="5"/>
</p:tagLst>
</file>

<file path=ppt/tags/tag18.xml><?xml version="1.0" encoding="utf-8"?>
<p:tagLst xmlns:a="http://schemas.openxmlformats.org/drawingml/2006/main" xmlns:r="http://schemas.openxmlformats.org/officeDocument/2006/relationships" xmlns:p="http://schemas.openxmlformats.org/presentationml/2006/main">
  <p:tag name="ANGLE" val="5"/>
</p:tagLst>
</file>

<file path=ppt/tags/tag19.xml><?xml version="1.0" encoding="utf-8"?>
<p:tagLst xmlns:a="http://schemas.openxmlformats.org/drawingml/2006/main" xmlns:r="http://schemas.openxmlformats.org/officeDocument/2006/relationships" xmlns:p="http://schemas.openxmlformats.org/presentationml/2006/main">
  <p:tag name="ANGLE" val="4"/>
</p:tagLst>
</file>

<file path=ppt/tags/tag20.xml><?xml version="1.0" encoding="utf-8"?>
<p:tagLst xmlns:a="http://schemas.openxmlformats.org/drawingml/2006/main" xmlns:r="http://schemas.openxmlformats.org/officeDocument/2006/relationships" xmlns:p="http://schemas.openxmlformats.org/presentationml/2006/main">
  <p:tag name="ANGLE" val="4"/>
</p:tagLst>
</file>

<file path=ppt/tags/tag21.xml><?xml version="1.0" encoding="utf-8"?>
<p:tagLst xmlns:a="http://schemas.openxmlformats.org/drawingml/2006/main" xmlns:r="http://schemas.openxmlformats.org/officeDocument/2006/relationships" xmlns:p="http://schemas.openxmlformats.org/presentationml/2006/main">
  <p:tag name="ANGLE" val="3"/>
</p:tagLst>
</file>

<file path=ppt/tags/tag22.xml><?xml version="1.0" encoding="utf-8"?>
<p:tagLst xmlns:a="http://schemas.openxmlformats.org/drawingml/2006/main" xmlns:r="http://schemas.openxmlformats.org/officeDocument/2006/relationships" xmlns:p="http://schemas.openxmlformats.org/presentationml/2006/main">
  <p:tag name="ANGLE" val="3"/>
</p:tagLst>
</file>

<file path=ppt/tags/tag23.xml><?xml version="1.0" encoding="utf-8"?>
<p:tagLst xmlns:a="http://schemas.openxmlformats.org/drawingml/2006/main" xmlns:r="http://schemas.openxmlformats.org/officeDocument/2006/relationships" xmlns:p="http://schemas.openxmlformats.org/presentationml/2006/main">
  <p:tag name="ANGLE" val="2"/>
</p:tagLst>
</file>

<file path=ppt/tags/tag24.xml><?xml version="1.0" encoding="utf-8"?>
<p:tagLst xmlns:a="http://schemas.openxmlformats.org/drawingml/2006/main" xmlns:r="http://schemas.openxmlformats.org/officeDocument/2006/relationships" xmlns:p="http://schemas.openxmlformats.org/presentationml/2006/main">
  <p:tag name="ANGLE" val="2"/>
</p:tagLst>
</file>

<file path=ppt/tags/tag25.xml><?xml version="1.0" encoding="utf-8"?>
<p:tagLst xmlns:a="http://schemas.openxmlformats.org/drawingml/2006/main" xmlns:r="http://schemas.openxmlformats.org/officeDocument/2006/relationships" xmlns:p="http://schemas.openxmlformats.org/presentationml/2006/main">
  <p:tag name="ANGLE" val="1"/>
</p:tagLst>
</file>

<file path=ppt/tags/tag26.xml><?xml version="1.0" encoding="utf-8"?>
<p:tagLst xmlns:a="http://schemas.openxmlformats.org/drawingml/2006/main" xmlns:r="http://schemas.openxmlformats.org/officeDocument/2006/relationships" xmlns:p="http://schemas.openxmlformats.org/presentationml/2006/main">
  <p:tag name="ANGLE" val="1"/>
</p:tagLst>
</file>

<file path=ppt/tags/tag27.xml><?xml version="1.0" encoding="utf-8"?>
<p:tagLst xmlns:a="http://schemas.openxmlformats.org/drawingml/2006/main" xmlns:r="http://schemas.openxmlformats.org/officeDocument/2006/relationships" xmlns:p="http://schemas.openxmlformats.org/presentationml/2006/main">
  <p:tag name="NAME" val="Moon"/>
</p:tagLst>
</file>

<file path=ppt/tags/tag28.xml><?xml version="1.0" encoding="utf-8"?>
<p:tagLst xmlns:a="http://schemas.openxmlformats.org/drawingml/2006/main" xmlns:r="http://schemas.openxmlformats.org/officeDocument/2006/relationships" xmlns:p="http://schemas.openxmlformats.org/presentationml/2006/main">
  <p:tag name="NAME" val="Moon"/>
</p:tagLst>
</file>

<file path=ppt/tags/tag29.xml><?xml version="1.0" encoding="utf-8"?>
<p:tagLst xmlns:a="http://schemas.openxmlformats.org/drawingml/2006/main" xmlns:r="http://schemas.openxmlformats.org/officeDocument/2006/relationships" xmlns:p="http://schemas.openxmlformats.org/presentationml/2006/main">
  <p:tag name="NAME" val="Moon"/>
</p:tagLst>
</file>

<file path=ppt/tags/tag30.xml><?xml version="1.0" encoding="utf-8"?>
<p:tagLst xmlns:a="http://schemas.openxmlformats.org/drawingml/2006/main" xmlns:r="http://schemas.openxmlformats.org/officeDocument/2006/relationships" xmlns:p="http://schemas.openxmlformats.org/presentationml/2006/main">
  <p:tag name="NAME" val="Moon"/>
</p:tagLst>
</file>

<file path=ppt/tags/tag31.xml><?xml version="1.0" encoding="utf-8"?>
<p:tagLst xmlns:a="http://schemas.openxmlformats.org/drawingml/2006/main" xmlns:r="http://schemas.openxmlformats.org/officeDocument/2006/relationships" xmlns:p="http://schemas.openxmlformats.org/presentationml/2006/main">
  <p:tag name="NAME" val="Moon"/>
</p:tagLst>
</file>

<file path=ppt/tags/tag32.xml><?xml version="1.0" encoding="utf-8"?>
<p:tagLst xmlns:a="http://schemas.openxmlformats.org/drawingml/2006/main" xmlns:r="http://schemas.openxmlformats.org/officeDocument/2006/relationships" xmlns:p="http://schemas.openxmlformats.org/presentationml/2006/main">
  <p:tag name="ANGLE" val="5"/>
</p:tagLst>
</file>

<file path=ppt/tags/tag33.xml><?xml version="1.0" encoding="utf-8"?>
<p:tagLst xmlns:a="http://schemas.openxmlformats.org/drawingml/2006/main" xmlns:r="http://schemas.openxmlformats.org/officeDocument/2006/relationships" xmlns:p="http://schemas.openxmlformats.org/presentationml/2006/main">
  <p:tag name="ANGLE" val="5"/>
</p:tagLst>
</file>

<file path=ppt/tags/tag34.xml><?xml version="1.0" encoding="utf-8"?>
<p:tagLst xmlns:a="http://schemas.openxmlformats.org/drawingml/2006/main" xmlns:r="http://schemas.openxmlformats.org/officeDocument/2006/relationships" xmlns:p="http://schemas.openxmlformats.org/presentationml/2006/main">
  <p:tag name="ANGLE" val="4"/>
</p:tagLst>
</file>

<file path=ppt/tags/tag35.xml><?xml version="1.0" encoding="utf-8"?>
<p:tagLst xmlns:a="http://schemas.openxmlformats.org/drawingml/2006/main" xmlns:r="http://schemas.openxmlformats.org/officeDocument/2006/relationships" xmlns:p="http://schemas.openxmlformats.org/presentationml/2006/main">
  <p:tag name="ANGLE" val="4"/>
</p:tagLst>
</file>

<file path=ppt/tags/tag36.xml><?xml version="1.0" encoding="utf-8"?>
<p:tagLst xmlns:a="http://schemas.openxmlformats.org/drawingml/2006/main" xmlns:r="http://schemas.openxmlformats.org/officeDocument/2006/relationships" xmlns:p="http://schemas.openxmlformats.org/presentationml/2006/main">
  <p:tag name="ANGLE" val="3"/>
</p:tagLst>
</file>

<file path=ppt/tags/tag37.xml><?xml version="1.0" encoding="utf-8"?>
<p:tagLst xmlns:a="http://schemas.openxmlformats.org/drawingml/2006/main" xmlns:r="http://schemas.openxmlformats.org/officeDocument/2006/relationships" xmlns:p="http://schemas.openxmlformats.org/presentationml/2006/main">
  <p:tag name="ANGLE" val="3"/>
</p:tagLst>
</file>

<file path=ppt/tags/tag38.xml><?xml version="1.0" encoding="utf-8"?>
<p:tagLst xmlns:a="http://schemas.openxmlformats.org/drawingml/2006/main" xmlns:r="http://schemas.openxmlformats.org/officeDocument/2006/relationships" xmlns:p="http://schemas.openxmlformats.org/presentationml/2006/main">
  <p:tag name="ANGLE" val="2"/>
</p:tagLst>
</file>

<file path=ppt/tags/tag39.xml><?xml version="1.0" encoding="utf-8"?>
<p:tagLst xmlns:a="http://schemas.openxmlformats.org/drawingml/2006/main" xmlns:r="http://schemas.openxmlformats.org/officeDocument/2006/relationships" xmlns:p="http://schemas.openxmlformats.org/presentationml/2006/main">
  <p:tag name="ANGLE" val="2"/>
</p:tagLst>
</file>

<file path=ppt/tags/tag40.xml><?xml version="1.0" encoding="utf-8"?>
<p:tagLst xmlns:a="http://schemas.openxmlformats.org/drawingml/2006/main" xmlns:r="http://schemas.openxmlformats.org/officeDocument/2006/relationships" xmlns:p="http://schemas.openxmlformats.org/presentationml/2006/main">
  <p:tag name="ANGLE" val="1"/>
</p:tagLst>
</file>

<file path=ppt/tags/tag41.xml><?xml version="1.0" encoding="utf-8"?>
<p:tagLst xmlns:a="http://schemas.openxmlformats.org/drawingml/2006/main" xmlns:r="http://schemas.openxmlformats.org/officeDocument/2006/relationships" xmlns:p="http://schemas.openxmlformats.org/presentationml/2006/main">
  <p:tag name="ANGLE" val="1"/>
</p:tagLst>
</file>

<file path=ppt/tags/tag4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7.xml><?xml version="1.0" encoding="utf-8"?>
<p:tagLst xmlns:a="http://schemas.openxmlformats.org/drawingml/2006/main" xmlns:r="http://schemas.openxmlformats.org/officeDocument/2006/relationships" xmlns:p="http://schemas.openxmlformats.org/presentationml/2006/main">
  <p:tag name="SHAPENAME" val="3. Subtitle"/>
</p:tagLst>
</file>

<file path=ppt/tags/tag48.xml><?xml version="1.0" encoding="utf-8"?>
<p:tagLst xmlns:a="http://schemas.openxmlformats.org/drawingml/2006/main" xmlns:r="http://schemas.openxmlformats.org/officeDocument/2006/relationships" xmlns:p="http://schemas.openxmlformats.org/presentationml/2006/main">
  <p:tag name="SHAPENAME" val="5. Source"/>
</p:tagLst>
</file>

<file path=ppt/tags/tag4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0.xml><?xml version="1.0" encoding="utf-8"?>
<p:tagLst xmlns:a="http://schemas.openxmlformats.org/drawingml/2006/main" xmlns:r="http://schemas.openxmlformats.org/officeDocument/2006/relationships" xmlns:p="http://schemas.openxmlformats.org/presentationml/2006/main">
  <p:tag name="SHAPENAME" val="5. Source"/>
</p:tagLst>
</file>

<file path=ppt/theme/theme1.xml><?xml version="1.0" encoding="utf-8"?>
<a:theme xmlns:a="http://schemas.openxmlformats.org/drawingml/2006/main" name="Slideworks">
  <a:themeElements>
    <a:clrScheme name="GNA">
      <a:dk1>
        <a:srgbClr val="262626"/>
      </a:dk1>
      <a:lt1>
        <a:srgbClr val="FFFFFF"/>
      </a:lt1>
      <a:dk2>
        <a:srgbClr val="025043"/>
      </a:dk2>
      <a:lt2>
        <a:srgbClr val="F2F2F2"/>
      </a:lt2>
      <a:accent1>
        <a:srgbClr val="025043"/>
      </a:accent1>
      <a:accent2>
        <a:srgbClr val="5B9188"/>
      </a:accent2>
      <a:accent3>
        <a:srgbClr val="013A31"/>
      </a:accent3>
      <a:accent4>
        <a:srgbClr val="3D7A6F"/>
      </a:accent4>
      <a:accent5>
        <a:srgbClr val="B3CBC7"/>
      </a:accent5>
      <a:accent6>
        <a:srgbClr val="8C8C8C"/>
      </a:accent6>
      <a:hlink>
        <a:srgbClr val="025043"/>
      </a:hlink>
      <a:folHlink>
        <a:srgbClr val="5B9188"/>
      </a:folHlink>
    </a:clrScheme>
    <a:fontScheme name="GNA Lora">
      <a:majorFont>
        <a:latin typeface="Lora"/>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Lora"/>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sq">
          <a:solidFill>
            <a:srgbClr val="000000"/>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GNA">
        <a:dk1>
          <a:srgbClr val="262626"/>
        </a:dk1>
        <a:lt1>
          <a:srgbClr val="FFFFFF"/>
        </a:lt1>
        <a:dk2>
          <a:srgbClr val="025043"/>
        </a:dk2>
        <a:lt2>
          <a:srgbClr val="F2F2F2"/>
        </a:lt2>
        <a:accent1>
          <a:srgbClr val="025043"/>
        </a:accent1>
        <a:accent2>
          <a:srgbClr val="5B9188"/>
        </a:accent2>
        <a:accent3>
          <a:srgbClr val="013A31"/>
        </a:accent3>
        <a:accent4>
          <a:srgbClr val="3D7A6F"/>
        </a:accent4>
        <a:accent5>
          <a:srgbClr val="B3CBC7"/>
        </a:accent5>
        <a:accent6>
          <a:srgbClr val="8C8C8C"/>
        </a:accent6>
        <a:hlink>
          <a:srgbClr val="025043"/>
        </a:hlink>
        <a:folHlink>
          <a:srgbClr val="5B9188"/>
        </a:folHlink>
      </a:clrScheme>
    </a:extraClrScheme>
  </a:extraClrSchemeLst>
  <a:custClrLst>
    <a:custClr name="Deep Blue">
      <a:srgbClr val="051C2C"/>
    </a:custClr>
    <a:custClr name="Cyan">
      <a:srgbClr val="00A9F4"/>
    </a:custClr>
    <a:custClr name="Electric Blue">
      <a:srgbClr val="1F40E6"/>
    </a:custClr>
    <a:custClr name="Pale Blue">
      <a:srgbClr val="AAE6F0"/>
    </a:custClr>
    <a:custClr name="Turquoise">
      <a:srgbClr val="3C96B4"/>
    </a:custClr>
    <a:custClr name="Pale Electric Blue">
      <a:srgbClr val="AFC3FF"/>
    </a:custClr>
    <a:custClr name="Purple">
      <a:srgbClr val="8C5AC8"/>
    </a:custClr>
    <a:custClr name="Pink">
      <a:srgbClr val="E6A0C8"/>
    </a:custClr>
    <a:custClr name="Red">
      <a:srgbClr val="E5546C"/>
    </a:custClr>
    <a:custClr name="Orange">
      <a:srgbClr val="FAA082"/>
    </a:custClr>
    <a:custClr name="Dark Gray">
      <a:srgbClr val="4D4D4D"/>
    </a:custClr>
    <a:custClr name="Mid Gray">
      <a:srgbClr val="7F7F7F"/>
    </a:custClr>
    <a:custClr name="Light Gray">
      <a:srgbClr val="B3B3B3"/>
    </a:custClr>
    <a:custClr name="Super Light Gray">
      <a:srgbClr val="D0D0D0"/>
    </a:custClr>
    <a:custClr name="Pale Gray">
      <a:srgbClr val="E6E6E6"/>
    </a:custClr>
    <a:custClr name="Null">
      <a:srgbClr val="FFFFFF"/>
    </a:custClr>
    <a:custClr name="Null">
      <a:srgbClr val="FFFFFF"/>
    </a:custClr>
    <a:custClr name="Null">
      <a:srgbClr val="FFFFFF"/>
    </a:custClr>
    <a:custClr name="Null">
      <a:srgbClr val="FFFFFF"/>
    </a:custClr>
    <a:custClr name="Null">
      <a:srgbClr val="FFFFFF"/>
    </a:custClr>
    <a:custClr name="Linear 1 (Deep Blue)">
      <a:srgbClr val="051C2C"/>
    </a:custClr>
    <a:custClr name="Linear 2">
      <a:srgbClr val="034B6F"/>
    </a:custClr>
    <a:custClr name="Linear 3">
      <a:srgbClr val="027AB1"/>
    </a:custClr>
    <a:custClr name="Linear 4 (Cyan)">
      <a:srgbClr val="00A9F4"/>
    </a:custClr>
    <a:custClr name="Linear 5">
      <a:srgbClr val="39BDF3"/>
    </a:custClr>
    <a:custClr name="Linear 6">
      <a:srgbClr val="71D2F1"/>
    </a:custClr>
    <a:custClr name="Linear 7 (Pale Blue)">
      <a:srgbClr val="AAE6F0"/>
    </a:custClr>
    <a:custClr name="Null">
      <a:srgbClr val="FFFFFF"/>
    </a:custClr>
    <a:custClr name="Null">
      <a:srgbClr val="FFFFFF"/>
    </a:custClr>
    <a:custClr name="Null">
      <a:srgbClr val="FFFFFF"/>
    </a:custClr>
  </a:custClrLst>
  <a:extLst>
    <a:ext uri="{05A4C25C-085E-4340-85A3-A5531E510DB2}">
      <thm15:themeFamily xmlns:thm15="http://schemas.microsoft.com/office/thememl/2012/main" name="Presentation17" id="{9B588B21-83F7-FC48-9C86-2F9784C77B7B}" vid="{E0497203-32F2-484B-9913-C145AFB5AD27}"/>
    </a:ext>
  </a:extLst>
</a:theme>
</file>

<file path=ppt/theme/theme2.xml><?xml version="1.0" encoding="utf-8"?>
<a:theme xmlns:a="http://schemas.openxmlformats.org/drawingml/2006/main" name="Office Theme">
  <a:themeElements>
    <a:clrScheme name="GNA">
      <a:dk1>
        <a:srgbClr val="262626"/>
      </a:dk1>
      <a:lt1>
        <a:srgbClr val="FFFFFF"/>
      </a:lt1>
      <a:dk2>
        <a:srgbClr val="025043"/>
      </a:dk2>
      <a:lt2>
        <a:srgbClr val="F2F2F2"/>
      </a:lt2>
      <a:accent1>
        <a:srgbClr val="025043"/>
      </a:accent1>
      <a:accent2>
        <a:srgbClr val="5B9188"/>
      </a:accent2>
      <a:accent3>
        <a:srgbClr val="013A31"/>
      </a:accent3>
      <a:accent4>
        <a:srgbClr val="3D7A6F"/>
      </a:accent4>
      <a:accent5>
        <a:srgbClr val="B3CBC7"/>
      </a:accent5>
      <a:accent6>
        <a:srgbClr val="8C8C8C"/>
      </a:accent6>
      <a:hlink>
        <a:srgbClr val="025043"/>
      </a:hlink>
      <a:folHlink>
        <a:srgbClr val="5B9188"/>
      </a:folHlink>
    </a:clrScheme>
    <a:fontScheme name="GNA Lora">
      <a:majorFont>
        <a:latin typeface="Lor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or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GNA">
      <a:dk1>
        <a:srgbClr val="262626"/>
      </a:dk1>
      <a:lt1>
        <a:srgbClr val="FFFFFF"/>
      </a:lt1>
      <a:dk2>
        <a:srgbClr val="025043"/>
      </a:dk2>
      <a:lt2>
        <a:srgbClr val="F2F2F2"/>
      </a:lt2>
      <a:accent1>
        <a:srgbClr val="025043"/>
      </a:accent1>
      <a:accent2>
        <a:srgbClr val="5B9188"/>
      </a:accent2>
      <a:accent3>
        <a:srgbClr val="013A31"/>
      </a:accent3>
      <a:accent4>
        <a:srgbClr val="3D7A6F"/>
      </a:accent4>
      <a:accent5>
        <a:srgbClr val="B3CBC7"/>
      </a:accent5>
      <a:accent6>
        <a:srgbClr val="8C8C8C"/>
      </a:accent6>
      <a:hlink>
        <a:srgbClr val="025043"/>
      </a:hlink>
      <a:folHlink>
        <a:srgbClr val="5B9188"/>
      </a:folHlink>
    </a:clrScheme>
    <a:fontScheme name="GNA Lora">
      <a:majorFont>
        <a:latin typeface="Lor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or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20aec0d-fb61-4acf-853d-3d881a397377" xsi:nil="true"/>
    <lcf76f155ced4ddcb4097134ff3c332f xmlns="66bf5647-6c8d-4b39-99f0-6ce728158f6a">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58D02B34048E548B67E62DA37CF413A" ma:contentTypeVersion="10" ma:contentTypeDescription="Create a new document." ma:contentTypeScope="" ma:versionID="e579bd832814c7a6bb933bd8daeee1e4">
  <xsd:schema xmlns:xsd="http://www.w3.org/2001/XMLSchema" xmlns:xs="http://www.w3.org/2001/XMLSchema" xmlns:p="http://schemas.microsoft.com/office/2006/metadata/properties" xmlns:ns2="66bf5647-6c8d-4b39-99f0-6ce728158f6a" xmlns:ns3="220aec0d-fb61-4acf-853d-3d881a397377" targetNamespace="http://schemas.microsoft.com/office/2006/metadata/properties" ma:root="true" ma:fieldsID="c4231b6b052a71c45522500c216b5ea1" ns2:_="" ns3:_="">
    <xsd:import namespace="66bf5647-6c8d-4b39-99f0-6ce728158f6a"/>
    <xsd:import namespace="220aec0d-fb61-4acf-853d-3d881a39737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bf5647-6c8d-4b39-99f0-6ce728158f6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eebc322-b823-451c-94d1-7dcd1c9c378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20aec0d-fb61-4acf-853d-3d881a39737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25ff44e-f5ad-4a5b-a1bc-30ed6eb29c5b}" ma:internalName="TaxCatchAll" ma:showField="CatchAllData" ma:web="220aec0d-fb61-4acf-853d-3d881a3973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94A8DEC-88BE-43F8-B6AA-48FEB665AF64}">
  <ds:schemaRefs>
    <ds:schemaRef ds:uri="http://schemas.microsoft.com/office/2006/metadata/properties"/>
    <ds:schemaRef ds:uri="http://schemas.microsoft.com/office/infopath/2007/PartnerControls"/>
    <ds:schemaRef ds:uri="220aec0d-fb61-4acf-853d-3d881a397377"/>
    <ds:schemaRef ds:uri="66bf5647-6c8d-4b39-99f0-6ce728158f6a"/>
  </ds:schemaRefs>
</ds:datastoreItem>
</file>

<file path=customXml/itemProps2.xml><?xml version="1.0" encoding="utf-8"?>
<ds:datastoreItem xmlns:ds="http://schemas.openxmlformats.org/officeDocument/2006/customXml" ds:itemID="{99C80F86-4E44-4A09-BB4B-210515F543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6bf5647-6c8d-4b39-99f0-6ce728158f6a"/>
    <ds:schemaRef ds:uri="220aec0d-fb61-4acf-853d-3d881a3973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3AF9A27-60CA-4ED3-80AD-18744299AF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Slideworks</Template>
  <TotalTime>7601</TotalTime>
  <Words>10316</Words>
  <Application>Microsoft Office PowerPoint</Application>
  <PresentationFormat>Widescreen</PresentationFormat>
  <Paragraphs>1874</Paragraphs>
  <Slides>1</Slides>
  <Notes>22</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92</vt:i4>
      </vt:variant>
    </vt:vector>
  </HeadingPairs>
  <TitlesOfParts>
    <vt:vector size="105" baseType="lpstr">
      <vt:lpstr>ＭＳ Ｐゴシック</vt:lpstr>
      <vt:lpstr>Arial</vt:lpstr>
      <vt:lpstr>Calibri</vt:lpstr>
      <vt:lpstr>Georgia</vt:lpstr>
      <vt:lpstr>Gotham Bold</vt:lpstr>
      <vt:lpstr>Helvetica Neue</vt:lpstr>
      <vt:lpstr>Lora</vt:lpstr>
      <vt:lpstr>Segoe UI</vt:lpstr>
      <vt:lpstr>Times New Roman</vt:lpstr>
      <vt:lpstr>Verdana</vt:lpstr>
      <vt:lpstr>Wingdings</vt:lpstr>
      <vt:lpstr>Slideworks</vt:lpstr>
      <vt:lpstr>think-cell Slide</vt:lpstr>
      <vt:lpstr>Every GNA slide makes one point, stated in its title</vt:lpstr>
      <vt:lpstr>The GNA palette is teal, white and grey, with tints in between</vt:lpstr>
      <vt:lpstr>Lora carries every word; size and weight create the hierarchy</vt:lpstr>
      <vt:lpstr>[Title of document]</vt:lpstr>
      <vt:lpstr>[Title of document]</vt:lpstr>
      <vt:lpstr>Content</vt:lpstr>
      <vt:lpstr>Content </vt:lpstr>
      <vt:lpstr>[Section]</vt:lpstr>
      <vt:lpstr>PowerPoint Presentation</vt:lpstr>
      <vt:lpstr>Executive summary</vt:lpstr>
      <vt:lpstr>Executive summary</vt:lpstr>
      <vt:lpstr>Executive summary</vt:lpstr>
      <vt:lpstr>Summary of our proposal</vt:lpstr>
      <vt:lpstr>The ambition is [insert client ambition, if relevant]</vt:lpstr>
      <vt:lpstr>We believe the time to act is now</vt:lpstr>
      <vt:lpstr>[Client] faces several challenges leading to key question: [insert]</vt:lpstr>
      <vt:lpstr>This project will answer three key questions resulting in [insert desired impact]</vt:lpstr>
      <vt:lpstr>The project is expected to result in [insert quantitative or qualitative outcome]</vt:lpstr>
      <vt:lpstr>[Column chart for comparison with takeaways / Insert action title]</vt:lpstr>
      <vt:lpstr>[Column chart with historic and forecast figures / Insert action title]</vt:lpstr>
      <vt:lpstr>[Grouped column chart with takeaways / Insert action title]</vt:lpstr>
      <vt:lpstr>[Bar chart with takeaways / Insert action title]</vt:lpstr>
      <vt:lpstr>[Line graph / Insert action title]</vt:lpstr>
      <vt:lpstr>[Line chart with two scenarios / Insert action title]</vt:lpstr>
      <vt:lpstr>[Waterfall chart / Insert action title]</vt:lpstr>
      <vt:lpstr>[Waterfall chart with highlights/ Insert action title]</vt:lpstr>
      <vt:lpstr>[Scatter chart with quadrants/ Insert action title]</vt:lpstr>
      <vt:lpstr>[Single doughnut chart / Insert action title]</vt:lpstr>
      <vt:lpstr>[Bar chart with line graph / Insert action title]</vt:lpstr>
      <vt:lpstr>[Four category Harvey Ball slide / Insert action title]</vt:lpstr>
      <vt:lpstr>[Five category Harvey Ball slide / Insert action title]</vt:lpstr>
      <vt:lpstr>[Three key trends slide / Insert action title]</vt:lpstr>
      <vt:lpstr>[Four key trends slide / Insert action title]</vt:lpstr>
      <vt:lpstr>[Five key areas slide / Insert action title]</vt:lpstr>
      <vt:lpstr>[Assessment or status overview / Insert action title]</vt:lpstr>
      <vt:lpstr>[Option evaluation slide / Insert action title]</vt:lpstr>
      <vt:lpstr>[Option evaluation slide for build vs. buy (or other dimensions) / Insert action title]</vt:lpstr>
      <vt:lpstr>[Competitor overview / Insert action title]</vt:lpstr>
      <vt:lpstr>[Competitor matrix slide / Insert action title]</vt:lpstr>
      <vt:lpstr>[Issue tree / Insert action title]</vt:lpstr>
      <vt:lpstr>[Decision tree / Insert action title]</vt:lpstr>
      <vt:lpstr>[Three state process slide / Insert action title]</vt:lpstr>
      <vt:lpstr>[Hypothesis overview slide / Insert action title]</vt:lpstr>
      <vt:lpstr>[Three key strategic areas slide / Insert action title]</vt:lpstr>
      <vt:lpstr>[Initiatives or sub-points slide / Insert action title]</vt:lpstr>
      <vt:lpstr>[Findings and recommendations summary / Insert action title]</vt:lpstr>
      <vt:lpstr>[Challenges and solutions summary / Insert action title]</vt:lpstr>
      <vt:lpstr>[Maturity or level slide / Insert action title]</vt:lpstr>
      <vt:lpstr>Prioritization of [features/components/segments]</vt:lpstr>
      <vt:lpstr>We believe in four guiding principles for a strong [insert]</vt:lpstr>
      <vt:lpstr>SWOT analysis</vt:lpstr>
      <vt:lpstr>Porter’s Five Forces</vt:lpstr>
      <vt:lpstr>Business Model Canvas</vt:lpstr>
      <vt:lpstr>[Process overview / Insert action title]</vt:lpstr>
      <vt:lpstr>[Circular process overview / Insert action title]</vt:lpstr>
      <vt:lpstr>We propose a four-step approach</vt:lpstr>
      <vt:lpstr>[Project] will evolve through four main phases</vt:lpstr>
      <vt:lpstr>[Project title] process expected to run [xx weeks/months]</vt:lpstr>
      <vt:lpstr>This project will focus on [insert scope]</vt:lpstr>
      <vt:lpstr>There are three main project deliverables</vt:lpstr>
      <vt:lpstr>High-level timeline for next [insert timeframe]</vt:lpstr>
      <vt:lpstr>[Roadmap / Insert action title]</vt:lpstr>
      <vt:lpstr>[Simple timeline / Insert action title]</vt:lpstr>
      <vt:lpstr>Risks mainly in [risk area 1] and [risk area 2]</vt:lpstr>
      <vt:lpstr>[Organizational chart / Insert action title]</vt:lpstr>
      <vt:lpstr>[Project team or functions / Insert action title]</vt:lpstr>
      <vt:lpstr>Project will be led by [insert] and supported by [insert]</vt:lpstr>
      <vt:lpstr>Our team</vt:lpstr>
      <vt:lpstr>[Insert name]</vt:lpstr>
      <vt:lpstr>Team allocation and investment</vt:lpstr>
      <vt:lpstr>Fee structure</vt:lpstr>
      <vt:lpstr>Commercial proposal</vt:lpstr>
      <vt:lpstr>GNA is uniquely positioned and committed to being a partner for [Client]</vt:lpstr>
      <vt:lpstr>Selected reference cases</vt:lpstr>
      <vt:lpstr>[Insert case headline]</vt:lpstr>
      <vt:lpstr>[One number frames the story / Insert action title]</vt:lpstr>
      <vt:lpstr>[Four measures show where we stand / Insert action title]</vt:lpstr>
      <vt:lpstr>[What we heard / Insert action title]</vt:lpstr>
      <vt:lpstr>[We move from today’s model to a new way of working / Insert action title]</vt:lpstr>
      <vt:lpstr>[Meeting name], [date]: agenda</vt:lpstr>
      <vt:lpstr>[Six ideas worth testing / Insert action title]</vt:lpstr>
      <vt:lpstr>[Start with the quick wins and fund one big bet / Insert action title]</vt:lpstr>
      <vt:lpstr>[We recommend option B because it balances value and risk / Insert action title]</vt:lpstr>
      <vt:lpstr>[Project name] status, week of [date]</vt:lpstr>
      <vt:lpstr>[Roles and responsibilities / Insert action title]</vt:lpstr>
      <vt:lpstr>Action tracker</vt:lpstr>
      <vt:lpstr>[Four principles guide how we work / Insert action title]</vt:lpstr>
      <vt:lpstr>[Meeting name], [date]: summary</vt:lpstr>
      <vt:lpstr>[Five milestones take us from kick-off to launch / Insert action title]</vt:lpstr>
      <vt:lpstr>Immediate next steps</vt:lpstr>
      <vt:lpstr>Next steps: Proposed way forward</vt:lpstr>
      <vt:lpstr>Thank you</vt:lpstr>
    </vt:vector>
  </TitlesOfParts>
  <Manager>Slideworks</Manager>
  <Company>Slideworks ApS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GNA Presentation Template</dc:title>
  <dc:subject>Consulting</dc:subject>
  <dc:creator>Gheen &amp; Noyes Advisory</dc:creator>
  <cp:keywords>project management, business, consulting</cp:keywords>
  <dc:description>Copyright of Slideworks.io. Any unauthorized distribution prohibited. See our full terms and conditions at https://slideworks.io/terms </dc:description>
  <cp:lastModifiedBy>Cooper Gheen</cp:lastModifiedBy>
  <cp:revision>314</cp:revision>
  <dcterms:created xsi:type="dcterms:W3CDTF">2025-08-27T08:42:55Z</dcterms:created>
  <dcterms:modified xsi:type="dcterms:W3CDTF">2026-10-14T23:53:13Z</dcterms:modified>
  <cp:category>Management consulting, presentation design, business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0x010100758D02B34048E548B67E62DA37CF413A</vt:lpwstr>
  </property>
  <property fmtid="{D5CDD505-2E9C-101B-9397-08002B2CF9AE}" pid="3" name="MediaServiceImageTags">
    <vt:lpwstr/>
  </property>
</Properties>
</file>